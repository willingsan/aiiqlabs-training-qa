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288" r:id="rId4"/>
    <p:sldId id="289" r:id="rId5"/>
    <p:sldId id="290" r:id="rId6"/>
    <p:sldId id="291" r:id="rId7"/>
    <p:sldId id="292" r:id="rId8"/>
    <p:sldId id="293" r:id="rId9"/>
    <p:sldId id="294" r:id="rId10"/>
    <p:sldId id="295" r:id="rId11"/>
    <p:sldId id="296" r:id="rId12"/>
    <p:sldId id="297" r:id="rId13"/>
    <p:sldId id="298" r:id="rId14"/>
    <p:sldId id="299" r:id="rId15"/>
    <p:sldId id="28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7" autoAdjust="0"/>
    <p:restoredTop sz="94660"/>
  </p:normalViewPr>
  <p:slideViewPr>
    <p:cSldViewPr snapToGrid="0">
      <p:cViewPr>
        <p:scale>
          <a:sx n="96" d="100"/>
          <a:sy n="96" d="100"/>
        </p:scale>
        <p:origin x="747"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969DC-181F-4921-8B5F-0EF62F4CE89E}" type="doc">
      <dgm:prSet loTypeId="urn:microsoft.com/office/officeart/2005/8/layout/target3" loCatId="list" qsTypeId="urn:microsoft.com/office/officeart/2005/8/quickstyle/simple5" qsCatId="simple" csTypeId="urn:microsoft.com/office/officeart/2005/8/colors/accent1_2" csCatId="accent1" phldr="1"/>
      <dgm:spPr/>
      <dgm:t>
        <a:bodyPr/>
        <a:lstStyle/>
        <a:p>
          <a:endParaRPr lang="en-IN"/>
        </a:p>
      </dgm:t>
    </dgm:pt>
    <dgm:pt modelId="{BF07259D-CC92-40A2-B71A-EC53F9211F9A}">
      <dgm:prSet phldrT="[Text]" phldr="0" custT="1"/>
      <dgm:spPr/>
      <dgm:t>
        <a:bodyPr tIns="180000"/>
        <a:lstStyle/>
        <a:p>
          <a:pPr algn="l"/>
          <a:r>
            <a:rPr lang="en-IN" sz="3200" dirty="0"/>
            <a:t>Exception</a:t>
          </a:r>
        </a:p>
      </dgm:t>
    </dgm:pt>
    <dgm:pt modelId="{CDA5EB07-4899-4932-BD18-04FBCCD240D5}" type="parTrans" cxnId="{7C5D232D-E9B4-4960-B9C9-71A7B8F558DB}">
      <dgm:prSet/>
      <dgm:spPr/>
      <dgm:t>
        <a:bodyPr/>
        <a:lstStyle/>
        <a:p>
          <a:endParaRPr lang="en-IN"/>
        </a:p>
      </dgm:t>
    </dgm:pt>
    <dgm:pt modelId="{0B90EAA4-646A-462C-BE6B-22BCE114692F}" type="sibTrans" cxnId="{7C5D232D-E9B4-4960-B9C9-71A7B8F558DB}">
      <dgm:prSet/>
      <dgm:spPr/>
      <dgm:t>
        <a:bodyPr/>
        <a:lstStyle/>
        <a:p>
          <a:endParaRPr lang="en-IN"/>
        </a:p>
      </dgm:t>
    </dgm:pt>
    <dgm:pt modelId="{29513CEE-C872-4255-A290-C4BDE6E5CDB4}">
      <dgm:prSet phldrT="[Text]" phldr="0" custT="1"/>
      <dgm:spPr/>
      <dgm:t>
        <a:bodyPr tIns="180000" bIns="180000"/>
        <a:lstStyle/>
        <a:p>
          <a:pPr algn="l"/>
          <a:r>
            <a:rPr lang="en-IN" sz="3200" dirty="0"/>
            <a:t>Exception Hierarchy</a:t>
          </a:r>
        </a:p>
      </dgm:t>
    </dgm:pt>
    <dgm:pt modelId="{92813842-A6E0-423F-864C-7A4FE3BBE7AA}" type="parTrans" cxnId="{1DB5F0D3-C7E7-4977-A2B2-0078BCE78EFC}">
      <dgm:prSet/>
      <dgm:spPr/>
      <dgm:t>
        <a:bodyPr/>
        <a:lstStyle/>
        <a:p>
          <a:endParaRPr lang="en-IN"/>
        </a:p>
      </dgm:t>
    </dgm:pt>
    <dgm:pt modelId="{DE6A4B1D-F319-4794-8014-0FFD2623E4CB}" type="sibTrans" cxnId="{1DB5F0D3-C7E7-4977-A2B2-0078BCE78EFC}">
      <dgm:prSet/>
      <dgm:spPr/>
      <dgm:t>
        <a:bodyPr/>
        <a:lstStyle/>
        <a:p>
          <a:endParaRPr lang="en-IN"/>
        </a:p>
      </dgm:t>
    </dgm:pt>
    <dgm:pt modelId="{870B91A1-7977-4CE3-B27C-6AE86C41D6F9}">
      <dgm:prSet phldrT="[Text]" phldr="0" custT="1"/>
      <dgm:spPr/>
      <dgm:t>
        <a:bodyPr tIns="180000" bIns="180000"/>
        <a:lstStyle/>
        <a:p>
          <a:pPr algn="l"/>
          <a:r>
            <a:rPr lang="en-IN" sz="3200" dirty="0"/>
            <a:t>Exception Handling</a:t>
          </a:r>
        </a:p>
      </dgm:t>
    </dgm:pt>
    <dgm:pt modelId="{4868F0FF-0A7D-4007-80CE-5DC4ED195136}" type="parTrans" cxnId="{6BD3B303-D7CC-40D7-88A1-7989F3A107CC}">
      <dgm:prSet/>
      <dgm:spPr/>
      <dgm:t>
        <a:bodyPr/>
        <a:lstStyle/>
        <a:p>
          <a:endParaRPr lang="en-IN"/>
        </a:p>
      </dgm:t>
    </dgm:pt>
    <dgm:pt modelId="{E7DBC3EA-52F7-4308-A19A-2140A9695EF9}" type="sibTrans" cxnId="{6BD3B303-D7CC-40D7-88A1-7989F3A107CC}">
      <dgm:prSet/>
      <dgm:spPr/>
      <dgm:t>
        <a:bodyPr/>
        <a:lstStyle/>
        <a:p>
          <a:endParaRPr lang="en-IN"/>
        </a:p>
      </dgm:t>
    </dgm:pt>
    <dgm:pt modelId="{2DAA2E28-82F9-43B0-83B3-950D45CBCD13}">
      <dgm:prSet phldrT="[Text]" phldr="0" custT="1"/>
      <dgm:spPr/>
      <dgm:t>
        <a:bodyPr tIns="180000" bIns="180000"/>
        <a:lstStyle/>
        <a:p>
          <a:pPr algn="l"/>
          <a:r>
            <a:rPr lang="en-IN" sz="3200" dirty="0"/>
            <a:t>throw vs throws</a:t>
          </a:r>
        </a:p>
      </dgm:t>
    </dgm:pt>
    <dgm:pt modelId="{BB7DED97-54F9-4440-8108-BD0725F21F49}" type="parTrans" cxnId="{98AF5D4E-A359-4429-9096-3AFBCBD70C8F}">
      <dgm:prSet/>
      <dgm:spPr/>
      <dgm:t>
        <a:bodyPr/>
        <a:lstStyle/>
        <a:p>
          <a:endParaRPr lang="en-IN"/>
        </a:p>
      </dgm:t>
    </dgm:pt>
    <dgm:pt modelId="{907E4130-5DC0-4105-A3CE-388E04D15B98}" type="sibTrans" cxnId="{98AF5D4E-A359-4429-9096-3AFBCBD70C8F}">
      <dgm:prSet/>
      <dgm:spPr/>
      <dgm:t>
        <a:bodyPr/>
        <a:lstStyle/>
        <a:p>
          <a:endParaRPr lang="en-IN"/>
        </a:p>
      </dgm:t>
    </dgm:pt>
    <dgm:pt modelId="{DAFD03EE-4AA8-410E-82C6-45C1952E775A}">
      <dgm:prSet phldrT="[Text]" phldr="0" custT="1"/>
      <dgm:spPr/>
      <dgm:t>
        <a:bodyPr tIns="180000" bIns="180000"/>
        <a:lstStyle/>
        <a:p>
          <a:pPr algn="l"/>
          <a:r>
            <a:rPr lang="en-IN" sz="3200" dirty="0"/>
            <a:t>Custom Exception</a:t>
          </a:r>
        </a:p>
      </dgm:t>
    </dgm:pt>
    <dgm:pt modelId="{32CDFF8D-66C6-42BC-AFB4-A5CB23575B0D}" type="parTrans" cxnId="{03E69AFC-DD79-4A18-92EF-F42B43221775}">
      <dgm:prSet/>
      <dgm:spPr/>
      <dgm:t>
        <a:bodyPr/>
        <a:lstStyle/>
        <a:p>
          <a:endParaRPr lang="en-IN"/>
        </a:p>
      </dgm:t>
    </dgm:pt>
    <dgm:pt modelId="{A7583725-F19B-4BCB-947F-452B135B48AD}" type="sibTrans" cxnId="{03E69AFC-DD79-4A18-92EF-F42B43221775}">
      <dgm:prSet/>
      <dgm:spPr/>
      <dgm:t>
        <a:bodyPr/>
        <a:lstStyle/>
        <a:p>
          <a:endParaRPr lang="en-IN"/>
        </a:p>
      </dgm:t>
    </dgm:pt>
    <dgm:pt modelId="{79FD3949-F916-40B1-B26E-7352F762B0F4}">
      <dgm:prSet phldrT="[Text]" phldr="0" custT="1"/>
      <dgm:spPr/>
      <dgm:t>
        <a:bodyPr tIns="180000" bIns="180000"/>
        <a:lstStyle/>
        <a:p>
          <a:pPr algn="l"/>
          <a:r>
            <a:rPr lang="en-IN" sz="3200" dirty="0"/>
            <a:t>Best Practices</a:t>
          </a:r>
        </a:p>
      </dgm:t>
    </dgm:pt>
    <dgm:pt modelId="{4AA80D73-9F4E-4941-89F3-773E4FE9482F}" type="parTrans" cxnId="{7380166B-3FF4-40F9-AE72-7B34483A8375}">
      <dgm:prSet/>
      <dgm:spPr/>
      <dgm:t>
        <a:bodyPr/>
        <a:lstStyle/>
        <a:p>
          <a:endParaRPr lang="en-IN"/>
        </a:p>
      </dgm:t>
    </dgm:pt>
    <dgm:pt modelId="{8F0F8927-7E30-4498-998B-B1743346D32B}" type="sibTrans" cxnId="{7380166B-3FF4-40F9-AE72-7B34483A8375}">
      <dgm:prSet/>
      <dgm:spPr/>
      <dgm:t>
        <a:bodyPr/>
        <a:lstStyle/>
        <a:p>
          <a:endParaRPr lang="en-IN"/>
        </a:p>
      </dgm:t>
    </dgm:pt>
    <dgm:pt modelId="{DE860416-E6AE-46B5-862B-CD2595D1ACD2}" type="pres">
      <dgm:prSet presAssocID="{6BD969DC-181F-4921-8B5F-0EF62F4CE89E}" presName="Name0" presStyleCnt="0">
        <dgm:presLayoutVars>
          <dgm:chMax val="7"/>
          <dgm:dir/>
          <dgm:animLvl val="lvl"/>
          <dgm:resizeHandles val="exact"/>
        </dgm:presLayoutVars>
      </dgm:prSet>
      <dgm:spPr/>
    </dgm:pt>
    <dgm:pt modelId="{DD66BBEE-7F67-4E6F-A56A-94C435C76A0E}" type="pres">
      <dgm:prSet presAssocID="{BF07259D-CC92-40A2-B71A-EC53F9211F9A}" presName="circle1" presStyleLbl="node1" presStyleIdx="0" presStyleCnt="6"/>
      <dgm:spPr/>
    </dgm:pt>
    <dgm:pt modelId="{FDE74903-F762-4C18-A9EA-82E9B3622505}" type="pres">
      <dgm:prSet presAssocID="{BF07259D-CC92-40A2-B71A-EC53F9211F9A}" presName="space" presStyleCnt="0"/>
      <dgm:spPr/>
    </dgm:pt>
    <dgm:pt modelId="{7340E5E1-75B9-4AC7-BC8E-760EBCEC593A}" type="pres">
      <dgm:prSet presAssocID="{BF07259D-CC92-40A2-B71A-EC53F9211F9A}" presName="rect1" presStyleLbl="alignAcc1" presStyleIdx="0" presStyleCnt="6"/>
      <dgm:spPr/>
    </dgm:pt>
    <dgm:pt modelId="{B254124F-857D-49BC-9076-E6B1C7264687}" type="pres">
      <dgm:prSet presAssocID="{29513CEE-C872-4255-A290-C4BDE6E5CDB4}" presName="vertSpace2" presStyleLbl="node1" presStyleIdx="0" presStyleCnt="6"/>
      <dgm:spPr/>
    </dgm:pt>
    <dgm:pt modelId="{1C92F080-F11E-41B4-9205-54B0EF12DEC9}" type="pres">
      <dgm:prSet presAssocID="{29513CEE-C872-4255-A290-C4BDE6E5CDB4}" presName="circle2" presStyleLbl="node1" presStyleIdx="1" presStyleCnt="6"/>
      <dgm:spPr/>
    </dgm:pt>
    <dgm:pt modelId="{A87E5B63-305F-4FCD-81E2-4C74958D6A27}" type="pres">
      <dgm:prSet presAssocID="{29513CEE-C872-4255-A290-C4BDE6E5CDB4}" presName="rect2" presStyleLbl="alignAcc1" presStyleIdx="1" presStyleCnt="6"/>
      <dgm:spPr/>
    </dgm:pt>
    <dgm:pt modelId="{62CB1E3F-0141-49A4-BA9C-C109765B1F98}" type="pres">
      <dgm:prSet presAssocID="{870B91A1-7977-4CE3-B27C-6AE86C41D6F9}" presName="vertSpace3" presStyleLbl="node1" presStyleIdx="1" presStyleCnt="6"/>
      <dgm:spPr/>
    </dgm:pt>
    <dgm:pt modelId="{78F08F96-F342-40B9-97BB-A45CB8663AC7}" type="pres">
      <dgm:prSet presAssocID="{870B91A1-7977-4CE3-B27C-6AE86C41D6F9}" presName="circle3" presStyleLbl="node1" presStyleIdx="2" presStyleCnt="6"/>
      <dgm:spPr/>
    </dgm:pt>
    <dgm:pt modelId="{AC3FE768-A7A6-4622-8658-F4C9B6760D50}" type="pres">
      <dgm:prSet presAssocID="{870B91A1-7977-4CE3-B27C-6AE86C41D6F9}" presName="rect3" presStyleLbl="alignAcc1" presStyleIdx="2" presStyleCnt="6"/>
      <dgm:spPr/>
    </dgm:pt>
    <dgm:pt modelId="{F2475A5A-8F32-49D1-83B4-CE26502F43E9}" type="pres">
      <dgm:prSet presAssocID="{2DAA2E28-82F9-43B0-83B3-950D45CBCD13}" presName="vertSpace4" presStyleLbl="node1" presStyleIdx="2" presStyleCnt="6"/>
      <dgm:spPr/>
    </dgm:pt>
    <dgm:pt modelId="{6FC20D63-93DD-487A-B6AF-EB4EB046618C}" type="pres">
      <dgm:prSet presAssocID="{2DAA2E28-82F9-43B0-83B3-950D45CBCD13}" presName="circle4" presStyleLbl="node1" presStyleIdx="3" presStyleCnt="6"/>
      <dgm:spPr/>
    </dgm:pt>
    <dgm:pt modelId="{2FA5931F-CC03-40E6-B5DB-F4209AF7D170}" type="pres">
      <dgm:prSet presAssocID="{2DAA2E28-82F9-43B0-83B3-950D45CBCD13}" presName="rect4" presStyleLbl="alignAcc1" presStyleIdx="3" presStyleCnt="6"/>
      <dgm:spPr/>
    </dgm:pt>
    <dgm:pt modelId="{9583558F-C54C-474D-8F4E-E303506A21F5}" type="pres">
      <dgm:prSet presAssocID="{DAFD03EE-4AA8-410E-82C6-45C1952E775A}" presName="vertSpace5" presStyleLbl="node1" presStyleIdx="3" presStyleCnt="6"/>
      <dgm:spPr/>
    </dgm:pt>
    <dgm:pt modelId="{B035C65A-5981-4BF9-A8F4-F289D2556554}" type="pres">
      <dgm:prSet presAssocID="{DAFD03EE-4AA8-410E-82C6-45C1952E775A}" presName="circle5" presStyleLbl="node1" presStyleIdx="4" presStyleCnt="6"/>
      <dgm:spPr/>
    </dgm:pt>
    <dgm:pt modelId="{414D5045-F4D0-4009-8125-F9BED4E985DD}" type="pres">
      <dgm:prSet presAssocID="{DAFD03EE-4AA8-410E-82C6-45C1952E775A}" presName="rect5" presStyleLbl="alignAcc1" presStyleIdx="4" presStyleCnt="6"/>
      <dgm:spPr/>
    </dgm:pt>
    <dgm:pt modelId="{34764DA3-60FA-4912-A68D-426E36330D87}" type="pres">
      <dgm:prSet presAssocID="{79FD3949-F916-40B1-B26E-7352F762B0F4}" presName="vertSpace6" presStyleLbl="node1" presStyleIdx="4" presStyleCnt="6"/>
      <dgm:spPr/>
    </dgm:pt>
    <dgm:pt modelId="{322D7596-8AE1-4347-8D6B-40C80BFB80F6}" type="pres">
      <dgm:prSet presAssocID="{79FD3949-F916-40B1-B26E-7352F762B0F4}" presName="circle6" presStyleLbl="node1" presStyleIdx="5" presStyleCnt="6"/>
      <dgm:spPr/>
    </dgm:pt>
    <dgm:pt modelId="{87538816-F9BD-4DEF-99B0-4F74F8F3C1B1}" type="pres">
      <dgm:prSet presAssocID="{79FD3949-F916-40B1-B26E-7352F762B0F4}" presName="rect6" presStyleLbl="alignAcc1" presStyleIdx="5" presStyleCnt="6"/>
      <dgm:spPr/>
    </dgm:pt>
    <dgm:pt modelId="{AE2DCCCF-C4D9-4127-A2D1-BA19241541A9}" type="pres">
      <dgm:prSet presAssocID="{BF07259D-CC92-40A2-B71A-EC53F9211F9A}" presName="rect1ParTxNoCh" presStyleLbl="alignAcc1" presStyleIdx="5" presStyleCnt="6">
        <dgm:presLayoutVars>
          <dgm:chMax val="1"/>
          <dgm:bulletEnabled val="1"/>
        </dgm:presLayoutVars>
      </dgm:prSet>
      <dgm:spPr/>
    </dgm:pt>
    <dgm:pt modelId="{E0EA8316-8BED-40DF-AAEE-E26166C99A2E}" type="pres">
      <dgm:prSet presAssocID="{29513CEE-C872-4255-A290-C4BDE6E5CDB4}" presName="rect2ParTxNoCh" presStyleLbl="alignAcc1" presStyleIdx="5" presStyleCnt="6">
        <dgm:presLayoutVars>
          <dgm:chMax val="1"/>
          <dgm:bulletEnabled val="1"/>
        </dgm:presLayoutVars>
      </dgm:prSet>
      <dgm:spPr/>
    </dgm:pt>
    <dgm:pt modelId="{9E956095-B2E2-48EE-891F-740FFF3AECC9}" type="pres">
      <dgm:prSet presAssocID="{870B91A1-7977-4CE3-B27C-6AE86C41D6F9}" presName="rect3ParTxNoCh" presStyleLbl="alignAcc1" presStyleIdx="5" presStyleCnt="6">
        <dgm:presLayoutVars>
          <dgm:chMax val="1"/>
          <dgm:bulletEnabled val="1"/>
        </dgm:presLayoutVars>
      </dgm:prSet>
      <dgm:spPr/>
    </dgm:pt>
    <dgm:pt modelId="{DB1E75E6-69BC-4118-85D1-0EBB0809B74C}" type="pres">
      <dgm:prSet presAssocID="{2DAA2E28-82F9-43B0-83B3-950D45CBCD13}" presName="rect4ParTxNoCh" presStyleLbl="alignAcc1" presStyleIdx="5" presStyleCnt="6">
        <dgm:presLayoutVars>
          <dgm:chMax val="1"/>
          <dgm:bulletEnabled val="1"/>
        </dgm:presLayoutVars>
      </dgm:prSet>
      <dgm:spPr/>
    </dgm:pt>
    <dgm:pt modelId="{54174DB5-90A0-4B9B-B5F4-6AF9D089C281}" type="pres">
      <dgm:prSet presAssocID="{DAFD03EE-4AA8-410E-82C6-45C1952E775A}" presName="rect5ParTxNoCh" presStyleLbl="alignAcc1" presStyleIdx="5" presStyleCnt="6">
        <dgm:presLayoutVars>
          <dgm:chMax val="1"/>
          <dgm:bulletEnabled val="1"/>
        </dgm:presLayoutVars>
      </dgm:prSet>
      <dgm:spPr/>
    </dgm:pt>
    <dgm:pt modelId="{34511D7C-951F-4278-B042-805D677A85AE}" type="pres">
      <dgm:prSet presAssocID="{79FD3949-F916-40B1-B26E-7352F762B0F4}" presName="rect6ParTxNoCh" presStyleLbl="alignAcc1" presStyleIdx="5" presStyleCnt="6">
        <dgm:presLayoutVars>
          <dgm:chMax val="1"/>
          <dgm:bulletEnabled val="1"/>
        </dgm:presLayoutVars>
      </dgm:prSet>
      <dgm:spPr/>
    </dgm:pt>
  </dgm:ptLst>
  <dgm:cxnLst>
    <dgm:cxn modelId="{6BD3B303-D7CC-40D7-88A1-7989F3A107CC}" srcId="{6BD969DC-181F-4921-8B5F-0EF62F4CE89E}" destId="{870B91A1-7977-4CE3-B27C-6AE86C41D6F9}" srcOrd="2" destOrd="0" parTransId="{4868F0FF-0A7D-4007-80CE-5DC4ED195136}" sibTransId="{E7DBC3EA-52F7-4308-A19A-2140A9695EF9}"/>
    <dgm:cxn modelId="{2C52C30E-0D27-4FCA-B48A-649CCC0D8D51}" type="presOf" srcId="{79FD3949-F916-40B1-B26E-7352F762B0F4}" destId="{34511D7C-951F-4278-B042-805D677A85AE}" srcOrd="1" destOrd="0" presId="urn:microsoft.com/office/officeart/2005/8/layout/target3"/>
    <dgm:cxn modelId="{2C5FC812-45D5-418B-BCFD-96C05CE31ABB}" type="presOf" srcId="{6BD969DC-181F-4921-8B5F-0EF62F4CE89E}" destId="{DE860416-E6AE-46B5-862B-CD2595D1ACD2}" srcOrd="0" destOrd="0" presId="urn:microsoft.com/office/officeart/2005/8/layout/target3"/>
    <dgm:cxn modelId="{7C5D232D-E9B4-4960-B9C9-71A7B8F558DB}" srcId="{6BD969DC-181F-4921-8B5F-0EF62F4CE89E}" destId="{BF07259D-CC92-40A2-B71A-EC53F9211F9A}" srcOrd="0" destOrd="0" parTransId="{CDA5EB07-4899-4932-BD18-04FBCCD240D5}" sibTransId="{0B90EAA4-646A-462C-BE6B-22BCE114692F}"/>
    <dgm:cxn modelId="{C82B625D-F7FC-470A-9E6E-5DB2B93D2F90}" type="presOf" srcId="{DAFD03EE-4AA8-410E-82C6-45C1952E775A}" destId="{414D5045-F4D0-4009-8125-F9BED4E985DD}" srcOrd="0" destOrd="0" presId="urn:microsoft.com/office/officeart/2005/8/layout/target3"/>
    <dgm:cxn modelId="{0E94955D-3693-42C8-9FD9-01432B62D61E}" type="presOf" srcId="{29513CEE-C872-4255-A290-C4BDE6E5CDB4}" destId="{A87E5B63-305F-4FCD-81E2-4C74958D6A27}" srcOrd="0" destOrd="0" presId="urn:microsoft.com/office/officeart/2005/8/layout/target3"/>
    <dgm:cxn modelId="{B9748D48-19F4-4E34-8D1E-CFD69FE68F78}" type="presOf" srcId="{BF07259D-CC92-40A2-B71A-EC53F9211F9A}" destId="{7340E5E1-75B9-4AC7-BC8E-760EBCEC593A}" srcOrd="0" destOrd="0" presId="urn:microsoft.com/office/officeart/2005/8/layout/target3"/>
    <dgm:cxn modelId="{7380166B-3FF4-40F9-AE72-7B34483A8375}" srcId="{6BD969DC-181F-4921-8B5F-0EF62F4CE89E}" destId="{79FD3949-F916-40B1-B26E-7352F762B0F4}" srcOrd="5" destOrd="0" parTransId="{4AA80D73-9F4E-4941-89F3-773E4FE9482F}" sibTransId="{8F0F8927-7E30-4498-998B-B1743346D32B}"/>
    <dgm:cxn modelId="{98AF5D4E-A359-4429-9096-3AFBCBD70C8F}" srcId="{6BD969DC-181F-4921-8B5F-0EF62F4CE89E}" destId="{2DAA2E28-82F9-43B0-83B3-950D45CBCD13}" srcOrd="3" destOrd="0" parTransId="{BB7DED97-54F9-4440-8108-BD0725F21F49}" sibTransId="{907E4130-5DC0-4105-A3CE-388E04D15B98}"/>
    <dgm:cxn modelId="{4EEE604F-09B2-4316-90A1-F021BC329E24}" type="presOf" srcId="{DAFD03EE-4AA8-410E-82C6-45C1952E775A}" destId="{54174DB5-90A0-4B9B-B5F4-6AF9D089C281}" srcOrd="1" destOrd="0" presId="urn:microsoft.com/office/officeart/2005/8/layout/target3"/>
    <dgm:cxn modelId="{444A1B52-ACD4-4514-B73F-C8C33A07A017}" type="presOf" srcId="{870B91A1-7977-4CE3-B27C-6AE86C41D6F9}" destId="{9E956095-B2E2-48EE-891F-740FFF3AECC9}" srcOrd="1" destOrd="0" presId="urn:microsoft.com/office/officeart/2005/8/layout/target3"/>
    <dgm:cxn modelId="{DC092A89-00D9-4349-B60E-DED9603718B9}" type="presOf" srcId="{29513CEE-C872-4255-A290-C4BDE6E5CDB4}" destId="{E0EA8316-8BED-40DF-AAEE-E26166C99A2E}" srcOrd="1" destOrd="0" presId="urn:microsoft.com/office/officeart/2005/8/layout/target3"/>
    <dgm:cxn modelId="{D92F6AA3-8DC3-4A3D-9A72-9E50E9B446C2}" type="presOf" srcId="{2DAA2E28-82F9-43B0-83B3-950D45CBCD13}" destId="{2FA5931F-CC03-40E6-B5DB-F4209AF7D170}" srcOrd="0" destOrd="0" presId="urn:microsoft.com/office/officeart/2005/8/layout/target3"/>
    <dgm:cxn modelId="{1DB5F0D3-C7E7-4977-A2B2-0078BCE78EFC}" srcId="{6BD969DC-181F-4921-8B5F-0EF62F4CE89E}" destId="{29513CEE-C872-4255-A290-C4BDE6E5CDB4}" srcOrd="1" destOrd="0" parTransId="{92813842-A6E0-423F-864C-7A4FE3BBE7AA}" sibTransId="{DE6A4B1D-F319-4794-8014-0FFD2623E4CB}"/>
    <dgm:cxn modelId="{B3D374D4-E24B-46A4-9D27-56178AE41B34}" type="presOf" srcId="{BF07259D-CC92-40A2-B71A-EC53F9211F9A}" destId="{AE2DCCCF-C4D9-4127-A2D1-BA19241541A9}" srcOrd="1" destOrd="0" presId="urn:microsoft.com/office/officeart/2005/8/layout/target3"/>
    <dgm:cxn modelId="{C44C7ADE-B3FD-4F74-885B-41D8731676C8}" type="presOf" srcId="{2DAA2E28-82F9-43B0-83B3-950D45CBCD13}" destId="{DB1E75E6-69BC-4118-85D1-0EBB0809B74C}" srcOrd="1" destOrd="0" presId="urn:microsoft.com/office/officeart/2005/8/layout/target3"/>
    <dgm:cxn modelId="{0405F0E6-C474-4E9F-852D-214BFEA7D084}" type="presOf" srcId="{79FD3949-F916-40B1-B26E-7352F762B0F4}" destId="{87538816-F9BD-4DEF-99B0-4F74F8F3C1B1}" srcOrd="0" destOrd="0" presId="urn:microsoft.com/office/officeart/2005/8/layout/target3"/>
    <dgm:cxn modelId="{DB7E52F0-3A21-42D4-9734-0C5733E08495}" type="presOf" srcId="{870B91A1-7977-4CE3-B27C-6AE86C41D6F9}" destId="{AC3FE768-A7A6-4622-8658-F4C9B6760D50}" srcOrd="0" destOrd="0" presId="urn:microsoft.com/office/officeart/2005/8/layout/target3"/>
    <dgm:cxn modelId="{03E69AFC-DD79-4A18-92EF-F42B43221775}" srcId="{6BD969DC-181F-4921-8B5F-0EF62F4CE89E}" destId="{DAFD03EE-4AA8-410E-82C6-45C1952E775A}" srcOrd="4" destOrd="0" parTransId="{32CDFF8D-66C6-42BC-AFB4-A5CB23575B0D}" sibTransId="{A7583725-F19B-4BCB-947F-452B135B48AD}"/>
    <dgm:cxn modelId="{A15BE67A-6750-4650-8738-EDAD6AFC28DE}" type="presParOf" srcId="{DE860416-E6AE-46B5-862B-CD2595D1ACD2}" destId="{DD66BBEE-7F67-4E6F-A56A-94C435C76A0E}" srcOrd="0" destOrd="0" presId="urn:microsoft.com/office/officeart/2005/8/layout/target3"/>
    <dgm:cxn modelId="{3223D544-F4DF-466A-BCC5-D1858842068D}" type="presParOf" srcId="{DE860416-E6AE-46B5-862B-CD2595D1ACD2}" destId="{FDE74903-F762-4C18-A9EA-82E9B3622505}" srcOrd="1" destOrd="0" presId="urn:microsoft.com/office/officeart/2005/8/layout/target3"/>
    <dgm:cxn modelId="{F9F17FAA-59BF-457D-AF9C-F83D9268917F}" type="presParOf" srcId="{DE860416-E6AE-46B5-862B-CD2595D1ACD2}" destId="{7340E5E1-75B9-4AC7-BC8E-760EBCEC593A}" srcOrd="2" destOrd="0" presId="urn:microsoft.com/office/officeart/2005/8/layout/target3"/>
    <dgm:cxn modelId="{EA737104-BAF6-4461-88B0-9FF297B13851}" type="presParOf" srcId="{DE860416-E6AE-46B5-862B-CD2595D1ACD2}" destId="{B254124F-857D-49BC-9076-E6B1C7264687}" srcOrd="3" destOrd="0" presId="urn:microsoft.com/office/officeart/2005/8/layout/target3"/>
    <dgm:cxn modelId="{8C8ECAA3-5A45-415A-BE7B-9A2D82B938A0}" type="presParOf" srcId="{DE860416-E6AE-46B5-862B-CD2595D1ACD2}" destId="{1C92F080-F11E-41B4-9205-54B0EF12DEC9}" srcOrd="4" destOrd="0" presId="urn:microsoft.com/office/officeart/2005/8/layout/target3"/>
    <dgm:cxn modelId="{DEFC58F4-9137-4888-BB6C-52637020FD65}" type="presParOf" srcId="{DE860416-E6AE-46B5-862B-CD2595D1ACD2}" destId="{A87E5B63-305F-4FCD-81E2-4C74958D6A27}" srcOrd="5" destOrd="0" presId="urn:microsoft.com/office/officeart/2005/8/layout/target3"/>
    <dgm:cxn modelId="{DAF56E7F-1E3F-4000-8598-5617314F248C}" type="presParOf" srcId="{DE860416-E6AE-46B5-862B-CD2595D1ACD2}" destId="{62CB1E3F-0141-49A4-BA9C-C109765B1F98}" srcOrd="6" destOrd="0" presId="urn:microsoft.com/office/officeart/2005/8/layout/target3"/>
    <dgm:cxn modelId="{EDD97C8B-D7A0-46B1-B20C-DF0EDE1628CC}" type="presParOf" srcId="{DE860416-E6AE-46B5-862B-CD2595D1ACD2}" destId="{78F08F96-F342-40B9-97BB-A45CB8663AC7}" srcOrd="7" destOrd="0" presId="urn:microsoft.com/office/officeart/2005/8/layout/target3"/>
    <dgm:cxn modelId="{4A70E448-4806-42FD-B80C-16218464F1C2}" type="presParOf" srcId="{DE860416-E6AE-46B5-862B-CD2595D1ACD2}" destId="{AC3FE768-A7A6-4622-8658-F4C9B6760D50}" srcOrd="8" destOrd="0" presId="urn:microsoft.com/office/officeart/2005/8/layout/target3"/>
    <dgm:cxn modelId="{8E0C035E-EEA2-4A72-A9D6-6859B26B4B10}" type="presParOf" srcId="{DE860416-E6AE-46B5-862B-CD2595D1ACD2}" destId="{F2475A5A-8F32-49D1-83B4-CE26502F43E9}" srcOrd="9" destOrd="0" presId="urn:microsoft.com/office/officeart/2005/8/layout/target3"/>
    <dgm:cxn modelId="{2F064B4B-7B1A-48CC-844B-BFC32AA2E0BC}" type="presParOf" srcId="{DE860416-E6AE-46B5-862B-CD2595D1ACD2}" destId="{6FC20D63-93DD-487A-B6AF-EB4EB046618C}" srcOrd="10" destOrd="0" presId="urn:microsoft.com/office/officeart/2005/8/layout/target3"/>
    <dgm:cxn modelId="{A5223B8A-9B48-4728-BE6C-19AE25D84A09}" type="presParOf" srcId="{DE860416-E6AE-46B5-862B-CD2595D1ACD2}" destId="{2FA5931F-CC03-40E6-B5DB-F4209AF7D170}" srcOrd="11" destOrd="0" presId="urn:microsoft.com/office/officeart/2005/8/layout/target3"/>
    <dgm:cxn modelId="{4065F7A7-883C-44D9-9357-D76C9457DDC2}" type="presParOf" srcId="{DE860416-E6AE-46B5-862B-CD2595D1ACD2}" destId="{9583558F-C54C-474D-8F4E-E303506A21F5}" srcOrd="12" destOrd="0" presId="urn:microsoft.com/office/officeart/2005/8/layout/target3"/>
    <dgm:cxn modelId="{3AEB6B52-5F38-4B85-AC7A-58BBB6675BC1}" type="presParOf" srcId="{DE860416-E6AE-46B5-862B-CD2595D1ACD2}" destId="{B035C65A-5981-4BF9-A8F4-F289D2556554}" srcOrd="13" destOrd="0" presId="urn:microsoft.com/office/officeart/2005/8/layout/target3"/>
    <dgm:cxn modelId="{55ED22D3-37A5-465C-84DF-0BEB41FBC6CC}" type="presParOf" srcId="{DE860416-E6AE-46B5-862B-CD2595D1ACD2}" destId="{414D5045-F4D0-4009-8125-F9BED4E985DD}" srcOrd="14" destOrd="0" presId="urn:microsoft.com/office/officeart/2005/8/layout/target3"/>
    <dgm:cxn modelId="{0E83908F-DC5D-4DDF-A432-0CAD41DA9AE2}" type="presParOf" srcId="{DE860416-E6AE-46B5-862B-CD2595D1ACD2}" destId="{34764DA3-60FA-4912-A68D-426E36330D87}" srcOrd="15" destOrd="0" presId="urn:microsoft.com/office/officeart/2005/8/layout/target3"/>
    <dgm:cxn modelId="{1DF60412-465C-465E-AAE6-8E2A01634BDA}" type="presParOf" srcId="{DE860416-E6AE-46B5-862B-CD2595D1ACD2}" destId="{322D7596-8AE1-4347-8D6B-40C80BFB80F6}" srcOrd="16" destOrd="0" presId="urn:microsoft.com/office/officeart/2005/8/layout/target3"/>
    <dgm:cxn modelId="{D47B5BAA-2FDC-4DA0-9507-6C9132030CBC}" type="presParOf" srcId="{DE860416-E6AE-46B5-862B-CD2595D1ACD2}" destId="{87538816-F9BD-4DEF-99B0-4F74F8F3C1B1}" srcOrd="17" destOrd="0" presId="urn:microsoft.com/office/officeart/2005/8/layout/target3"/>
    <dgm:cxn modelId="{A238F773-EC2D-450B-929D-25C13150D21C}" type="presParOf" srcId="{DE860416-E6AE-46B5-862B-CD2595D1ACD2}" destId="{AE2DCCCF-C4D9-4127-A2D1-BA19241541A9}" srcOrd="18" destOrd="0" presId="urn:microsoft.com/office/officeart/2005/8/layout/target3"/>
    <dgm:cxn modelId="{7596CB44-6B7D-4AC7-B02E-FD5BA8898DED}" type="presParOf" srcId="{DE860416-E6AE-46B5-862B-CD2595D1ACD2}" destId="{E0EA8316-8BED-40DF-AAEE-E26166C99A2E}" srcOrd="19" destOrd="0" presId="urn:microsoft.com/office/officeart/2005/8/layout/target3"/>
    <dgm:cxn modelId="{7EE73F01-C320-483F-B8BF-49B76DFCBD3E}" type="presParOf" srcId="{DE860416-E6AE-46B5-862B-CD2595D1ACD2}" destId="{9E956095-B2E2-48EE-891F-740FFF3AECC9}" srcOrd="20" destOrd="0" presId="urn:microsoft.com/office/officeart/2005/8/layout/target3"/>
    <dgm:cxn modelId="{324F3426-9B43-40DC-BF2F-930C5B6AFAC2}" type="presParOf" srcId="{DE860416-E6AE-46B5-862B-CD2595D1ACD2}" destId="{DB1E75E6-69BC-4118-85D1-0EBB0809B74C}" srcOrd="21" destOrd="0" presId="urn:microsoft.com/office/officeart/2005/8/layout/target3"/>
    <dgm:cxn modelId="{76EF63C4-2302-4864-99A4-CE66E47C56C3}" type="presParOf" srcId="{DE860416-E6AE-46B5-862B-CD2595D1ACD2}" destId="{54174DB5-90A0-4B9B-B5F4-6AF9D089C281}" srcOrd="22" destOrd="0" presId="urn:microsoft.com/office/officeart/2005/8/layout/target3"/>
    <dgm:cxn modelId="{A636F38B-0F62-4FCA-8D65-B39999EAEDE1}" type="presParOf" srcId="{DE860416-E6AE-46B5-862B-CD2595D1ACD2}" destId="{34511D7C-951F-4278-B042-805D677A85AE}" srcOrd="2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6B23EB-8335-4003-9023-E27A05216D59}" type="doc">
      <dgm:prSet loTypeId="urn:microsoft.com/office/officeart/2005/8/layout/hierarchy1" loCatId="hierarchy" qsTypeId="urn:microsoft.com/office/officeart/2005/8/quickstyle/simple2" qsCatId="simple" csTypeId="urn:microsoft.com/office/officeart/2005/8/colors/colorful1" csCatId="colorful" phldr="1"/>
      <dgm:spPr/>
      <dgm:t>
        <a:bodyPr/>
        <a:lstStyle/>
        <a:p>
          <a:endParaRPr lang="en-IN"/>
        </a:p>
      </dgm:t>
    </dgm:pt>
    <dgm:pt modelId="{2D6947AB-4A59-430F-B8CC-EC50D0FAAB1D}">
      <dgm:prSet phldrT="[Text]" phldr="0"/>
      <dgm:spPr/>
      <dgm:t>
        <a:bodyPr/>
        <a:lstStyle/>
        <a:p>
          <a:r>
            <a:rPr lang="en-IN" dirty="0"/>
            <a:t>Throwable</a:t>
          </a:r>
        </a:p>
      </dgm:t>
    </dgm:pt>
    <dgm:pt modelId="{A4E80144-5909-4572-9E87-332A7CE4B206}" type="parTrans" cxnId="{84679594-7184-4C85-B584-4DCF8D5D78CF}">
      <dgm:prSet/>
      <dgm:spPr/>
      <dgm:t>
        <a:bodyPr/>
        <a:lstStyle/>
        <a:p>
          <a:endParaRPr lang="en-IN"/>
        </a:p>
      </dgm:t>
    </dgm:pt>
    <dgm:pt modelId="{8961EA18-903E-4107-AC25-61722BE3B3F2}" type="sibTrans" cxnId="{84679594-7184-4C85-B584-4DCF8D5D78CF}">
      <dgm:prSet/>
      <dgm:spPr/>
      <dgm:t>
        <a:bodyPr/>
        <a:lstStyle/>
        <a:p>
          <a:endParaRPr lang="en-IN"/>
        </a:p>
      </dgm:t>
    </dgm:pt>
    <dgm:pt modelId="{901ADD7F-0D4C-4731-AF7B-EB332A978539}">
      <dgm:prSet phldrT="[Text]" phldr="0"/>
      <dgm:spPr/>
      <dgm:t>
        <a:bodyPr/>
        <a:lstStyle/>
        <a:p>
          <a:r>
            <a:rPr lang="en-IN" dirty="0"/>
            <a:t>Error</a:t>
          </a:r>
        </a:p>
      </dgm:t>
    </dgm:pt>
    <dgm:pt modelId="{D0F973CD-BEDC-481B-B4C7-0C50A5C88D74}" type="parTrans" cxnId="{61D1B615-9A8F-4F56-B547-E5E6665747B6}">
      <dgm:prSet/>
      <dgm:spPr/>
      <dgm:t>
        <a:bodyPr/>
        <a:lstStyle/>
        <a:p>
          <a:endParaRPr lang="en-IN"/>
        </a:p>
      </dgm:t>
    </dgm:pt>
    <dgm:pt modelId="{7F9181CC-DF96-44CD-919F-36DE5D90D6E2}" type="sibTrans" cxnId="{61D1B615-9A8F-4F56-B547-E5E6665747B6}">
      <dgm:prSet/>
      <dgm:spPr/>
      <dgm:t>
        <a:bodyPr/>
        <a:lstStyle/>
        <a:p>
          <a:endParaRPr lang="en-IN"/>
        </a:p>
      </dgm:t>
    </dgm:pt>
    <dgm:pt modelId="{2F80B4FC-36D8-4871-B929-71477DEA0AD2}">
      <dgm:prSet phldrT="[Text]" phldr="0"/>
      <dgm:spPr/>
      <dgm:t>
        <a:bodyPr/>
        <a:lstStyle/>
        <a:p>
          <a:r>
            <a:rPr lang="en-IN" dirty="0" err="1"/>
            <a:t>IOException</a:t>
          </a:r>
          <a:endParaRPr lang="en-IN" dirty="0"/>
        </a:p>
      </dgm:t>
    </dgm:pt>
    <dgm:pt modelId="{4E217EA8-9E02-4440-AC37-E32B9CE964FD}" type="parTrans" cxnId="{7A279988-A343-4540-98F1-EF0660D6CB0C}">
      <dgm:prSet/>
      <dgm:spPr/>
      <dgm:t>
        <a:bodyPr/>
        <a:lstStyle/>
        <a:p>
          <a:endParaRPr lang="en-IN"/>
        </a:p>
      </dgm:t>
    </dgm:pt>
    <dgm:pt modelId="{7C44F417-FB84-46F2-A7D4-08435A76AC20}" type="sibTrans" cxnId="{7A279988-A343-4540-98F1-EF0660D6CB0C}">
      <dgm:prSet/>
      <dgm:spPr/>
      <dgm:t>
        <a:bodyPr/>
        <a:lstStyle/>
        <a:p>
          <a:endParaRPr lang="en-IN"/>
        </a:p>
      </dgm:t>
    </dgm:pt>
    <dgm:pt modelId="{C29F42B5-5EAA-46E5-9EAA-69CC27804398}">
      <dgm:prSet phldrT="[Text]" phldr="0"/>
      <dgm:spPr/>
      <dgm:t>
        <a:bodyPr/>
        <a:lstStyle/>
        <a:p>
          <a:r>
            <a:rPr lang="en-IN" dirty="0" err="1"/>
            <a:t>ArithmeticException</a:t>
          </a:r>
          <a:endParaRPr lang="en-IN" dirty="0"/>
        </a:p>
      </dgm:t>
    </dgm:pt>
    <dgm:pt modelId="{2798B68F-C010-452B-B135-BF2FC9C658EF}" type="parTrans" cxnId="{1315480A-C401-4D00-9272-0BE74FA495CE}">
      <dgm:prSet/>
      <dgm:spPr/>
      <dgm:t>
        <a:bodyPr/>
        <a:lstStyle/>
        <a:p>
          <a:endParaRPr lang="en-IN"/>
        </a:p>
      </dgm:t>
    </dgm:pt>
    <dgm:pt modelId="{E0E6E193-C2DC-4D67-A191-974CC9C2610D}" type="sibTrans" cxnId="{1315480A-C401-4D00-9272-0BE74FA495CE}">
      <dgm:prSet/>
      <dgm:spPr/>
      <dgm:t>
        <a:bodyPr/>
        <a:lstStyle/>
        <a:p>
          <a:endParaRPr lang="en-IN"/>
        </a:p>
      </dgm:t>
    </dgm:pt>
    <dgm:pt modelId="{B46F0CF2-483B-4D44-BEA1-4720E969358B}">
      <dgm:prSet phldrT="[Text]" phldr="0"/>
      <dgm:spPr/>
      <dgm:t>
        <a:bodyPr/>
        <a:lstStyle/>
        <a:p>
          <a:r>
            <a:rPr lang="en-IN" dirty="0"/>
            <a:t>Exception</a:t>
          </a:r>
        </a:p>
      </dgm:t>
    </dgm:pt>
    <dgm:pt modelId="{6F599D8C-BD04-4586-9C47-FB261AB089F5}" type="parTrans" cxnId="{648C2804-2C38-4A17-B318-BDC768864759}">
      <dgm:prSet/>
      <dgm:spPr/>
      <dgm:t>
        <a:bodyPr/>
        <a:lstStyle/>
        <a:p>
          <a:endParaRPr lang="en-IN"/>
        </a:p>
      </dgm:t>
    </dgm:pt>
    <dgm:pt modelId="{112205A0-6AC7-480D-94F8-FE1C222A4D12}" type="sibTrans" cxnId="{648C2804-2C38-4A17-B318-BDC768864759}">
      <dgm:prSet/>
      <dgm:spPr/>
      <dgm:t>
        <a:bodyPr/>
        <a:lstStyle/>
        <a:p>
          <a:endParaRPr lang="en-IN"/>
        </a:p>
      </dgm:t>
    </dgm:pt>
    <dgm:pt modelId="{63A381C4-545D-42F4-8CBF-95E3DBD3B695}">
      <dgm:prSet phldrT="[Text]" phldr="0"/>
      <dgm:spPr/>
      <dgm:t>
        <a:bodyPr/>
        <a:lstStyle/>
        <a:p>
          <a:r>
            <a:rPr lang="en-IN" dirty="0" err="1"/>
            <a:t>SQLException</a:t>
          </a:r>
          <a:endParaRPr lang="en-IN" dirty="0"/>
        </a:p>
      </dgm:t>
    </dgm:pt>
    <dgm:pt modelId="{E5E8075F-019F-46CA-A333-E66B7EAAB32A}" type="parTrans" cxnId="{4FABD286-D763-4C5C-88F8-F1D566CEE43B}">
      <dgm:prSet/>
      <dgm:spPr/>
      <dgm:t>
        <a:bodyPr/>
        <a:lstStyle/>
        <a:p>
          <a:endParaRPr lang="en-IN"/>
        </a:p>
      </dgm:t>
    </dgm:pt>
    <dgm:pt modelId="{1FD6268D-BBA0-4368-86F2-F60D9516ECE3}" type="sibTrans" cxnId="{4FABD286-D763-4C5C-88F8-F1D566CEE43B}">
      <dgm:prSet/>
      <dgm:spPr/>
      <dgm:t>
        <a:bodyPr/>
        <a:lstStyle/>
        <a:p>
          <a:endParaRPr lang="en-IN"/>
        </a:p>
      </dgm:t>
    </dgm:pt>
    <dgm:pt modelId="{7FD11079-AA1B-4D49-8B1F-D185973BC829}">
      <dgm:prSet phldrT="[Text]" phldr="0"/>
      <dgm:spPr/>
      <dgm:t>
        <a:bodyPr/>
        <a:lstStyle/>
        <a:p>
          <a:r>
            <a:rPr lang="en-IN" dirty="0" err="1"/>
            <a:t>RuntimeException</a:t>
          </a:r>
          <a:endParaRPr lang="en-IN" dirty="0"/>
        </a:p>
      </dgm:t>
    </dgm:pt>
    <dgm:pt modelId="{275F4D71-D134-48FB-9AA2-81349C82EC22}" type="parTrans" cxnId="{458FA550-1F25-49AD-9EDA-C3ABE36501E4}">
      <dgm:prSet/>
      <dgm:spPr/>
      <dgm:t>
        <a:bodyPr/>
        <a:lstStyle/>
        <a:p>
          <a:endParaRPr lang="en-IN"/>
        </a:p>
      </dgm:t>
    </dgm:pt>
    <dgm:pt modelId="{CB538A7C-66D8-42C8-A11F-59973CFFE78D}" type="sibTrans" cxnId="{458FA550-1F25-49AD-9EDA-C3ABE36501E4}">
      <dgm:prSet/>
      <dgm:spPr/>
      <dgm:t>
        <a:bodyPr/>
        <a:lstStyle/>
        <a:p>
          <a:endParaRPr lang="en-IN"/>
        </a:p>
      </dgm:t>
    </dgm:pt>
    <dgm:pt modelId="{7FE522A0-17D8-43F2-992C-F8452D50390D}">
      <dgm:prSet phldrT="[Text]" phldr="0"/>
      <dgm:spPr/>
      <dgm:t>
        <a:bodyPr/>
        <a:lstStyle/>
        <a:p>
          <a:r>
            <a:rPr lang="en-IN" dirty="0" err="1"/>
            <a:t>NullPointerException</a:t>
          </a:r>
          <a:endParaRPr lang="en-IN" dirty="0"/>
        </a:p>
      </dgm:t>
    </dgm:pt>
    <dgm:pt modelId="{56643E9F-E54A-4812-B27C-288933E04328}" type="parTrans" cxnId="{14E6AFF2-186C-4024-9F34-CAA619E557C8}">
      <dgm:prSet/>
      <dgm:spPr/>
      <dgm:t>
        <a:bodyPr/>
        <a:lstStyle/>
        <a:p>
          <a:endParaRPr lang="en-IN"/>
        </a:p>
      </dgm:t>
    </dgm:pt>
    <dgm:pt modelId="{E0C366CC-D8D5-4E38-B3AB-71059AE2E543}" type="sibTrans" cxnId="{14E6AFF2-186C-4024-9F34-CAA619E557C8}">
      <dgm:prSet/>
      <dgm:spPr/>
      <dgm:t>
        <a:bodyPr/>
        <a:lstStyle/>
        <a:p>
          <a:endParaRPr lang="en-IN"/>
        </a:p>
      </dgm:t>
    </dgm:pt>
    <dgm:pt modelId="{0F815230-3CE9-4D2C-93C6-367637C57452}">
      <dgm:prSet phldrT="[Text]" phldr="0"/>
      <dgm:spPr/>
      <dgm:t>
        <a:bodyPr/>
        <a:lstStyle/>
        <a:p>
          <a:r>
            <a:rPr lang="en-IN"/>
            <a:t>……….</a:t>
          </a:r>
          <a:endParaRPr lang="en-IN" dirty="0"/>
        </a:p>
      </dgm:t>
    </dgm:pt>
    <dgm:pt modelId="{29CBEBA3-1F11-4251-BE8D-D73CDCCA1BD8}" type="parTrans" cxnId="{41536809-2B1F-4C60-838B-2CE0891D8ECC}">
      <dgm:prSet/>
      <dgm:spPr/>
      <dgm:t>
        <a:bodyPr/>
        <a:lstStyle/>
        <a:p>
          <a:endParaRPr lang="en-IN"/>
        </a:p>
      </dgm:t>
    </dgm:pt>
    <dgm:pt modelId="{6EAF5814-161B-4825-A864-AEF6067AB703}" type="sibTrans" cxnId="{41536809-2B1F-4C60-838B-2CE0891D8ECC}">
      <dgm:prSet/>
      <dgm:spPr/>
      <dgm:t>
        <a:bodyPr/>
        <a:lstStyle/>
        <a:p>
          <a:endParaRPr lang="en-IN"/>
        </a:p>
      </dgm:t>
    </dgm:pt>
    <dgm:pt modelId="{0C3BA84B-258F-493C-A885-09D2735795DB}">
      <dgm:prSet phldrT="[Text]" phldr="0"/>
      <dgm:spPr/>
      <dgm:t>
        <a:bodyPr/>
        <a:lstStyle/>
        <a:p>
          <a:r>
            <a:rPr lang="en-IN" dirty="0"/>
            <a:t>………</a:t>
          </a:r>
        </a:p>
      </dgm:t>
    </dgm:pt>
    <dgm:pt modelId="{8355A5EE-06AC-45A2-A683-8CB3AD73C6DB}" type="parTrans" cxnId="{A1B01AA3-01D7-4DD8-84DD-81CE0C4CD0FF}">
      <dgm:prSet/>
      <dgm:spPr/>
      <dgm:t>
        <a:bodyPr/>
        <a:lstStyle/>
        <a:p>
          <a:endParaRPr lang="en-IN"/>
        </a:p>
      </dgm:t>
    </dgm:pt>
    <dgm:pt modelId="{3AF01734-9726-4958-A030-339489F7FA05}" type="sibTrans" cxnId="{A1B01AA3-01D7-4DD8-84DD-81CE0C4CD0FF}">
      <dgm:prSet/>
      <dgm:spPr/>
      <dgm:t>
        <a:bodyPr/>
        <a:lstStyle/>
        <a:p>
          <a:endParaRPr lang="en-IN"/>
        </a:p>
      </dgm:t>
    </dgm:pt>
    <dgm:pt modelId="{E522CC6D-316F-478D-B2D5-B5E923C708EE}" type="pres">
      <dgm:prSet presAssocID="{946B23EB-8335-4003-9023-E27A05216D59}" presName="hierChild1" presStyleCnt="0">
        <dgm:presLayoutVars>
          <dgm:chPref val="1"/>
          <dgm:dir/>
          <dgm:animOne val="branch"/>
          <dgm:animLvl val="lvl"/>
          <dgm:resizeHandles/>
        </dgm:presLayoutVars>
      </dgm:prSet>
      <dgm:spPr/>
    </dgm:pt>
    <dgm:pt modelId="{580EBCC6-1551-4FCC-B239-8832E79D018C}" type="pres">
      <dgm:prSet presAssocID="{2D6947AB-4A59-430F-B8CC-EC50D0FAAB1D}" presName="hierRoot1" presStyleCnt="0"/>
      <dgm:spPr/>
    </dgm:pt>
    <dgm:pt modelId="{ADF28F4A-975D-44B9-93B8-57188B9F4221}" type="pres">
      <dgm:prSet presAssocID="{2D6947AB-4A59-430F-B8CC-EC50D0FAAB1D}" presName="composite" presStyleCnt="0"/>
      <dgm:spPr/>
    </dgm:pt>
    <dgm:pt modelId="{DB1D0A06-5769-4C58-A398-AC154A53C331}" type="pres">
      <dgm:prSet presAssocID="{2D6947AB-4A59-430F-B8CC-EC50D0FAAB1D}" presName="background" presStyleLbl="node0" presStyleIdx="0" presStyleCnt="1"/>
      <dgm:spPr/>
    </dgm:pt>
    <dgm:pt modelId="{AAD4DE77-89B9-4084-A8CA-2B0546BACC6F}" type="pres">
      <dgm:prSet presAssocID="{2D6947AB-4A59-430F-B8CC-EC50D0FAAB1D}" presName="text" presStyleLbl="fgAcc0" presStyleIdx="0" presStyleCnt="1">
        <dgm:presLayoutVars>
          <dgm:chPref val="3"/>
        </dgm:presLayoutVars>
      </dgm:prSet>
      <dgm:spPr/>
    </dgm:pt>
    <dgm:pt modelId="{AF97C7CD-4D00-46CE-8CBB-7E762361904E}" type="pres">
      <dgm:prSet presAssocID="{2D6947AB-4A59-430F-B8CC-EC50D0FAAB1D}" presName="hierChild2" presStyleCnt="0"/>
      <dgm:spPr/>
    </dgm:pt>
    <dgm:pt modelId="{1FD4DF6E-0361-4157-963B-7238DC395657}" type="pres">
      <dgm:prSet presAssocID="{D0F973CD-BEDC-481B-B4C7-0C50A5C88D74}" presName="Name10" presStyleLbl="parChTrans1D2" presStyleIdx="0" presStyleCnt="2"/>
      <dgm:spPr/>
    </dgm:pt>
    <dgm:pt modelId="{54DF1A38-706B-4CCB-835A-F22F0198266B}" type="pres">
      <dgm:prSet presAssocID="{901ADD7F-0D4C-4731-AF7B-EB332A978539}" presName="hierRoot2" presStyleCnt="0"/>
      <dgm:spPr/>
    </dgm:pt>
    <dgm:pt modelId="{02DBA7C5-6168-4175-86E2-C42738FF494B}" type="pres">
      <dgm:prSet presAssocID="{901ADD7F-0D4C-4731-AF7B-EB332A978539}" presName="composite2" presStyleCnt="0"/>
      <dgm:spPr/>
    </dgm:pt>
    <dgm:pt modelId="{FDF28070-61EB-420E-8854-0B9DAF457143}" type="pres">
      <dgm:prSet presAssocID="{901ADD7F-0D4C-4731-AF7B-EB332A978539}" presName="background2" presStyleLbl="node2" presStyleIdx="0" presStyleCnt="2"/>
      <dgm:spPr/>
    </dgm:pt>
    <dgm:pt modelId="{5C35E948-E6AF-49B8-9063-DAAA9C8FEA1C}" type="pres">
      <dgm:prSet presAssocID="{901ADD7F-0D4C-4731-AF7B-EB332A978539}" presName="text2" presStyleLbl="fgAcc2" presStyleIdx="0" presStyleCnt="2">
        <dgm:presLayoutVars>
          <dgm:chPref val="3"/>
        </dgm:presLayoutVars>
      </dgm:prSet>
      <dgm:spPr/>
    </dgm:pt>
    <dgm:pt modelId="{D509763F-BD01-4D09-8CF2-C4AC7E9EC4F2}" type="pres">
      <dgm:prSet presAssocID="{901ADD7F-0D4C-4731-AF7B-EB332A978539}" presName="hierChild3" presStyleCnt="0"/>
      <dgm:spPr/>
    </dgm:pt>
    <dgm:pt modelId="{8B3E1F39-9143-4776-A0AD-D039B9A2CC42}" type="pres">
      <dgm:prSet presAssocID="{6F599D8C-BD04-4586-9C47-FB261AB089F5}" presName="Name10" presStyleLbl="parChTrans1D2" presStyleIdx="1" presStyleCnt="2"/>
      <dgm:spPr/>
    </dgm:pt>
    <dgm:pt modelId="{8ABE061E-6B7C-4C9E-BE85-96A8E0DC5774}" type="pres">
      <dgm:prSet presAssocID="{B46F0CF2-483B-4D44-BEA1-4720E969358B}" presName="hierRoot2" presStyleCnt="0"/>
      <dgm:spPr/>
    </dgm:pt>
    <dgm:pt modelId="{4CBF1B3D-8531-4920-AA91-0282C36DB0CF}" type="pres">
      <dgm:prSet presAssocID="{B46F0CF2-483B-4D44-BEA1-4720E969358B}" presName="composite2" presStyleCnt="0"/>
      <dgm:spPr/>
    </dgm:pt>
    <dgm:pt modelId="{F4E7658A-8577-41F8-8B87-FE6986067F8B}" type="pres">
      <dgm:prSet presAssocID="{B46F0CF2-483B-4D44-BEA1-4720E969358B}" presName="background2" presStyleLbl="node2" presStyleIdx="1" presStyleCnt="2"/>
      <dgm:spPr/>
    </dgm:pt>
    <dgm:pt modelId="{99536AF6-21DD-47F0-9FB7-51843A706FC0}" type="pres">
      <dgm:prSet presAssocID="{B46F0CF2-483B-4D44-BEA1-4720E969358B}" presName="text2" presStyleLbl="fgAcc2" presStyleIdx="1" presStyleCnt="2">
        <dgm:presLayoutVars>
          <dgm:chPref val="3"/>
        </dgm:presLayoutVars>
      </dgm:prSet>
      <dgm:spPr/>
    </dgm:pt>
    <dgm:pt modelId="{D6AA0DC0-8020-4EEF-8CFE-9B64B21C61D8}" type="pres">
      <dgm:prSet presAssocID="{B46F0CF2-483B-4D44-BEA1-4720E969358B}" presName="hierChild3" presStyleCnt="0"/>
      <dgm:spPr/>
    </dgm:pt>
    <dgm:pt modelId="{0485B6E1-FB63-4D85-A0BC-0609A41359F6}" type="pres">
      <dgm:prSet presAssocID="{4E217EA8-9E02-4440-AC37-E32B9CE964FD}" presName="Name17" presStyleLbl="parChTrans1D3" presStyleIdx="0" presStyleCnt="5"/>
      <dgm:spPr/>
    </dgm:pt>
    <dgm:pt modelId="{F4D8E56E-7548-4220-AD2D-E464834730E0}" type="pres">
      <dgm:prSet presAssocID="{2F80B4FC-36D8-4871-B929-71477DEA0AD2}" presName="hierRoot3" presStyleCnt="0"/>
      <dgm:spPr/>
    </dgm:pt>
    <dgm:pt modelId="{93BA42EE-6F26-4737-A7A8-78253BAE221E}" type="pres">
      <dgm:prSet presAssocID="{2F80B4FC-36D8-4871-B929-71477DEA0AD2}" presName="composite3" presStyleCnt="0"/>
      <dgm:spPr/>
    </dgm:pt>
    <dgm:pt modelId="{8108F32E-A9F0-4F95-99DD-3F7A22572272}" type="pres">
      <dgm:prSet presAssocID="{2F80B4FC-36D8-4871-B929-71477DEA0AD2}" presName="background3" presStyleLbl="node3" presStyleIdx="0" presStyleCnt="5"/>
      <dgm:spPr/>
    </dgm:pt>
    <dgm:pt modelId="{29448D6C-BB8D-4311-96FA-375CABF98305}" type="pres">
      <dgm:prSet presAssocID="{2F80B4FC-36D8-4871-B929-71477DEA0AD2}" presName="text3" presStyleLbl="fgAcc3" presStyleIdx="0" presStyleCnt="5">
        <dgm:presLayoutVars>
          <dgm:chPref val="3"/>
        </dgm:presLayoutVars>
      </dgm:prSet>
      <dgm:spPr/>
    </dgm:pt>
    <dgm:pt modelId="{4E65380E-162B-4BCC-96D5-8DF31316EEDF}" type="pres">
      <dgm:prSet presAssocID="{2F80B4FC-36D8-4871-B929-71477DEA0AD2}" presName="hierChild4" presStyleCnt="0"/>
      <dgm:spPr/>
    </dgm:pt>
    <dgm:pt modelId="{D469B580-702E-4DDB-9C7E-73828928D9B9}" type="pres">
      <dgm:prSet presAssocID="{E5E8075F-019F-46CA-A333-E66B7EAAB32A}" presName="Name17" presStyleLbl="parChTrans1D3" presStyleIdx="1" presStyleCnt="5"/>
      <dgm:spPr/>
    </dgm:pt>
    <dgm:pt modelId="{E394F8B0-811F-475B-9AB3-4426912AAE90}" type="pres">
      <dgm:prSet presAssocID="{63A381C4-545D-42F4-8CBF-95E3DBD3B695}" presName="hierRoot3" presStyleCnt="0"/>
      <dgm:spPr/>
    </dgm:pt>
    <dgm:pt modelId="{74ED73A2-01D0-4D96-AC4D-0C25A3A08ECB}" type="pres">
      <dgm:prSet presAssocID="{63A381C4-545D-42F4-8CBF-95E3DBD3B695}" presName="composite3" presStyleCnt="0"/>
      <dgm:spPr/>
    </dgm:pt>
    <dgm:pt modelId="{F690CE34-DD58-417E-932D-3540E7B7F756}" type="pres">
      <dgm:prSet presAssocID="{63A381C4-545D-42F4-8CBF-95E3DBD3B695}" presName="background3" presStyleLbl="node3" presStyleIdx="1" presStyleCnt="5"/>
      <dgm:spPr/>
    </dgm:pt>
    <dgm:pt modelId="{EE7CFD9A-51F8-416E-B0EF-432AF4146977}" type="pres">
      <dgm:prSet presAssocID="{63A381C4-545D-42F4-8CBF-95E3DBD3B695}" presName="text3" presStyleLbl="fgAcc3" presStyleIdx="1" presStyleCnt="5">
        <dgm:presLayoutVars>
          <dgm:chPref val="3"/>
        </dgm:presLayoutVars>
      </dgm:prSet>
      <dgm:spPr/>
    </dgm:pt>
    <dgm:pt modelId="{7CFA3DE4-E0EA-47FB-8821-AD290A8C8ECD}" type="pres">
      <dgm:prSet presAssocID="{63A381C4-545D-42F4-8CBF-95E3DBD3B695}" presName="hierChild4" presStyleCnt="0"/>
      <dgm:spPr/>
    </dgm:pt>
    <dgm:pt modelId="{90F2CDDA-38ED-438C-B2F6-487B32FBD758}" type="pres">
      <dgm:prSet presAssocID="{29CBEBA3-1F11-4251-BE8D-D73CDCCA1BD8}" presName="Name17" presStyleLbl="parChTrans1D3" presStyleIdx="2" presStyleCnt="5"/>
      <dgm:spPr/>
    </dgm:pt>
    <dgm:pt modelId="{2C013117-881D-4904-B08C-E510F386E751}" type="pres">
      <dgm:prSet presAssocID="{0F815230-3CE9-4D2C-93C6-367637C57452}" presName="hierRoot3" presStyleCnt="0"/>
      <dgm:spPr/>
    </dgm:pt>
    <dgm:pt modelId="{2E3945EE-4E85-4049-882F-C07F23A9F4D6}" type="pres">
      <dgm:prSet presAssocID="{0F815230-3CE9-4D2C-93C6-367637C57452}" presName="composite3" presStyleCnt="0"/>
      <dgm:spPr/>
    </dgm:pt>
    <dgm:pt modelId="{CDDD0634-7773-4E2B-9360-2578834F5E4D}" type="pres">
      <dgm:prSet presAssocID="{0F815230-3CE9-4D2C-93C6-367637C57452}" presName="background3" presStyleLbl="node3" presStyleIdx="2" presStyleCnt="5"/>
      <dgm:spPr/>
    </dgm:pt>
    <dgm:pt modelId="{94B598CD-CCE6-4DEB-BBF0-F9FA2B00A7B0}" type="pres">
      <dgm:prSet presAssocID="{0F815230-3CE9-4D2C-93C6-367637C57452}" presName="text3" presStyleLbl="fgAcc3" presStyleIdx="2" presStyleCnt="5">
        <dgm:presLayoutVars>
          <dgm:chPref val="3"/>
        </dgm:presLayoutVars>
      </dgm:prSet>
      <dgm:spPr/>
    </dgm:pt>
    <dgm:pt modelId="{D7DCCC36-E30A-4F82-B633-A37EF3FAAD56}" type="pres">
      <dgm:prSet presAssocID="{0F815230-3CE9-4D2C-93C6-367637C57452}" presName="hierChild4" presStyleCnt="0"/>
      <dgm:spPr/>
    </dgm:pt>
    <dgm:pt modelId="{73E7A422-78FD-4584-BC66-26846FF2BFBD}" type="pres">
      <dgm:prSet presAssocID="{275F4D71-D134-48FB-9AA2-81349C82EC22}" presName="Name17" presStyleLbl="parChTrans1D3" presStyleIdx="3" presStyleCnt="5"/>
      <dgm:spPr/>
    </dgm:pt>
    <dgm:pt modelId="{8C7DF021-42BF-4BD3-AC8E-7F291C450BF6}" type="pres">
      <dgm:prSet presAssocID="{7FD11079-AA1B-4D49-8B1F-D185973BC829}" presName="hierRoot3" presStyleCnt="0"/>
      <dgm:spPr/>
    </dgm:pt>
    <dgm:pt modelId="{C5C74F3B-B9A4-4D7B-B734-E98014FCB5F0}" type="pres">
      <dgm:prSet presAssocID="{7FD11079-AA1B-4D49-8B1F-D185973BC829}" presName="composite3" presStyleCnt="0"/>
      <dgm:spPr/>
    </dgm:pt>
    <dgm:pt modelId="{269BE5E7-8BB1-40D5-B083-7529A589698D}" type="pres">
      <dgm:prSet presAssocID="{7FD11079-AA1B-4D49-8B1F-D185973BC829}" presName="background3" presStyleLbl="node3" presStyleIdx="3" presStyleCnt="5"/>
      <dgm:spPr/>
    </dgm:pt>
    <dgm:pt modelId="{6925F75B-C2A8-4185-8340-1006E0F18005}" type="pres">
      <dgm:prSet presAssocID="{7FD11079-AA1B-4D49-8B1F-D185973BC829}" presName="text3" presStyleLbl="fgAcc3" presStyleIdx="3" presStyleCnt="5">
        <dgm:presLayoutVars>
          <dgm:chPref val="3"/>
        </dgm:presLayoutVars>
      </dgm:prSet>
      <dgm:spPr/>
    </dgm:pt>
    <dgm:pt modelId="{36D07F59-0F39-4DB9-9A6B-8A43D6AF7EE8}" type="pres">
      <dgm:prSet presAssocID="{7FD11079-AA1B-4D49-8B1F-D185973BC829}" presName="hierChild4" presStyleCnt="0"/>
      <dgm:spPr/>
    </dgm:pt>
    <dgm:pt modelId="{D3FDE574-21A0-4820-BAE2-AB4CE01D6878}" type="pres">
      <dgm:prSet presAssocID="{56643E9F-E54A-4812-B27C-288933E04328}" presName="Name23" presStyleLbl="parChTrans1D4" presStyleIdx="0" presStyleCnt="2"/>
      <dgm:spPr/>
    </dgm:pt>
    <dgm:pt modelId="{251D487C-3092-45FB-81CE-A0BFBFABF83A}" type="pres">
      <dgm:prSet presAssocID="{7FE522A0-17D8-43F2-992C-F8452D50390D}" presName="hierRoot4" presStyleCnt="0"/>
      <dgm:spPr/>
    </dgm:pt>
    <dgm:pt modelId="{0BF45364-A661-40F8-BA86-1B92EA42627C}" type="pres">
      <dgm:prSet presAssocID="{7FE522A0-17D8-43F2-992C-F8452D50390D}" presName="composite4" presStyleCnt="0"/>
      <dgm:spPr/>
    </dgm:pt>
    <dgm:pt modelId="{975E6E68-90B6-4EFA-97DC-BDC45A2C9515}" type="pres">
      <dgm:prSet presAssocID="{7FE522A0-17D8-43F2-992C-F8452D50390D}" presName="background4" presStyleLbl="node4" presStyleIdx="0" presStyleCnt="2"/>
      <dgm:spPr/>
    </dgm:pt>
    <dgm:pt modelId="{FAA14810-7AC0-4E48-9089-7A6D46A73BBE}" type="pres">
      <dgm:prSet presAssocID="{7FE522A0-17D8-43F2-992C-F8452D50390D}" presName="text4" presStyleLbl="fgAcc4" presStyleIdx="0" presStyleCnt="2">
        <dgm:presLayoutVars>
          <dgm:chPref val="3"/>
        </dgm:presLayoutVars>
      </dgm:prSet>
      <dgm:spPr/>
    </dgm:pt>
    <dgm:pt modelId="{888ACDA2-3017-40B7-9907-3D10E1E2106A}" type="pres">
      <dgm:prSet presAssocID="{7FE522A0-17D8-43F2-992C-F8452D50390D}" presName="hierChild5" presStyleCnt="0"/>
      <dgm:spPr/>
    </dgm:pt>
    <dgm:pt modelId="{4534587F-B402-441E-A324-2CD54ECD0B72}" type="pres">
      <dgm:prSet presAssocID="{2798B68F-C010-452B-B135-BF2FC9C658EF}" presName="Name23" presStyleLbl="parChTrans1D4" presStyleIdx="1" presStyleCnt="2"/>
      <dgm:spPr/>
    </dgm:pt>
    <dgm:pt modelId="{92451C4B-937B-4402-BBB0-7A6A1E57A0CD}" type="pres">
      <dgm:prSet presAssocID="{C29F42B5-5EAA-46E5-9EAA-69CC27804398}" presName="hierRoot4" presStyleCnt="0"/>
      <dgm:spPr/>
    </dgm:pt>
    <dgm:pt modelId="{67E5989A-8FC2-4E95-85B2-7C16F04C3784}" type="pres">
      <dgm:prSet presAssocID="{C29F42B5-5EAA-46E5-9EAA-69CC27804398}" presName="composite4" presStyleCnt="0"/>
      <dgm:spPr/>
    </dgm:pt>
    <dgm:pt modelId="{F75C01AF-8D8D-4D90-9058-C65D1053C597}" type="pres">
      <dgm:prSet presAssocID="{C29F42B5-5EAA-46E5-9EAA-69CC27804398}" presName="background4" presStyleLbl="node4" presStyleIdx="1" presStyleCnt="2"/>
      <dgm:spPr/>
    </dgm:pt>
    <dgm:pt modelId="{81A58605-73BA-4098-9FE3-9F382469EA7B}" type="pres">
      <dgm:prSet presAssocID="{C29F42B5-5EAA-46E5-9EAA-69CC27804398}" presName="text4" presStyleLbl="fgAcc4" presStyleIdx="1" presStyleCnt="2">
        <dgm:presLayoutVars>
          <dgm:chPref val="3"/>
        </dgm:presLayoutVars>
      </dgm:prSet>
      <dgm:spPr/>
    </dgm:pt>
    <dgm:pt modelId="{3C4E1937-DE52-4450-9F97-4A751D99BCE0}" type="pres">
      <dgm:prSet presAssocID="{C29F42B5-5EAA-46E5-9EAA-69CC27804398}" presName="hierChild5" presStyleCnt="0"/>
      <dgm:spPr/>
    </dgm:pt>
    <dgm:pt modelId="{DB6A53FD-E7CD-4F21-B90C-3F449B6A1F20}" type="pres">
      <dgm:prSet presAssocID="{8355A5EE-06AC-45A2-A683-8CB3AD73C6DB}" presName="Name17" presStyleLbl="parChTrans1D3" presStyleIdx="4" presStyleCnt="5"/>
      <dgm:spPr/>
    </dgm:pt>
    <dgm:pt modelId="{21DF5548-D4EA-4A95-894D-5F80A10FFF2C}" type="pres">
      <dgm:prSet presAssocID="{0C3BA84B-258F-493C-A885-09D2735795DB}" presName="hierRoot3" presStyleCnt="0"/>
      <dgm:spPr/>
    </dgm:pt>
    <dgm:pt modelId="{7592FD0B-5428-4180-919A-3A706AA66EE5}" type="pres">
      <dgm:prSet presAssocID="{0C3BA84B-258F-493C-A885-09D2735795DB}" presName="composite3" presStyleCnt="0"/>
      <dgm:spPr/>
    </dgm:pt>
    <dgm:pt modelId="{537E8E96-726C-4645-860E-FF336DE2BEFC}" type="pres">
      <dgm:prSet presAssocID="{0C3BA84B-258F-493C-A885-09D2735795DB}" presName="background3" presStyleLbl="node3" presStyleIdx="4" presStyleCnt="5"/>
      <dgm:spPr/>
    </dgm:pt>
    <dgm:pt modelId="{32E3D30D-F0F7-4A18-9C8C-2F7323BB0C74}" type="pres">
      <dgm:prSet presAssocID="{0C3BA84B-258F-493C-A885-09D2735795DB}" presName="text3" presStyleLbl="fgAcc3" presStyleIdx="4" presStyleCnt="5">
        <dgm:presLayoutVars>
          <dgm:chPref val="3"/>
        </dgm:presLayoutVars>
      </dgm:prSet>
      <dgm:spPr/>
    </dgm:pt>
    <dgm:pt modelId="{CC660E74-72F5-4653-815A-62DDBB4938C3}" type="pres">
      <dgm:prSet presAssocID="{0C3BA84B-258F-493C-A885-09D2735795DB}" presName="hierChild4" presStyleCnt="0"/>
      <dgm:spPr/>
    </dgm:pt>
  </dgm:ptLst>
  <dgm:cxnLst>
    <dgm:cxn modelId="{648C2804-2C38-4A17-B318-BDC768864759}" srcId="{2D6947AB-4A59-430F-B8CC-EC50D0FAAB1D}" destId="{B46F0CF2-483B-4D44-BEA1-4720E969358B}" srcOrd="1" destOrd="0" parTransId="{6F599D8C-BD04-4586-9C47-FB261AB089F5}" sibTransId="{112205A0-6AC7-480D-94F8-FE1C222A4D12}"/>
    <dgm:cxn modelId="{0DEF6607-D360-4CFB-A9B6-14B3BD8886A3}" type="presOf" srcId="{901ADD7F-0D4C-4731-AF7B-EB332A978539}" destId="{5C35E948-E6AF-49B8-9063-DAAA9C8FEA1C}" srcOrd="0" destOrd="0" presId="urn:microsoft.com/office/officeart/2005/8/layout/hierarchy1"/>
    <dgm:cxn modelId="{41536809-2B1F-4C60-838B-2CE0891D8ECC}" srcId="{B46F0CF2-483B-4D44-BEA1-4720E969358B}" destId="{0F815230-3CE9-4D2C-93C6-367637C57452}" srcOrd="2" destOrd="0" parTransId="{29CBEBA3-1F11-4251-BE8D-D73CDCCA1BD8}" sibTransId="{6EAF5814-161B-4825-A864-AEF6067AB703}"/>
    <dgm:cxn modelId="{1315480A-C401-4D00-9272-0BE74FA495CE}" srcId="{7FD11079-AA1B-4D49-8B1F-D185973BC829}" destId="{C29F42B5-5EAA-46E5-9EAA-69CC27804398}" srcOrd="1" destOrd="0" parTransId="{2798B68F-C010-452B-B135-BF2FC9C658EF}" sibTransId="{E0E6E193-C2DC-4D67-A191-974CC9C2610D}"/>
    <dgm:cxn modelId="{61D1B615-9A8F-4F56-B547-E5E6665747B6}" srcId="{2D6947AB-4A59-430F-B8CC-EC50D0FAAB1D}" destId="{901ADD7F-0D4C-4731-AF7B-EB332A978539}" srcOrd="0" destOrd="0" parTransId="{D0F973CD-BEDC-481B-B4C7-0C50A5C88D74}" sibTransId="{7F9181CC-DF96-44CD-919F-36DE5D90D6E2}"/>
    <dgm:cxn modelId="{785AF72C-2EC0-44F3-9982-29AA837559BF}" type="presOf" srcId="{4E217EA8-9E02-4440-AC37-E32B9CE964FD}" destId="{0485B6E1-FB63-4D85-A0BC-0609A41359F6}" srcOrd="0" destOrd="0" presId="urn:microsoft.com/office/officeart/2005/8/layout/hierarchy1"/>
    <dgm:cxn modelId="{BB8DF641-2548-430C-9402-1D1B00C4D78E}" type="presOf" srcId="{D0F973CD-BEDC-481B-B4C7-0C50A5C88D74}" destId="{1FD4DF6E-0361-4157-963B-7238DC395657}" srcOrd="0" destOrd="0" presId="urn:microsoft.com/office/officeart/2005/8/layout/hierarchy1"/>
    <dgm:cxn modelId="{33571944-AB0C-415C-B2A0-7C38BFF58F0C}" type="presOf" srcId="{2798B68F-C010-452B-B135-BF2FC9C658EF}" destId="{4534587F-B402-441E-A324-2CD54ECD0B72}" srcOrd="0" destOrd="0" presId="urn:microsoft.com/office/officeart/2005/8/layout/hierarchy1"/>
    <dgm:cxn modelId="{5713BB64-E944-4C70-A3C4-E98FF075CD59}" type="presOf" srcId="{275F4D71-D134-48FB-9AA2-81349C82EC22}" destId="{73E7A422-78FD-4584-BC66-26846FF2BFBD}" srcOrd="0" destOrd="0" presId="urn:microsoft.com/office/officeart/2005/8/layout/hierarchy1"/>
    <dgm:cxn modelId="{49B77D6A-3172-4F82-A4F0-6BBB05726281}" type="presOf" srcId="{6F599D8C-BD04-4586-9C47-FB261AB089F5}" destId="{8B3E1F39-9143-4776-A0AD-D039B9A2CC42}" srcOrd="0" destOrd="0" presId="urn:microsoft.com/office/officeart/2005/8/layout/hierarchy1"/>
    <dgm:cxn modelId="{8433C14E-3350-4D10-97B1-421609548AB1}" type="presOf" srcId="{56643E9F-E54A-4812-B27C-288933E04328}" destId="{D3FDE574-21A0-4820-BAE2-AB4CE01D6878}" srcOrd="0" destOrd="0" presId="urn:microsoft.com/office/officeart/2005/8/layout/hierarchy1"/>
    <dgm:cxn modelId="{458FA550-1F25-49AD-9EDA-C3ABE36501E4}" srcId="{B46F0CF2-483B-4D44-BEA1-4720E969358B}" destId="{7FD11079-AA1B-4D49-8B1F-D185973BC829}" srcOrd="3" destOrd="0" parTransId="{275F4D71-D134-48FB-9AA2-81349C82EC22}" sibTransId="{CB538A7C-66D8-42C8-A11F-59973CFFE78D}"/>
    <dgm:cxn modelId="{7549B051-0808-416A-B23C-1CF00EFA2F4E}" type="presOf" srcId="{2F80B4FC-36D8-4871-B929-71477DEA0AD2}" destId="{29448D6C-BB8D-4311-96FA-375CABF98305}" srcOrd="0" destOrd="0" presId="urn:microsoft.com/office/officeart/2005/8/layout/hierarchy1"/>
    <dgm:cxn modelId="{CB783680-7D17-465E-9E73-B71CA014B002}" type="presOf" srcId="{B46F0CF2-483B-4D44-BEA1-4720E969358B}" destId="{99536AF6-21DD-47F0-9FB7-51843A706FC0}" srcOrd="0" destOrd="0" presId="urn:microsoft.com/office/officeart/2005/8/layout/hierarchy1"/>
    <dgm:cxn modelId="{3E878381-4ACD-4471-8AC3-2CC32FD2CBBB}" type="presOf" srcId="{7FD11079-AA1B-4D49-8B1F-D185973BC829}" destId="{6925F75B-C2A8-4185-8340-1006E0F18005}" srcOrd="0" destOrd="0" presId="urn:microsoft.com/office/officeart/2005/8/layout/hierarchy1"/>
    <dgm:cxn modelId="{4FABD286-D763-4C5C-88F8-F1D566CEE43B}" srcId="{B46F0CF2-483B-4D44-BEA1-4720E969358B}" destId="{63A381C4-545D-42F4-8CBF-95E3DBD3B695}" srcOrd="1" destOrd="0" parTransId="{E5E8075F-019F-46CA-A333-E66B7EAAB32A}" sibTransId="{1FD6268D-BBA0-4368-86F2-F60D9516ECE3}"/>
    <dgm:cxn modelId="{7A279988-A343-4540-98F1-EF0660D6CB0C}" srcId="{B46F0CF2-483B-4D44-BEA1-4720E969358B}" destId="{2F80B4FC-36D8-4871-B929-71477DEA0AD2}" srcOrd="0" destOrd="0" parTransId="{4E217EA8-9E02-4440-AC37-E32B9CE964FD}" sibTransId="{7C44F417-FB84-46F2-A7D4-08435A76AC20}"/>
    <dgm:cxn modelId="{7211D18A-EFAB-4023-9FC2-F3D8F1A8F172}" type="presOf" srcId="{8355A5EE-06AC-45A2-A683-8CB3AD73C6DB}" destId="{DB6A53FD-E7CD-4F21-B90C-3F449B6A1F20}" srcOrd="0" destOrd="0" presId="urn:microsoft.com/office/officeart/2005/8/layout/hierarchy1"/>
    <dgm:cxn modelId="{C3139D8D-8705-40A8-BBCF-265F492C81D6}" type="presOf" srcId="{C29F42B5-5EAA-46E5-9EAA-69CC27804398}" destId="{81A58605-73BA-4098-9FE3-9F382469EA7B}" srcOrd="0" destOrd="0" presId="urn:microsoft.com/office/officeart/2005/8/layout/hierarchy1"/>
    <dgm:cxn modelId="{84679594-7184-4C85-B584-4DCF8D5D78CF}" srcId="{946B23EB-8335-4003-9023-E27A05216D59}" destId="{2D6947AB-4A59-430F-B8CC-EC50D0FAAB1D}" srcOrd="0" destOrd="0" parTransId="{A4E80144-5909-4572-9E87-332A7CE4B206}" sibTransId="{8961EA18-903E-4107-AC25-61722BE3B3F2}"/>
    <dgm:cxn modelId="{E3EFF1A1-1F7D-46E6-87CE-1F57FCC7B0EE}" type="presOf" srcId="{946B23EB-8335-4003-9023-E27A05216D59}" destId="{E522CC6D-316F-478D-B2D5-B5E923C708EE}" srcOrd="0" destOrd="0" presId="urn:microsoft.com/office/officeart/2005/8/layout/hierarchy1"/>
    <dgm:cxn modelId="{A1B01AA3-01D7-4DD8-84DD-81CE0C4CD0FF}" srcId="{B46F0CF2-483B-4D44-BEA1-4720E969358B}" destId="{0C3BA84B-258F-493C-A885-09D2735795DB}" srcOrd="4" destOrd="0" parTransId="{8355A5EE-06AC-45A2-A683-8CB3AD73C6DB}" sibTransId="{3AF01734-9726-4958-A030-339489F7FA05}"/>
    <dgm:cxn modelId="{D64C73A5-0E5B-4596-B129-FA7ECE921A82}" type="presOf" srcId="{E5E8075F-019F-46CA-A333-E66B7EAAB32A}" destId="{D469B580-702E-4DDB-9C7E-73828928D9B9}" srcOrd="0" destOrd="0" presId="urn:microsoft.com/office/officeart/2005/8/layout/hierarchy1"/>
    <dgm:cxn modelId="{C765DEA7-1F2A-465D-8C1D-D3F01A0E608F}" type="presOf" srcId="{29CBEBA3-1F11-4251-BE8D-D73CDCCA1BD8}" destId="{90F2CDDA-38ED-438C-B2F6-487B32FBD758}" srcOrd="0" destOrd="0" presId="urn:microsoft.com/office/officeart/2005/8/layout/hierarchy1"/>
    <dgm:cxn modelId="{90B296B1-4A51-4E76-8D00-9BA9A7ADC9B7}" type="presOf" srcId="{2D6947AB-4A59-430F-B8CC-EC50D0FAAB1D}" destId="{AAD4DE77-89B9-4084-A8CA-2B0546BACC6F}" srcOrd="0" destOrd="0" presId="urn:microsoft.com/office/officeart/2005/8/layout/hierarchy1"/>
    <dgm:cxn modelId="{64E438C3-4757-4130-8121-513D06713B83}" type="presOf" srcId="{7FE522A0-17D8-43F2-992C-F8452D50390D}" destId="{FAA14810-7AC0-4E48-9089-7A6D46A73BBE}" srcOrd="0" destOrd="0" presId="urn:microsoft.com/office/officeart/2005/8/layout/hierarchy1"/>
    <dgm:cxn modelId="{49A410C9-7DDB-47BD-B29C-AF2C56DD817B}" type="presOf" srcId="{0F815230-3CE9-4D2C-93C6-367637C57452}" destId="{94B598CD-CCE6-4DEB-BBF0-F9FA2B00A7B0}" srcOrd="0" destOrd="0" presId="urn:microsoft.com/office/officeart/2005/8/layout/hierarchy1"/>
    <dgm:cxn modelId="{02DDB1D6-A922-4E1B-896A-0A9B5AAC10C5}" type="presOf" srcId="{63A381C4-545D-42F4-8CBF-95E3DBD3B695}" destId="{EE7CFD9A-51F8-416E-B0EF-432AF4146977}" srcOrd="0" destOrd="0" presId="urn:microsoft.com/office/officeart/2005/8/layout/hierarchy1"/>
    <dgm:cxn modelId="{E978D5D9-472F-4EBC-AC30-2EE3932E4ADD}" type="presOf" srcId="{0C3BA84B-258F-493C-A885-09D2735795DB}" destId="{32E3D30D-F0F7-4A18-9C8C-2F7323BB0C74}" srcOrd="0" destOrd="0" presId="urn:microsoft.com/office/officeart/2005/8/layout/hierarchy1"/>
    <dgm:cxn modelId="{14E6AFF2-186C-4024-9F34-CAA619E557C8}" srcId="{7FD11079-AA1B-4D49-8B1F-D185973BC829}" destId="{7FE522A0-17D8-43F2-992C-F8452D50390D}" srcOrd="0" destOrd="0" parTransId="{56643E9F-E54A-4812-B27C-288933E04328}" sibTransId="{E0C366CC-D8D5-4E38-B3AB-71059AE2E543}"/>
    <dgm:cxn modelId="{63E06BCD-5FDA-4760-93B6-64D84F0FDBB3}" type="presParOf" srcId="{E522CC6D-316F-478D-B2D5-B5E923C708EE}" destId="{580EBCC6-1551-4FCC-B239-8832E79D018C}" srcOrd="0" destOrd="0" presId="urn:microsoft.com/office/officeart/2005/8/layout/hierarchy1"/>
    <dgm:cxn modelId="{B2809B0F-56A1-4190-A4AA-9685FC73E10C}" type="presParOf" srcId="{580EBCC6-1551-4FCC-B239-8832E79D018C}" destId="{ADF28F4A-975D-44B9-93B8-57188B9F4221}" srcOrd="0" destOrd="0" presId="urn:microsoft.com/office/officeart/2005/8/layout/hierarchy1"/>
    <dgm:cxn modelId="{5FE7FC7C-68A1-4A35-9E25-4B11DD5F3F3D}" type="presParOf" srcId="{ADF28F4A-975D-44B9-93B8-57188B9F4221}" destId="{DB1D0A06-5769-4C58-A398-AC154A53C331}" srcOrd="0" destOrd="0" presId="urn:microsoft.com/office/officeart/2005/8/layout/hierarchy1"/>
    <dgm:cxn modelId="{8C66A5AA-A76A-45C2-B971-4F5AF403D9CA}" type="presParOf" srcId="{ADF28F4A-975D-44B9-93B8-57188B9F4221}" destId="{AAD4DE77-89B9-4084-A8CA-2B0546BACC6F}" srcOrd="1" destOrd="0" presId="urn:microsoft.com/office/officeart/2005/8/layout/hierarchy1"/>
    <dgm:cxn modelId="{3E7A1ED1-3B01-4FE2-B27E-00125480DF8A}" type="presParOf" srcId="{580EBCC6-1551-4FCC-B239-8832E79D018C}" destId="{AF97C7CD-4D00-46CE-8CBB-7E762361904E}" srcOrd="1" destOrd="0" presId="urn:microsoft.com/office/officeart/2005/8/layout/hierarchy1"/>
    <dgm:cxn modelId="{0AB05544-5302-4664-B660-E66F8459EA2C}" type="presParOf" srcId="{AF97C7CD-4D00-46CE-8CBB-7E762361904E}" destId="{1FD4DF6E-0361-4157-963B-7238DC395657}" srcOrd="0" destOrd="0" presId="urn:microsoft.com/office/officeart/2005/8/layout/hierarchy1"/>
    <dgm:cxn modelId="{047DC5A5-FAD0-4331-81ED-E5D934C70030}" type="presParOf" srcId="{AF97C7CD-4D00-46CE-8CBB-7E762361904E}" destId="{54DF1A38-706B-4CCB-835A-F22F0198266B}" srcOrd="1" destOrd="0" presId="urn:microsoft.com/office/officeart/2005/8/layout/hierarchy1"/>
    <dgm:cxn modelId="{E6B72223-DE56-4DE5-A1CA-B1D334187334}" type="presParOf" srcId="{54DF1A38-706B-4CCB-835A-F22F0198266B}" destId="{02DBA7C5-6168-4175-86E2-C42738FF494B}" srcOrd="0" destOrd="0" presId="urn:microsoft.com/office/officeart/2005/8/layout/hierarchy1"/>
    <dgm:cxn modelId="{8104BDD7-BF8A-486E-9648-EF3A8D823C4C}" type="presParOf" srcId="{02DBA7C5-6168-4175-86E2-C42738FF494B}" destId="{FDF28070-61EB-420E-8854-0B9DAF457143}" srcOrd="0" destOrd="0" presId="urn:microsoft.com/office/officeart/2005/8/layout/hierarchy1"/>
    <dgm:cxn modelId="{0DFBFC34-083A-448E-9104-8053EB46478F}" type="presParOf" srcId="{02DBA7C5-6168-4175-86E2-C42738FF494B}" destId="{5C35E948-E6AF-49B8-9063-DAAA9C8FEA1C}" srcOrd="1" destOrd="0" presId="urn:microsoft.com/office/officeart/2005/8/layout/hierarchy1"/>
    <dgm:cxn modelId="{3D7AFE1D-5040-4CCF-B62A-598249EB5DE7}" type="presParOf" srcId="{54DF1A38-706B-4CCB-835A-F22F0198266B}" destId="{D509763F-BD01-4D09-8CF2-C4AC7E9EC4F2}" srcOrd="1" destOrd="0" presId="urn:microsoft.com/office/officeart/2005/8/layout/hierarchy1"/>
    <dgm:cxn modelId="{3564BF3F-190C-4533-A3DA-10EA9241413D}" type="presParOf" srcId="{AF97C7CD-4D00-46CE-8CBB-7E762361904E}" destId="{8B3E1F39-9143-4776-A0AD-D039B9A2CC42}" srcOrd="2" destOrd="0" presId="urn:microsoft.com/office/officeart/2005/8/layout/hierarchy1"/>
    <dgm:cxn modelId="{02234A9F-ED12-49DF-B149-306AA34CCF8F}" type="presParOf" srcId="{AF97C7CD-4D00-46CE-8CBB-7E762361904E}" destId="{8ABE061E-6B7C-4C9E-BE85-96A8E0DC5774}" srcOrd="3" destOrd="0" presId="urn:microsoft.com/office/officeart/2005/8/layout/hierarchy1"/>
    <dgm:cxn modelId="{21A667F4-F8A3-4374-9B45-726EE38C14DE}" type="presParOf" srcId="{8ABE061E-6B7C-4C9E-BE85-96A8E0DC5774}" destId="{4CBF1B3D-8531-4920-AA91-0282C36DB0CF}" srcOrd="0" destOrd="0" presId="urn:microsoft.com/office/officeart/2005/8/layout/hierarchy1"/>
    <dgm:cxn modelId="{AF696FDF-FDBC-469F-A3A6-F80F3A5DA789}" type="presParOf" srcId="{4CBF1B3D-8531-4920-AA91-0282C36DB0CF}" destId="{F4E7658A-8577-41F8-8B87-FE6986067F8B}" srcOrd="0" destOrd="0" presId="urn:microsoft.com/office/officeart/2005/8/layout/hierarchy1"/>
    <dgm:cxn modelId="{6F14C541-0FE7-4EB5-9C4B-2B2382B4CA54}" type="presParOf" srcId="{4CBF1B3D-8531-4920-AA91-0282C36DB0CF}" destId="{99536AF6-21DD-47F0-9FB7-51843A706FC0}" srcOrd="1" destOrd="0" presId="urn:microsoft.com/office/officeart/2005/8/layout/hierarchy1"/>
    <dgm:cxn modelId="{34FAA839-1EFB-484F-9ED8-09C9CAF6518D}" type="presParOf" srcId="{8ABE061E-6B7C-4C9E-BE85-96A8E0DC5774}" destId="{D6AA0DC0-8020-4EEF-8CFE-9B64B21C61D8}" srcOrd="1" destOrd="0" presId="urn:microsoft.com/office/officeart/2005/8/layout/hierarchy1"/>
    <dgm:cxn modelId="{FA0FD61F-93DC-41A1-87C0-AA922641EE5E}" type="presParOf" srcId="{D6AA0DC0-8020-4EEF-8CFE-9B64B21C61D8}" destId="{0485B6E1-FB63-4D85-A0BC-0609A41359F6}" srcOrd="0" destOrd="0" presId="urn:microsoft.com/office/officeart/2005/8/layout/hierarchy1"/>
    <dgm:cxn modelId="{C3DE7051-672E-42A9-874F-8E3A22268063}" type="presParOf" srcId="{D6AA0DC0-8020-4EEF-8CFE-9B64B21C61D8}" destId="{F4D8E56E-7548-4220-AD2D-E464834730E0}" srcOrd="1" destOrd="0" presId="urn:microsoft.com/office/officeart/2005/8/layout/hierarchy1"/>
    <dgm:cxn modelId="{2EF19097-2347-47A4-89F6-3A4185E155B3}" type="presParOf" srcId="{F4D8E56E-7548-4220-AD2D-E464834730E0}" destId="{93BA42EE-6F26-4737-A7A8-78253BAE221E}" srcOrd="0" destOrd="0" presId="urn:microsoft.com/office/officeart/2005/8/layout/hierarchy1"/>
    <dgm:cxn modelId="{6A2AE60B-7DE5-4ABC-B708-97F4BBAA50F2}" type="presParOf" srcId="{93BA42EE-6F26-4737-A7A8-78253BAE221E}" destId="{8108F32E-A9F0-4F95-99DD-3F7A22572272}" srcOrd="0" destOrd="0" presId="urn:microsoft.com/office/officeart/2005/8/layout/hierarchy1"/>
    <dgm:cxn modelId="{96107C0C-BA37-4936-B2F6-C4CFF1E32EAE}" type="presParOf" srcId="{93BA42EE-6F26-4737-A7A8-78253BAE221E}" destId="{29448D6C-BB8D-4311-96FA-375CABF98305}" srcOrd="1" destOrd="0" presId="urn:microsoft.com/office/officeart/2005/8/layout/hierarchy1"/>
    <dgm:cxn modelId="{20ED5D63-DE48-460F-82B9-723E282E9100}" type="presParOf" srcId="{F4D8E56E-7548-4220-AD2D-E464834730E0}" destId="{4E65380E-162B-4BCC-96D5-8DF31316EEDF}" srcOrd="1" destOrd="0" presId="urn:microsoft.com/office/officeart/2005/8/layout/hierarchy1"/>
    <dgm:cxn modelId="{FED40D4C-88D9-410B-AB43-ECD5822AC16F}" type="presParOf" srcId="{D6AA0DC0-8020-4EEF-8CFE-9B64B21C61D8}" destId="{D469B580-702E-4DDB-9C7E-73828928D9B9}" srcOrd="2" destOrd="0" presId="urn:microsoft.com/office/officeart/2005/8/layout/hierarchy1"/>
    <dgm:cxn modelId="{A8B1263D-DC3C-4B69-AF45-A97AF31FDC46}" type="presParOf" srcId="{D6AA0DC0-8020-4EEF-8CFE-9B64B21C61D8}" destId="{E394F8B0-811F-475B-9AB3-4426912AAE90}" srcOrd="3" destOrd="0" presId="urn:microsoft.com/office/officeart/2005/8/layout/hierarchy1"/>
    <dgm:cxn modelId="{91FB56C4-EECD-4171-AAFA-BD55391A6877}" type="presParOf" srcId="{E394F8B0-811F-475B-9AB3-4426912AAE90}" destId="{74ED73A2-01D0-4D96-AC4D-0C25A3A08ECB}" srcOrd="0" destOrd="0" presId="urn:microsoft.com/office/officeart/2005/8/layout/hierarchy1"/>
    <dgm:cxn modelId="{0F9F63A7-5365-405D-8025-6882EF466142}" type="presParOf" srcId="{74ED73A2-01D0-4D96-AC4D-0C25A3A08ECB}" destId="{F690CE34-DD58-417E-932D-3540E7B7F756}" srcOrd="0" destOrd="0" presId="urn:microsoft.com/office/officeart/2005/8/layout/hierarchy1"/>
    <dgm:cxn modelId="{C9E496D6-A3CF-42D1-879B-8BCDBF4FB442}" type="presParOf" srcId="{74ED73A2-01D0-4D96-AC4D-0C25A3A08ECB}" destId="{EE7CFD9A-51F8-416E-B0EF-432AF4146977}" srcOrd="1" destOrd="0" presId="urn:microsoft.com/office/officeart/2005/8/layout/hierarchy1"/>
    <dgm:cxn modelId="{5E6017BA-A12E-4D89-AFDD-B261A05A3595}" type="presParOf" srcId="{E394F8B0-811F-475B-9AB3-4426912AAE90}" destId="{7CFA3DE4-E0EA-47FB-8821-AD290A8C8ECD}" srcOrd="1" destOrd="0" presId="urn:microsoft.com/office/officeart/2005/8/layout/hierarchy1"/>
    <dgm:cxn modelId="{BA176AEA-17C6-406E-8BB3-35CB707EA56F}" type="presParOf" srcId="{D6AA0DC0-8020-4EEF-8CFE-9B64B21C61D8}" destId="{90F2CDDA-38ED-438C-B2F6-487B32FBD758}" srcOrd="4" destOrd="0" presId="urn:microsoft.com/office/officeart/2005/8/layout/hierarchy1"/>
    <dgm:cxn modelId="{B193D3DE-148C-4FF6-91F6-74516519349F}" type="presParOf" srcId="{D6AA0DC0-8020-4EEF-8CFE-9B64B21C61D8}" destId="{2C013117-881D-4904-B08C-E510F386E751}" srcOrd="5" destOrd="0" presId="urn:microsoft.com/office/officeart/2005/8/layout/hierarchy1"/>
    <dgm:cxn modelId="{84C32ED9-E398-4784-B3F2-A6AA31E7FCAC}" type="presParOf" srcId="{2C013117-881D-4904-B08C-E510F386E751}" destId="{2E3945EE-4E85-4049-882F-C07F23A9F4D6}" srcOrd="0" destOrd="0" presId="urn:microsoft.com/office/officeart/2005/8/layout/hierarchy1"/>
    <dgm:cxn modelId="{901839BB-E946-4A45-81D8-02334D9CE131}" type="presParOf" srcId="{2E3945EE-4E85-4049-882F-C07F23A9F4D6}" destId="{CDDD0634-7773-4E2B-9360-2578834F5E4D}" srcOrd="0" destOrd="0" presId="urn:microsoft.com/office/officeart/2005/8/layout/hierarchy1"/>
    <dgm:cxn modelId="{9AD9DCAF-5C9C-4B30-96EC-C1038881798F}" type="presParOf" srcId="{2E3945EE-4E85-4049-882F-C07F23A9F4D6}" destId="{94B598CD-CCE6-4DEB-BBF0-F9FA2B00A7B0}" srcOrd="1" destOrd="0" presId="urn:microsoft.com/office/officeart/2005/8/layout/hierarchy1"/>
    <dgm:cxn modelId="{726407F7-3F3B-4386-A81E-1B8C15C46F33}" type="presParOf" srcId="{2C013117-881D-4904-B08C-E510F386E751}" destId="{D7DCCC36-E30A-4F82-B633-A37EF3FAAD56}" srcOrd="1" destOrd="0" presId="urn:microsoft.com/office/officeart/2005/8/layout/hierarchy1"/>
    <dgm:cxn modelId="{4AFEDC4D-433C-4E1D-83A8-96336424A6D4}" type="presParOf" srcId="{D6AA0DC0-8020-4EEF-8CFE-9B64B21C61D8}" destId="{73E7A422-78FD-4584-BC66-26846FF2BFBD}" srcOrd="6" destOrd="0" presId="urn:microsoft.com/office/officeart/2005/8/layout/hierarchy1"/>
    <dgm:cxn modelId="{665924C4-BDF8-463E-A85A-85591C0963E3}" type="presParOf" srcId="{D6AA0DC0-8020-4EEF-8CFE-9B64B21C61D8}" destId="{8C7DF021-42BF-4BD3-AC8E-7F291C450BF6}" srcOrd="7" destOrd="0" presId="urn:microsoft.com/office/officeart/2005/8/layout/hierarchy1"/>
    <dgm:cxn modelId="{5D3B601C-927B-418B-AF58-6AEE0AB5234D}" type="presParOf" srcId="{8C7DF021-42BF-4BD3-AC8E-7F291C450BF6}" destId="{C5C74F3B-B9A4-4D7B-B734-E98014FCB5F0}" srcOrd="0" destOrd="0" presId="urn:microsoft.com/office/officeart/2005/8/layout/hierarchy1"/>
    <dgm:cxn modelId="{3F38488E-C0C6-49FC-9B23-4E1BA91C2F2E}" type="presParOf" srcId="{C5C74F3B-B9A4-4D7B-B734-E98014FCB5F0}" destId="{269BE5E7-8BB1-40D5-B083-7529A589698D}" srcOrd="0" destOrd="0" presId="urn:microsoft.com/office/officeart/2005/8/layout/hierarchy1"/>
    <dgm:cxn modelId="{CD950680-B355-4819-8F0F-7D33C8432717}" type="presParOf" srcId="{C5C74F3B-B9A4-4D7B-B734-E98014FCB5F0}" destId="{6925F75B-C2A8-4185-8340-1006E0F18005}" srcOrd="1" destOrd="0" presId="urn:microsoft.com/office/officeart/2005/8/layout/hierarchy1"/>
    <dgm:cxn modelId="{CB9D5C3A-FBB5-4E97-892D-DC3B6A46469F}" type="presParOf" srcId="{8C7DF021-42BF-4BD3-AC8E-7F291C450BF6}" destId="{36D07F59-0F39-4DB9-9A6B-8A43D6AF7EE8}" srcOrd="1" destOrd="0" presId="urn:microsoft.com/office/officeart/2005/8/layout/hierarchy1"/>
    <dgm:cxn modelId="{C28811D5-AB61-491C-95F0-C5C16B7DF2CB}" type="presParOf" srcId="{36D07F59-0F39-4DB9-9A6B-8A43D6AF7EE8}" destId="{D3FDE574-21A0-4820-BAE2-AB4CE01D6878}" srcOrd="0" destOrd="0" presId="urn:microsoft.com/office/officeart/2005/8/layout/hierarchy1"/>
    <dgm:cxn modelId="{22C6CA7D-DB4D-4D4D-A712-343883B8EEE7}" type="presParOf" srcId="{36D07F59-0F39-4DB9-9A6B-8A43D6AF7EE8}" destId="{251D487C-3092-45FB-81CE-A0BFBFABF83A}" srcOrd="1" destOrd="0" presId="urn:microsoft.com/office/officeart/2005/8/layout/hierarchy1"/>
    <dgm:cxn modelId="{34103EFF-81AB-49EF-A58B-E95B36E57798}" type="presParOf" srcId="{251D487C-3092-45FB-81CE-A0BFBFABF83A}" destId="{0BF45364-A661-40F8-BA86-1B92EA42627C}" srcOrd="0" destOrd="0" presId="urn:microsoft.com/office/officeart/2005/8/layout/hierarchy1"/>
    <dgm:cxn modelId="{A11740E8-C62C-4533-A5C1-C0C871F05B8C}" type="presParOf" srcId="{0BF45364-A661-40F8-BA86-1B92EA42627C}" destId="{975E6E68-90B6-4EFA-97DC-BDC45A2C9515}" srcOrd="0" destOrd="0" presId="urn:microsoft.com/office/officeart/2005/8/layout/hierarchy1"/>
    <dgm:cxn modelId="{9DF8D0C7-9AAC-4DEB-8ED5-1723ACCC8624}" type="presParOf" srcId="{0BF45364-A661-40F8-BA86-1B92EA42627C}" destId="{FAA14810-7AC0-4E48-9089-7A6D46A73BBE}" srcOrd="1" destOrd="0" presId="urn:microsoft.com/office/officeart/2005/8/layout/hierarchy1"/>
    <dgm:cxn modelId="{22EFFBE4-9E44-4011-8F85-4F84CAD68778}" type="presParOf" srcId="{251D487C-3092-45FB-81CE-A0BFBFABF83A}" destId="{888ACDA2-3017-40B7-9907-3D10E1E2106A}" srcOrd="1" destOrd="0" presId="urn:microsoft.com/office/officeart/2005/8/layout/hierarchy1"/>
    <dgm:cxn modelId="{95B1C122-F1FB-438B-89FA-A8F12AE85B21}" type="presParOf" srcId="{36D07F59-0F39-4DB9-9A6B-8A43D6AF7EE8}" destId="{4534587F-B402-441E-A324-2CD54ECD0B72}" srcOrd="2" destOrd="0" presId="urn:microsoft.com/office/officeart/2005/8/layout/hierarchy1"/>
    <dgm:cxn modelId="{5431645E-7A92-4EC2-A508-06149149DB15}" type="presParOf" srcId="{36D07F59-0F39-4DB9-9A6B-8A43D6AF7EE8}" destId="{92451C4B-937B-4402-BBB0-7A6A1E57A0CD}" srcOrd="3" destOrd="0" presId="urn:microsoft.com/office/officeart/2005/8/layout/hierarchy1"/>
    <dgm:cxn modelId="{0C3B21C9-4BF5-46E4-9AD5-ED357792EEB1}" type="presParOf" srcId="{92451C4B-937B-4402-BBB0-7A6A1E57A0CD}" destId="{67E5989A-8FC2-4E95-85B2-7C16F04C3784}" srcOrd="0" destOrd="0" presId="urn:microsoft.com/office/officeart/2005/8/layout/hierarchy1"/>
    <dgm:cxn modelId="{AAC2E7AC-BCE6-4E59-8AFA-B17C75DB6F28}" type="presParOf" srcId="{67E5989A-8FC2-4E95-85B2-7C16F04C3784}" destId="{F75C01AF-8D8D-4D90-9058-C65D1053C597}" srcOrd="0" destOrd="0" presId="urn:microsoft.com/office/officeart/2005/8/layout/hierarchy1"/>
    <dgm:cxn modelId="{EA7341D5-BA30-4B13-9928-BEF7FF46A982}" type="presParOf" srcId="{67E5989A-8FC2-4E95-85B2-7C16F04C3784}" destId="{81A58605-73BA-4098-9FE3-9F382469EA7B}" srcOrd="1" destOrd="0" presId="urn:microsoft.com/office/officeart/2005/8/layout/hierarchy1"/>
    <dgm:cxn modelId="{44B95F3E-213C-459F-966D-5090A853C2B5}" type="presParOf" srcId="{92451C4B-937B-4402-BBB0-7A6A1E57A0CD}" destId="{3C4E1937-DE52-4450-9F97-4A751D99BCE0}" srcOrd="1" destOrd="0" presId="urn:microsoft.com/office/officeart/2005/8/layout/hierarchy1"/>
    <dgm:cxn modelId="{D76CF5C0-30D6-4BC9-AEFD-035504A8E689}" type="presParOf" srcId="{D6AA0DC0-8020-4EEF-8CFE-9B64B21C61D8}" destId="{DB6A53FD-E7CD-4F21-B90C-3F449B6A1F20}" srcOrd="8" destOrd="0" presId="urn:microsoft.com/office/officeart/2005/8/layout/hierarchy1"/>
    <dgm:cxn modelId="{4BC1C31B-A1CF-400C-B215-B285B7393675}" type="presParOf" srcId="{D6AA0DC0-8020-4EEF-8CFE-9B64B21C61D8}" destId="{21DF5548-D4EA-4A95-894D-5F80A10FFF2C}" srcOrd="9" destOrd="0" presId="urn:microsoft.com/office/officeart/2005/8/layout/hierarchy1"/>
    <dgm:cxn modelId="{749590E4-0A95-4DD8-B1B4-976EDC065CE8}" type="presParOf" srcId="{21DF5548-D4EA-4A95-894D-5F80A10FFF2C}" destId="{7592FD0B-5428-4180-919A-3A706AA66EE5}" srcOrd="0" destOrd="0" presId="urn:microsoft.com/office/officeart/2005/8/layout/hierarchy1"/>
    <dgm:cxn modelId="{F2A9C3C5-870B-4841-B6AB-8F94E1A049CA}" type="presParOf" srcId="{7592FD0B-5428-4180-919A-3A706AA66EE5}" destId="{537E8E96-726C-4645-860E-FF336DE2BEFC}" srcOrd="0" destOrd="0" presId="urn:microsoft.com/office/officeart/2005/8/layout/hierarchy1"/>
    <dgm:cxn modelId="{AD565EF2-82B4-4079-97F7-B4D3286A9003}" type="presParOf" srcId="{7592FD0B-5428-4180-919A-3A706AA66EE5}" destId="{32E3D30D-F0F7-4A18-9C8C-2F7323BB0C74}" srcOrd="1" destOrd="0" presId="urn:microsoft.com/office/officeart/2005/8/layout/hierarchy1"/>
    <dgm:cxn modelId="{AF447A99-355B-4BE6-ADB7-AE3CC8355FC3}" type="presParOf" srcId="{21DF5548-D4EA-4A95-894D-5F80A10FFF2C}" destId="{CC660E74-72F5-4653-815A-62DDBB4938C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6BBEE-7F67-4E6F-A56A-94C435C76A0E}">
      <dsp:nvSpPr>
        <dsp:cNvPr id="0" name=""/>
        <dsp:cNvSpPr/>
      </dsp:nvSpPr>
      <dsp:spPr>
        <a:xfrm>
          <a:off x="0" y="0"/>
          <a:ext cx="5298895" cy="529889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340E5E1-75B9-4AC7-BC8E-760EBCEC593A}">
      <dsp:nvSpPr>
        <dsp:cNvPr id="0" name=""/>
        <dsp:cNvSpPr/>
      </dsp:nvSpPr>
      <dsp:spPr>
        <a:xfrm>
          <a:off x="2649447" y="0"/>
          <a:ext cx="6396344" cy="52988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t>Exception</a:t>
          </a:r>
        </a:p>
      </dsp:txBody>
      <dsp:txXfrm>
        <a:off x="2649447" y="0"/>
        <a:ext cx="6396344" cy="662363"/>
      </dsp:txXfrm>
    </dsp:sp>
    <dsp:sp modelId="{1C92F080-F11E-41B4-9205-54B0EF12DEC9}">
      <dsp:nvSpPr>
        <dsp:cNvPr id="0" name=""/>
        <dsp:cNvSpPr/>
      </dsp:nvSpPr>
      <dsp:spPr>
        <a:xfrm>
          <a:off x="463654" y="662363"/>
          <a:ext cx="4371587" cy="4371587"/>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87E5B63-305F-4FCD-81E2-4C74958D6A27}">
      <dsp:nvSpPr>
        <dsp:cNvPr id="0" name=""/>
        <dsp:cNvSpPr/>
      </dsp:nvSpPr>
      <dsp:spPr>
        <a:xfrm>
          <a:off x="2649447" y="662363"/>
          <a:ext cx="6396344" cy="437158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Exception Hierarchy</a:t>
          </a:r>
        </a:p>
      </dsp:txBody>
      <dsp:txXfrm>
        <a:off x="2649447" y="662363"/>
        <a:ext cx="6396344" cy="662363"/>
      </dsp:txXfrm>
    </dsp:sp>
    <dsp:sp modelId="{78F08F96-F342-40B9-97BB-A45CB8663AC7}">
      <dsp:nvSpPr>
        <dsp:cNvPr id="0" name=""/>
        <dsp:cNvSpPr/>
      </dsp:nvSpPr>
      <dsp:spPr>
        <a:xfrm>
          <a:off x="927308" y="1324727"/>
          <a:ext cx="3444278" cy="3444278"/>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C3FE768-A7A6-4622-8658-F4C9B6760D50}">
      <dsp:nvSpPr>
        <dsp:cNvPr id="0" name=""/>
        <dsp:cNvSpPr/>
      </dsp:nvSpPr>
      <dsp:spPr>
        <a:xfrm>
          <a:off x="2649447" y="1324727"/>
          <a:ext cx="6396344" cy="3444278"/>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Exception Handling</a:t>
          </a:r>
        </a:p>
      </dsp:txBody>
      <dsp:txXfrm>
        <a:off x="2649447" y="1324727"/>
        <a:ext cx="6396344" cy="662358"/>
      </dsp:txXfrm>
    </dsp:sp>
    <dsp:sp modelId="{6FC20D63-93DD-487A-B6AF-EB4EB046618C}">
      <dsp:nvSpPr>
        <dsp:cNvPr id="0" name=""/>
        <dsp:cNvSpPr/>
      </dsp:nvSpPr>
      <dsp:spPr>
        <a:xfrm>
          <a:off x="1390960" y="1987086"/>
          <a:ext cx="2516975" cy="251697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FA5931F-CC03-40E6-B5DB-F4209AF7D170}">
      <dsp:nvSpPr>
        <dsp:cNvPr id="0" name=""/>
        <dsp:cNvSpPr/>
      </dsp:nvSpPr>
      <dsp:spPr>
        <a:xfrm>
          <a:off x="2649447" y="1987086"/>
          <a:ext cx="6396344" cy="251697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throw vs throws</a:t>
          </a:r>
        </a:p>
      </dsp:txBody>
      <dsp:txXfrm>
        <a:off x="2649447" y="1987086"/>
        <a:ext cx="6396344" cy="662363"/>
      </dsp:txXfrm>
    </dsp:sp>
    <dsp:sp modelId="{B035C65A-5981-4BF9-A8F4-F289D2556554}">
      <dsp:nvSpPr>
        <dsp:cNvPr id="0" name=""/>
        <dsp:cNvSpPr/>
      </dsp:nvSpPr>
      <dsp:spPr>
        <a:xfrm>
          <a:off x="1854614" y="2649449"/>
          <a:ext cx="1589667" cy="1589667"/>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14D5045-F4D0-4009-8125-F9BED4E985DD}">
      <dsp:nvSpPr>
        <dsp:cNvPr id="0" name=""/>
        <dsp:cNvSpPr/>
      </dsp:nvSpPr>
      <dsp:spPr>
        <a:xfrm>
          <a:off x="2649447" y="2649449"/>
          <a:ext cx="6396344" cy="158966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Custom Exception</a:t>
          </a:r>
        </a:p>
      </dsp:txBody>
      <dsp:txXfrm>
        <a:off x="2649447" y="2649449"/>
        <a:ext cx="6396344" cy="662363"/>
      </dsp:txXfrm>
    </dsp:sp>
    <dsp:sp modelId="{322D7596-8AE1-4347-8D6B-40C80BFB80F6}">
      <dsp:nvSpPr>
        <dsp:cNvPr id="0" name=""/>
        <dsp:cNvSpPr/>
      </dsp:nvSpPr>
      <dsp:spPr>
        <a:xfrm>
          <a:off x="2318268" y="3311813"/>
          <a:ext cx="662358" cy="662358"/>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7538816-F9BD-4DEF-99B0-4F74F8F3C1B1}">
      <dsp:nvSpPr>
        <dsp:cNvPr id="0" name=""/>
        <dsp:cNvSpPr/>
      </dsp:nvSpPr>
      <dsp:spPr>
        <a:xfrm>
          <a:off x="2649447" y="3311813"/>
          <a:ext cx="6396344" cy="662358"/>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Best Practices</a:t>
          </a:r>
        </a:p>
      </dsp:txBody>
      <dsp:txXfrm>
        <a:off x="2649447" y="3311813"/>
        <a:ext cx="6396344" cy="662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6A53FD-E7CD-4F21-B90C-3F449B6A1F20}">
      <dsp:nvSpPr>
        <dsp:cNvPr id="0" name=""/>
        <dsp:cNvSpPr/>
      </dsp:nvSpPr>
      <dsp:spPr>
        <a:xfrm>
          <a:off x="4863779" y="2383038"/>
          <a:ext cx="3726332" cy="443348"/>
        </a:xfrm>
        <a:custGeom>
          <a:avLst/>
          <a:gdLst/>
          <a:ahLst/>
          <a:cxnLst/>
          <a:rect l="0" t="0" r="0" b="0"/>
          <a:pathLst>
            <a:path>
              <a:moveTo>
                <a:pt x="0" y="0"/>
              </a:moveTo>
              <a:lnTo>
                <a:pt x="0" y="302129"/>
              </a:lnTo>
              <a:lnTo>
                <a:pt x="3726332" y="302129"/>
              </a:lnTo>
              <a:lnTo>
                <a:pt x="3726332" y="44334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34587F-B402-441E-A324-2CD54ECD0B72}">
      <dsp:nvSpPr>
        <dsp:cNvPr id="0" name=""/>
        <dsp:cNvSpPr/>
      </dsp:nvSpPr>
      <dsp:spPr>
        <a:xfrm>
          <a:off x="6726945" y="3794386"/>
          <a:ext cx="931583" cy="443348"/>
        </a:xfrm>
        <a:custGeom>
          <a:avLst/>
          <a:gdLst/>
          <a:ahLst/>
          <a:cxnLst/>
          <a:rect l="0" t="0" r="0" b="0"/>
          <a:pathLst>
            <a:path>
              <a:moveTo>
                <a:pt x="0" y="0"/>
              </a:moveTo>
              <a:lnTo>
                <a:pt x="0" y="302129"/>
              </a:lnTo>
              <a:lnTo>
                <a:pt x="931583" y="302129"/>
              </a:lnTo>
              <a:lnTo>
                <a:pt x="931583" y="443348"/>
              </a:lnTo>
            </a:path>
          </a:pathLst>
        </a:custGeom>
        <a:noFill/>
        <a:ln w="127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DE574-21A0-4820-BAE2-AB4CE01D6878}">
      <dsp:nvSpPr>
        <dsp:cNvPr id="0" name=""/>
        <dsp:cNvSpPr/>
      </dsp:nvSpPr>
      <dsp:spPr>
        <a:xfrm>
          <a:off x="5795362" y="3794386"/>
          <a:ext cx="931583" cy="443348"/>
        </a:xfrm>
        <a:custGeom>
          <a:avLst/>
          <a:gdLst/>
          <a:ahLst/>
          <a:cxnLst/>
          <a:rect l="0" t="0" r="0" b="0"/>
          <a:pathLst>
            <a:path>
              <a:moveTo>
                <a:pt x="931583" y="0"/>
              </a:moveTo>
              <a:lnTo>
                <a:pt x="931583" y="302129"/>
              </a:lnTo>
              <a:lnTo>
                <a:pt x="0" y="302129"/>
              </a:lnTo>
              <a:lnTo>
                <a:pt x="0" y="443348"/>
              </a:lnTo>
            </a:path>
          </a:pathLst>
        </a:custGeom>
        <a:noFill/>
        <a:ln w="127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E7A422-78FD-4584-BC66-26846FF2BFBD}">
      <dsp:nvSpPr>
        <dsp:cNvPr id="0" name=""/>
        <dsp:cNvSpPr/>
      </dsp:nvSpPr>
      <dsp:spPr>
        <a:xfrm>
          <a:off x="4863779" y="2383038"/>
          <a:ext cx="1863166" cy="443348"/>
        </a:xfrm>
        <a:custGeom>
          <a:avLst/>
          <a:gdLst/>
          <a:ahLst/>
          <a:cxnLst/>
          <a:rect l="0" t="0" r="0" b="0"/>
          <a:pathLst>
            <a:path>
              <a:moveTo>
                <a:pt x="0" y="0"/>
              </a:moveTo>
              <a:lnTo>
                <a:pt x="0" y="302129"/>
              </a:lnTo>
              <a:lnTo>
                <a:pt x="1863166" y="302129"/>
              </a:lnTo>
              <a:lnTo>
                <a:pt x="1863166" y="44334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F2CDDA-38ED-438C-B2F6-487B32FBD758}">
      <dsp:nvSpPr>
        <dsp:cNvPr id="0" name=""/>
        <dsp:cNvSpPr/>
      </dsp:nvSpPr>
      <dsp:spPr>
        <a:xfrm>
          <a:off x="4818059" y="2383038"/>
          <a:ext cx="91440" cy="443348"/>
        </a:xfrm>
        <a:custGeom>
          <a:avLst/>
          <a:gdLst/>
          <a:ahLst/>
          <a:cxnLst/>
          <a:rect l="0" t="0" r="0" b="0"/>
          <a:pathLst>
            <a:path>
              <a:moveTo>
                <a:pt x="45720" y="0"/>
              </a:moveTo>
              <a:lnTo>
                <a:pt x="45720" y="44334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69B580-702E-4DDB-9C7E-73828928D9B9}">
      <dsp:nvSpPr>
        <dsp:cNvPr id="0" name=""/>
        <dsp:cNvSpPr/>
      </dsp:nvSpPr>
      <dsp:spPr>
        <a:xfrm>
          <a:off x="3000613" y="2383038"/>
          <a:ext cx="1863166" cy="443348"/>
        </a:xfrm>
        <a:custGeom>
          <a:avLst/>
          <a:gdLst/>
          <a:ahLst/>
          <a:cxnLst/>
          <a:rect l="0" t="0" r="0" b="0"/>
          <a:pathLst>
            <a:path>
              <a:moveTo>
                <a:pt x="1863166" y="0"/>
              </a:moveTo>
              <a:lnTo>
                <a:pt x="1863166" y="302129"/>
              </a:lnTo>
              <a:lnTo>
                <a:pt x="0" y="302129"/>
              </a:lnTo>
              <a:lnTo>
                <a:pt x="0" y="44334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85B6E1-FB63-4D85-A0BC-0609A41359F6}">
      <dsp:nvSpPr>
        <dsp:cNvPr id="0" name=""/>
        <dsp:cNvSpPr/>
      </dsp:nvSpPr>
      <dsp:spPr>
        <a:xfrm>
          <a:off x="1137447" y="2383038"/>
          <a:ext cx="3726332" cy="443348"/>
        </a:xfrm>
        <a:custGeom>
          <a:avLst/>
          <a:gdLst/>
          <a:ahLst/>
          <a:cxnLst/>
          <a:rect l="0" t="0" r="0" b="0"/>
          <a:pathLst>
            <a:path>
              <a:moveTo>
                <a:pt x="3726332" y="0"/>
              </a:moveTo>
              <a:lnTo>
                <a:pt x="3726332" y="302129"/>
              </a:lnTo>
              <a:lnTo>
                <a:pt x="0" y="302129"/>
              </a:lnTo>
              <a:lnTo>
                <a:pt x="0" y="44334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3E1F39-9143-4776-A0AD-D039B9A2CC42}">
      <dsp:nvSpPr>
        <dsp:cNvPr id="0" name=""/>
        <dsp:cNvSpPr/>
      </dsp:nvSpPr>
      <dsp:spPr>
        <a:xfrm>
          <a:off x="3932196" y="971689"/>
          <a:ext cx="931583" cy="443348"/>
        </a:xfrm>
        <a:custGeom>
          <a:avLst/>
          <a:gdLst/>
          <a:ahLst/>
          <a:cxnLst/>
          <a:rect l="0" t="0" r="0" b="0"/>
          <a:pathLst>
            <a:path>
              <a:moveTo>
                <a:pt x="0" y="0"/>
              </a:moveTo>
              <a:lnTo>
                <a:pt x="0" y="302129"/>
              </a:lnTo>
              <a:lnTo>
                <a:pt x="931583" y="302129"/>
              </a:lnTo>
              <a:lnTo>
                <a:pt x="931583" y="443348"/>
              </a:lnTo>
            </a:path>
          </a:pathLst>
        </a:custGeom>
        <a:noFill/>
        <a:ln w="127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D4DF6E-0361-4157-963B-7238DC395657}">
      <dsp:nvSpPr>
        <dsp:cNvPr id="0" name=""/>
        <dsp:cNvSpPr/>
      </dsp:nvSpPr>
      <dsp:spPr>
        <a:xfrm>
          <a:off x="3000613" y="971689"/>
          <a:ext cx="931583" cy="443348"/>
        </a:xfrm>
        <a:custGeom>
          <a:avLst/>
          <a:gdLst/>
          <a:ahLst/>
          <a:cxnLst/>
          <a:rect l="0" t="0" r="0" b="0"/>
          <a:pathLst>
            <a:path>
              <a:moveTo>
                <a:pt x="931583" y="0"/>
              </a:moveTo>
              <a:lnTo>
                <a:pt x="931583" y="302129"/>
              </a:lnTo>
              <a:lnTo>
                <a:pt x="0" y="302129"/>
              </a:lnTo>
              <a:lnTo>
                <a:pt x="0" y="443348"/>
              </a:lnTo>
            </a:path>
          </a:pathLst>
        </a:custGeom>
        <a:noFill/>
        <a:ln w="127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1D0A06-5769-4C58-A398-AC154A53C331}">
      <dsp:nvSpPr>
        <dsp:cNvPr id="0" name=""/>
        <dsp:cNvSpPr/>
      </dsp:nvSpPr>
      <dsp:spPr>
        <a:xfrm>
          <a:off x="3169992" y="3690"/>
          <a:ext cx="1524408" cy="96799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AD4DE77-89B9-4084-A8CA-2B0546BACC6F}">
      <dsp:nvSpPr>
        <dsp:cNvPr id="0" name=""/>
        <dsp:cNvSpPr/>
      </dsp:nvSpPr>
      <dsp:spPr>
        <a:xfrm>
          <a:off x="3339370" y="164599"/>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Throwable</a:t>
          </a:r>
        </a:p>
      </dsp:txBody>
      <dsp:txXfrm>
        <a:off x="3367722" y="192951"/>
        <a:ext cx="1467704" cy="911295"/>
      </dsp:txXfrm>
    </dsp:sp>
    <dsp:sp modelId="{FDF28070-61EB-420E-8854-0B9DAF457143}">
      <dsp:nvSpPr>
        <dsp:cNvPr id="0" name=""/>
        <dsp:cNvSpPr/>
      </dsp:nvSpPr>
      <dsp:spPr>
        <a:xfrm>
          <a:off x="2238409" y="1415038"/>
          <a:ext cx="1524408" cy="96799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C35E948-E6AF-49B8-9063-DAAA9C8FEA1C}">
      <dsp:nvSpPr>
        <dsp:cNvPr id="0" name=""/>
        <dsp:cNvSpPr/>
      </dsp:nvSpPr>
      <dsp:spPr>
        <a:xfrm>
          <a:off x="2407787" y="1575948"/>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Error</a:t>
          </a:r>
        </a:p>
      </dsp:txBody>
      <dsp:txXfrm>
        <a:off x="2436139" y="1604300"/>
        <a:ext cx="1467704" cy="911295"/>
      </dsp:txXfrm>
    </dsp:sp>
    <dsp:sp modelId="{F4E7658A-8577-41F8-8B87-FE6986067F8B}">
      <dsp:nvSpPr>
        <dsp:cNvPr id="0" name=""/>
        <dsp:cNvSpPr/>
      </dsp:nvSpPr>
      <dsp:spPr>
        <a:xfrm>
          <a:off x="4101575" y="1415038"/>
          <a:ext cx="1524408" cy="96799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99536AF6-21DD-47F0-9FB7-51843A706FC0}">
      <dsp:nvSpPr>
        <dsp:cNvPr id="0" name=""/>
        <dsp:cNvSpPr/>
      </dsp:nvSpPr>
      <dsp:spPr>
        <a:xfrm>
          <a:off x="4270954" y="1575948"/>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Exception</a:t>
          </a:r>
        </a:p>
      </dsp:txBody>
      <dsp:txXfrm>
        <a:off x="4299306" y="1604300"/>
        <a:ext cx="1467704" cy="911295"/>
      </dsp:txXfrm>
    </dsp:sp>
    <dsp:sp modelId="{8108F32E-A9F0-4F95-99DD-3F7A22572272}">
      <dsp:nvSpPr>
        <dsp:cNvPr id="0" name=""/>
        <dsp:cNvSpPr/>
      </dsp:nvSpPr>
      <dsp:spPr>
        <a:xfrm>
          <a:off x="375242" y="2826387"/>
          <a:ext cx="1524408" cy="96799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29448D6C-BB8D-4311-96FA-375CABF98305}">
      <dsp:nvSpPr>
        <dsp:cNvPr id="0" name=""/>
        <dsp:cNvSpPr/>
      </dsp:nvSpPr>
      <dsp:spPr>
        <a:xfrm>
          <a:off x="544621" y="2987296"/>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err="1"/>
            <a:t>IOException</a:t>
          </a:r>
          <a:endParaRPr lang="en-IN" sz="1100" kern="1200" dirty="0"/>
        </a:p>
      </dsp:txBody>
      <dsp:txXfrm>
        <a:off x="572973" y="3015648"/>
        <a:ext cx="1467704" cy="911295"/>
      </dsp:txXfrm>
    </dsp:sp>
    <dsp:sp modelId="{F690CE34-DD58-417E-932D-3540E7B7F756}">
      <dsp:nvSpPr>
        <dsp:cNvPr id="0" name=""/>
        <dsp:cNvSpPr/>
      </dsp:nvSpPr>
      <dsp:spPr>
        <a:xfrm>
          <a:off x="2238409" y="2826387"/>
          <a:ext cx="1524408" cy="96799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E7CFD9A-51F8-416E-B0EF-432AF4146977}">
      <dsp:nvSpPr>
        <dsp:cNvPr id="0" name=""/>
        <dsp:cNvSpPr/>
      </dsp:nvSpPr>
      <dsp:spPr>
        <a:xfrm>
          <a:off x="2407787" y="2987296"/>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err="1"/>
            <a:t>SQLException</a:t>
          </a:r>
          <a:endParaRPr lang="en-IN" sz="1100" kern="1200" dirty="0"/>
        </a:p>
      </dsp:txBody>
      <dsp:txXfrm>
        <a:off x="2436139" y="3015648"/>
        <a:ext cx="1467704" cy="911295"/>
      </dsp:txXfrm>
    </dsp:sp>
    <dsp:sp modelId="{CDDD0634-7773-4E2B-9360-2578834F5E4D}">
      <dsp:nvSpPr>
        <dsp:cNvPr id="0" name=""/>
        <dsp:cNvSpPr/>
      </dsp:nvSpPr>
      <dsp:spPr>
        <a:xfrm>
          <a:off x="4101575" y="2826387"/>
          <a:ext cx="1524408" cy="96799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94B598CD-CCE6-4DEB-BBF0-F9FA2B00A7B0}">
      <dsp:nvSpPr>
        <dsp:cNvPr id="0" name=""/>
        <dsp:cNvSpPr/>
      </dsp:nvSpPr>
      <dsp:spPr>
        <a:xfrm>
          <a:off x="4270954" y="2987296"/>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a:t>
          </a:r>
          <a:endParaRPr lang="en-IN" sz="1100" kern="1200" dirty="0"/>
        </a:p>
      </dsp:txBody>
      <dsp:txXfrm>
        <a:off x="4299306" y="3015648"/>
        <a:ext cx="1467704" cy="911295"/>
      </dsp:txXfrm>
    </dsp:sp>
    <dsp:sp modelId="{269BE5E7-8BB1-40D5-B083-7529A589698D}">
      <dsp:nvSpPr>
        <dsp:cNvPr id="0" name=""/>
        <dsp:cNvSpPr/>
      </dsp:nvSpPr>
      <dsp:spPr>
        <a:xfrm>
          <a:off x="5964741" y="2826387"/>
          <a:ext cx="1524408" cy="96799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6925F75B-C2A8-4185-8340-1006E0F18005}">
      <dsp:nvSpPr>
        <dsp:cNvPr id="0" name=""/>
        <dsp:cNvSpPr/>
      </dsp:nvSpPr>
      <dsp:spPr>
        <a:xfrm>
          <a:off x="6134120" y="2987296"/>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err="1"/>
            <a:t>RuntimeException</a:t>
          </a:r>
          <a:endParaRPr lang="en-IN" sz="1100" kern="1200" dirty="0"/>
        </a:p>
      </dsp:txBody>
      <dsp:txXfrm>
        <a:off x="6162472" y="3015648"/>
        <a:ext cx="1467704" cy="911295"/>
      </dsp:txXfrm>
    </dsp:sp>
    <dsp:sp modelId="{975E6E68-90B6-4EFA-97DC-BDC45A2C9515}">
      <dsp:nvSpPr>
        <dsp:cNvPr id="0" name=""/>
        <dsp:cNvSpPr/>
      </dsp:nvSpPr>
      <dsp:spPr>
        <a:xfrm>
          <a:off x="5033158" y="4237735"/>
          <a:ext cx="1524408" cy="96799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FAA14810-7AC0-4E48-9089-7A6D46A73BBE}">
      <dsp:nvSpPr>
        <dsp:cNvPr id="0" name=""/>
        <dsp:cNvSpPr/>
      </dsp:nvSpPr>
      <dsp:spPr>
        <a:xfrm>
          <a:off x="5202537" y="4398645"/>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err="1"/>
            <a:t>NullPointerException</a:t>
          </a:r>
          <a:endParaRPr lang="en-IN" sz="1100" kern="1200" dirty="0"/>
        </a:p>
      </dsp:txBody>
      <dsp:txXfrm>
        <a:off x="5230889" y="4426997"/>
        <a:ext cx="1467704" cy="911295"/>
      </dsp:txXfrm>
    </dsp:sp>
    <dsp:sp modelId="{F75C01AF-8D8D-4D90-9058-C65D1053C597}">
      <dsp:nvSpPr>
        <dsp:cNvPr id="0" name=""/>
        <dsp:cNvSpPr/>
      </dsp:nvSpPr>
      <dsp:spPr>
        <a:xfrm>
          <a:off x="6896324" y="4237735"/>
          <a:ext cx="1524408" cy="96799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81A58605-73BA-4098-9FE3-9F382469EA7B}">
      <dsp:nvSpPr>
        <dsp:cNvPr id="0" name=""/>
        <dsp:cNvSpPr/>
      </dsp:nvSpPr>
      <dsp:spPr>
        <a:xfrm>
          <a:off x="7065703" y="4398645"/>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err="1"/>
            <a:t>ArithmeticException</a:t>
          </a:r>
          <a:endParaRPr lang="en-IN" sz="1100" kern="1200" dirty="0"/>
        </a:p>
      </dsp:txBody>
      <dsp:txXfrm>
        <a:off x="7094055" y="4426997"/>
        <a:ext cx="1467704" cy="911295"/>
      </dsp:txXfrm>
    </dsp:sp>
    <dsp:sp modelId="{537E8E96-726C-4645-860E-FF336DE2BEFC}">
      <dsp:nvSpPr>
        <dsp:cNvPr id="0" name=""/>
        <dsp:cNvSpPr/>
      </dsp:nvSpPr>
      <dsp:spPr>
        <a:xfrm>
          <a:off x="7827907" y="2826387"/>
          <a:ext cx="1524408" cy="967999"/>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32E3D30D-F0F7-4A18-9C8C-2F7323BB0C74}">
      <dsp:nvSpPr>
        <dsp:cNvPr id="0" name=""/>
        <dsp:cNvSpPr/>
      </dsp:nvSpPr>
      <dsp:spPr>
        <a:xfrm>
          <a:off x="7997286" y="2987296"/>
          <a:ext cx="1524408" cy="96799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dirty="0"/>
            <a:t>………</a:t>
          </a:r>
        </a:p>
      </dsp:txBody>
      <dsp:txXfrm>
        <a:off x="8025638" y="3015648"/>
        <a:ext cx="1467704" cy="911295"/>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CF51D-2CA1-4036-9BAF-10979399AB3B}"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1FD81-BCC5-4427-8597-1D23DC5F353E}" type="slidenum">
              <a:rPr lang="en-IN" smtClean="0"/>
              <a:t>‹#›</a:t>
            </a:fld>
            <a:endParaRPr lang="en-IN"/>
          </a:p>
        </p:txBody>
      </p:sp>
    </p:spTree>
    <p:extLst>
      <p:ext uri="{BB962C8B-B14F-4D97-AF65-F5344CB8AC3E}">
        <p14:creationId xmlns:p14="http://schemas.microsoft.com/office/powerpoint/2010/main" val="74629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31FD81-BCC5-4427-8597-1D23DC5F353E}" type="slidenum">
              <a:rPr lang="en-IN" smtClean="0"/>
              <a:t>2</a:t>
            </a:fld>
            <a:endParaRPr lang="en-IN"/>
          </a:p>
        </p:txBody>
      </p:sp>
    </p:spTree>
    <p:extLst>
      <p:ext uri="{BB962C8B-B14F-4D97-AF65-F5344CB8AC3E}">
        <p14:creationId xmlns:p14="http://schemas.microsoft.com/office/powerpoint/2010/main" val="39078262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6656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90B59F-74D7-40A6-8C1E-2D62BF488CDC}"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38173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lumMod val="20000"/>
            <a:lumOff val="80000"/>
            <a:alpha val="25000"/>
          </a:schemeClr>
        </a:solid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6" y="776216"/>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780554"/>
            <a:ext cx="1602997" cy="144270"/>
          </a:xfrm>
          <a:prstGeom prst="rect">
            <a:avLst/>
          </a:prstGeom>
        </p:spPr>
      </p:pic>
      <p:sp>
        <p:nvSpPr>
          <p:cNvPr id="17" name="Rectangle 16"/>
          <p:cNvSpPr/>
          <p:nvPr/>
        </p:nvSpPr>
        <p:spPr bwMode="ltGray">
          <a:xfrm>
            <a:off x="0" y="208315"/>
            <a:ext cx="10437812" cy="581094"/>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208315"/>
            <a:ext cx="1602997" cy="581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6726" y="-36183"/>
            <a:ext cx="9613861" cy="1080938"/>
          </a:xfrm>
        </p:spPr>
        <p:txBody>
          <a:bodyPr/>
          <a:lstStyle/>
          <a:p>
            <a:r>
              <a:rPr lang="en-US"/>
              <a:t>Click to edit Master title style</a:t>
            </a:r>
            <a:endParaRPr lang="en-US" dirty="0"/>
          </a:p>
        </p:txBody>
      </p:sp>
      <p:sp>
        <p:nvSpPr>
          <p:cNvPr id="3" name="Content Placeholder 2"/>
          <p:cNvSpPr>
            <a:spLocks noGrp="1"/>
          </p:cNvSpPr>
          <p:nvPr>
            <p:ph idx="1"/>
          </p:nvPr>
        </p:nvSpPr>
        <p:spPr>
          <a:xfrm>
            <a:off x="36726" y="1059445"/>
            <a:ext cx="11784691" cy="47041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6" name="Slide Number Placeholder 5"/>
          <p:cNvSpPr>
            <a:spLocks noGrp="1"/>
          </p:cNvSpPr>
          <p:nvPr>
            <p:ph type="sldNum" sz="quarter" idx="12"/>
          </p:nvPr>
        </p:nvSpPr>
        <p:spPr>
          <a:xfrm>
            <a:off x="10876033" y="270769"/>
            <a:ext cx="945384" cy="447331"/>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0868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698547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90B59F-74D7-40A6-8C1E-2D62BF488CDC}"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82384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90B59F-74D7-40A6-8C1E-2D62BF488CDC}"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16403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B90B59F-74D7-40A6-8C1E-2D62BF488CDC}" type="datetimeFigureOut">
              <a:rPr lang="en-IN" smtClean="0"/>
              <a:t>06-02-2026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0072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56299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10980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1156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074119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5143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759224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843003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05797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820946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FB90B59F-74D7-40A6-8C1E-2D62BF488CDC}" type="datetimeFigureOut">
              <a:rPr lang="en-IN" smtClean="0"/>
              <a:t>06-02-2026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277428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90B59F-74D7-40A6-8C1E-2D62BF488CDC}" type="datetimeFigureOut">
              <a:rPr lang="en-IN" smtClean="0"/>
              <a:t>06-02-2026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1688120243"/>
      </p:ext>
    </p:extLst>
  </p:cSld>
  <p:clrMap bg1="dk1" tx1="lt1" bg2="dk2" tx2="lt2" accent1="accent1" accent2="accent2" accent3="accent3" accent4="accent4" accent5="accent5" accent6="accent6" hlink="hlink" folHlink="folHlink"/>
  <p:sldLayoutIdLst>
    <p:sldLayoutId id="2147483661" r:id="rId1"/>
    <p:sldLayoutId id="2147483663" r:id="rId2"/>
    <p:sldLayoutId id="214748366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55A1-778B-CBD3-2A30-970B27E7B103}"/>
              </a:ext>
            </a:extLst>
          </p:cNvPr>
          <p:cNvSpPr>
            <a:spLocks noGrp="1"/>
          </p:cNvSpPr>
          <p:nvPr>
            <p:ph type="ctrTitle"/>
          </p:nvPr>
        </p:nvSpPr>
        <p:spPr/>
        <p:txBody>
          <a:bodyPr/>
          <a:lstStyle/>
          <a:p>
            <a:r>
              <a:rPr lang="en-IN" sz="4400" dirty="0">
                <a:latin typeface="Bauhaus 93" panose="04030905020B02020C02" pitchFamily="82" charset="0"/>
                <a:ea typeface="Cambria" panose="02040503050406030204" pitchFamily="18" charset="0"/>
              </a:rPr>
              <a:t>&lt;</a:t>
            </a:r>
            <a:r>
              <a:rPr lang="en-IN" sz="4400" dirty="0">
                <a:solidFill>
                  <a:schemeClr val="accent1"/>
                </a:solidFill>
                <a:latin typeface="Bauhaus 93" panose="04030905020B02020C02" pitchFamily="82" charset="0"/>
                <a:ea typeface="Cambria" panose="02040503050406030204" pitchFamily="18" charset="0"/>
              </a:rPr>
              <a:t>ai</a:t>
            </a:r>
            <a:r>
              <a:rPr lang="en-IN" sz="4400"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sz="4400" dirty="0">
                <a:latin typeface="Bauhaus 93" panose="04030905020B02020C02" pitchFamily="82" charset="0"/>
                <a:ea typeface="Cambria" panose="02040503050406030204" pitchFamily="18" charset="0"/>
              </a:rPr>
              <a:t>ABS</a:t>
            </a:r>
          </a:p>
        </p:txBody>
      </p:sp>
      <p:sp>
        <p:nvSpPr>
          <p:cNvPr id="3" name="Subtitle 2">
            <a:extLst>
              <a:ext uri="{FF2B5EF4-FFF2-40B4-BE49-F238E27FC236}">
                <a16:creationId xmlns:a16="http://schemas.microsoft.com/office/drawing/2014/main" id="{C0267B07-2AB6-250A-AB80-DE8B50BCA02E}"/>
              </a:ext>
            </a:extLst>
          </p:cNvPr>
          <p:cNvSpPr>
            <a:spLocks noGrp="1"/>
          </p:cNvSpPr>
          <p:nvPr>
            <p:ph type="subTitle" idx="1"/>
          </p:nvPr>
        </p:nvSpPr>
        <p:spPr/>
        <p:txBody>
          <a:bodyPr>
            <a:normAutofit/>
          </a:bodyPr>
          <a:lstStyle/>
          <a:p>
            <a:r>
              <a:rPr lang="en-IN" sz="2400" b="1" dirty="0">
                <a:latin typeface="Agency FB" panose="020B0503020202020204" pitchFamily="34" charset="0"/>
              </a:rPr>
              <a:t>Core JAVA</a:t>
            </a:r>
          </a:p>
        </p:txBody>
      </p:sp>
      <p:sp>
        <p:nvSpPr>
          <p:cNvPr id="4" name="Date Placeholder 3">
            <a:extLst>
              <a:ext uri="{FF2B5EF4-FFF2-40B4-BE49-F238E27FC236}">
                <a16:creationId xmlns:a16="http://schemas.microsoft.com/office/drawing/2014/main" id="{40C98916-F9E7-EBAC-BE3B-5EA900294F2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2705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9174-4221-2E61-2BBA-A5675E5D7557}"/>
              </a:ext>
            </a:extLst>
          </p:cNvPr>
          <p:cNvSpPr>
            <a:spLocks noGrp="1"/>
          </p:cNvSpPr>
          <p:nvPr>
            <p:ph type="title"/>
          </p:nvPr>
        </p:nvSpPr>
        <p:spPr/>
        <p:txBody>
          <a:bodyPr>
            <a:normAutofit/>
          </a:bodyPr>
          <a:lstStyle/>
          <a:p>
            <a:r>
              <a:rPr lang="en-IN" sz="2400" dirty="0"/>
              <a:t>Exception Handling {</a:t>
            </a:r>
            <a:r>
              <a:rPr lang="en-IN" sz="2000" dirty="0"/>
              <a:t>Agenda</a:t>
            </a:r>
            <a:r>
              <a:rPr lang="en-IN" sz="2400" dirty="0"/>
              <a:t>}</a:t>
            </a:r>
          </a:p>
        </p:txBody>
      </p:sp>
      <p:sp>
        <p:nvSpPr>
          <p:cNvPr id="3" name="Content Placeholder 2">
            <a:extLst>
              <a:ext uri="{FF2B5EF4-FFF2-40B4-BE49-F238E27FC236}">
                <a16:creationId xmlns:a16="http://schemas.microsoft.com/office/drawing/2014/main" id="{99FD9D6B-D71E-9A8C-F04C-695B0CF7BE78}"/>
              </a:ext>
            </a:extLst>
          </p:cNvPr>
          <p:cNvSpPr>
            <a:spLocks noGrp="1"/>
          </p:cNvSpPr>
          <p:nvPr>
            <p:ph idx="1"/>
          </p:nvPr>
        </p:nvSpPr>
        <p:spPr/>
        <p:txBody>
          <a:bodyPr/>
          <a:lstStyle/>
          <a:p>
            <a:pPr marL="0" indent="0">
              <a:buNone/>
            </a:pPr>
            <a:endParaRPr lang="en-US" b="1" dirty="0">
              <a:solidFill>
                <a:schemeClr val="bg1"/>
              </a:solidFill>
            </a:endParaRPr>
          </a:p>
          <a:p>
            <a:pPr marL="0" indent="0">
              <a:buNone/>
            </a:pPr>
            <a:endParaRPr lang="en-US" sz="900" dirty="0">
              <a:solidFill>
                <a:schemeClr val="bg1"/>
              </a:solidFill>
            </a:endParaRPr>
          </a:p>
        </p:txBody>
      </p:sp>
      <p:sp>
        <p:nvSpPr>
          <p:cNvPr id="4" name="Date Placeholder 3">
            <a:extLst>
              <a:ext uri="{FF2B5EF4-FFF2-40B4-BE49-F238E27FC236}">
                <a16:creationId xmlns:a16="http://schemas.microsoft.com/office/drawing/2014/main" id="{952D7DBE-7876-EDF4-6E90-83F9BF3C574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graphicFrame>
        <p:nvGraphicFramePr>
          <p:cNvPr id="5" name="Diagram 4">
            <a:extLst>
              <a:ext uri="{FF2B5EF4-FFF2-40B4-BE49-F238E27FC236}">
                <a16:creationId xmlns:a16="http://schemas.microsoft.com/office/drawing/2014/main" id="{C0D294A9-1C75-20B8-E943-80AC12FC0B6F}"/>
              </a:ext>
            </a:extLst>
          </p:cNvPr>
          <p:cNvGraphicFramePr/>
          <p:nvPr>
            <p:extLst>
              <p:ext uri="{D42A27DB-BD31-4B8C-83A1-F6EECF244321}">
                <p14:modId xmlns:p14="http://schemas.microsoft.com/office/powerpoint/2010/main" val="3063567013"/>
              </p:ext>
            </p:extLst>
          </p:nvPr>
        </p:nvGraphicFramePr>
        <p:xfrm>
          <a:off x="311150" y="1044755"/>
          <a:ext cx="9045792" cy="5298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938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AC8B-BB9D-1C73-7C6C-6DA31094E304}"/>
              </a:ext>
            </a:extLst>
          </p:cNvPr>
          <p:cNvSpPr>
            <a:spLocks noGrp="1"/>
          </p:cNvSpPr>
          <p:nvPr>
            <p:ph type="title"/>
          </p:nvPr>
        </p:nvSpPr>
        <p:spPr/>
        <p:txBody>
          <a:bodyPr>
            <a:normAutofit/>
          </a:bodyPr>
          <a:lstStyle/>
          <a:p>
            <a:r>
              <a:rPr lang="en-IN" sz="2400" dirty="0"/>
              <a:t>Exception</a:t>
            </a:r>
          </a:p>
        </p:txBody>
      </p:sp>
      <p:sp>
        <p:nvSpPr>
          <p:cNvPr id="3" name="Content Placeholder 2">
            <a:extLst>
              <a:ext uri="{FF2B5EF4-FFF2-40B4-BE49-F238E27FC236}">
                <a16:creationId xmlns:a16="http://schemas.microsoft.com/office/drawing/2014/main" id="{873004C9-CF4E-F114-217D-A5DA9CBD3A41}"/>
              </a:ext>
            </a:extLst>
          </p:cNvPr>
          <p:cNvSpPr>
            <a:spLocks noGrp="1"/>
          </p:cNvSpPr>
          <p:nvPr>
            <p:ph idx="1"/>
          </p:nvPr>
        </p:nvSpPr>
        <p:spPr>
          <a:xfrm>
            <a:off x="59444" y="928815"/>
            <a:ext cx="11784691" cy="5386511"/>
          </a:xfrm>
        </p:spPr>
        <p:txBody>
          <a:bodyPr>
            <a:normAutofit lnSpcReduction="10000"/>
          </a:bodyPr>
          <a:lstStyle/>
          <a:p>
            <a:pPr marL="0" indent="0">
              <a:buNone/>
            </a:pPr>
            <a:r>
              <a:rPr lang="en-US" sz="1800" dirty="0">
                <a:solidFill>
                  <a:schemeClr val="bg1"/>
                </a:solidFill>
              </a:rPr>
              <a:t>An </a:t>
            </a:r>
            <a:r>
              <a:rPr lang="en-US" sz="1800" b="1" dirty="0">
                <a:solidFill>
                  <a:schemeClr val="bg1"/>
                </a:solidFill>
              </a:rPr>
              <a:t>exception</a:t>
            </a:r>
            <a:r>
              <a:rPr lang="en-US" sz="1800" dirty="0">
                <a:solidFill>
                  <a:schemeClr val="bg1"/>
                </a:solidFill>
              </a:rPr>
              <a:t> is a signal that something unexpected happened while a Java program was running, which interrupts the normal sequence of instructions. When an exceptional condition occurs (for example, trying to divide by zero, reading a missing file, or using a null reference), Java creates an exception object and throws it. That object travels up the call stack until some code catches it and decides how to handle the problem, or until the program ends.</a:t>
            </a:r>
          </a:p>
          <a:p>
            <a:pPr marL="0" indent="0">
              <a:buNone/>
            </a:pPr>
            <a:endParaRPr lang="en-US" sz="1800" dirty="0">
              <a:solidFill>
                <a:schemeClr val="bg1"/>
              </a:solidFill>
            </a:endParaRPr>
          </a:p>
          <a:p>
            <a:pPr marL="0" indent="0">
              <a:buNone/>
            </a:pPr>
            <a:r>
              <a:rPr lang="en-US" sz="1800" dirty="0">
                <a:solidFill>
                  <a:schemeClr val="bg1"/>
                </a:solidFill>
              </a:rPr>
              <a:t>Key points</a:t>
            </a:r>
          </a:p>
          <a:p>
            <a:pPr marL="342900" indent="-342900">
              <a:buFont typeface="+mj-lt"/>
              <a:buAutoNum type="arabicPeriod"/>
            </a:pPr>
            <a:r>
              <a:rPr lang="en-US" sz="1800" b="1" dirty="0">
                <a:solidFill>
                  <a:schemeClr val="bg1"/>
                </a:solidFill>
              </a:rPr>
              <a:t>Thrown at runtime</a:t>
            </a:r>
            <a:r>
              <a:rPr lang="en-US" sz="1800" dirty="0">
                <a:solidFill>
                  <a:schemeClr val="bg1"/>
                </a:solidFill>
              </a:rPr>
              <a:t> when an error or unusual condition is detected.</a:t>
            </a:r>
          </a:p>
          <a:p>
            <a:pPr marL="342900" indent="-342900">
              <a:buFont typeface="+mj-lt"/>
              <a:buAutoNum type="arabicPeriod"/>
            </a:pPr>
            <a:r>
              <a:rPr lang="en-US" sz="1800" b="1" dirty="0">
                <a:solidFill>
                  <a:schemeClr val="bg1"/>
                </a:solidFill>
              </a:rPr>
              <a:t>Propagates</a:t>
            </a:r>
            <a:r>
              <a:rPr lang="en-US" sz="1800" dirty="0">
                <a:solidFill>
                  <a:schemeClr val="bg1"/>
                </a:solidFill>
              </a:rPr>
              <a:t> up through method calls until handled.</a:t>
            </a:r>
          </a:p>
          <a:p>
            <a:pPr marL="342900" indent="-342900">
              <a:buFont typeface="+mj-lt"/>
              <a:buAutoNum type="arabicPeriod"/>
            </a:pPr>
            <a:r>
              <a:rPr lang="en-US" sz="1800" b="1" dirty="0">
                <a:solidFill>
                  <a:schemeClr val="bg1"/>
                </a:solidFill>
              </a:rPr>
              <a:t>Catchable</a:t>
            </a:r>
            <a:r>
              <a:rPr lang="en-US" sz="1800" dirty="0">
                <a:solidFill>
                  <a:schemeClr val="bg1"/>
                </a:solidFill>
              </a:rPr>
              <a:t> by catch blocks so the program can recover, log, or fail gracefully.</a:t>
            </a:r>
          </a:p>
          <a:p>
            <a:pPr marL="342900" indent="-342900">
              <a:buFont typeface="+mj-lt"/>
              <a:buAutoNum type="arabicPeriod"/>
            </a:pPr>
            <a:r>
              <a:rPr lang="en-US" sz="1800" b="1" dirty="0">
                <a:solidFill>
                  <a:schemeClr val="bg1"/>
                </a:solidFill>
              </a:rPr>
              <a:t>Classified</a:t>
            </a:r>
            <a:r>
              <a:rPr lang="en-US" sz="1800" dirty="0">
                <a:solidFill>
                  <a:schemeClr val="bg1"/>
                </a:solidFill>
              </a:rPr>
              <a:t> as checked (must be declared/handled) or unchecked (runtime errors that need not be declared).</a:t>
            </a:r>
          </a:p>
          <a:p>
            <a:pPr marL="342900" indent="-342900">
              <a:buFont typeface="+mj-lt"/>
              <a:buAutoNum type="arabicPeriod"/>
            </a:pPr>
            <a:r>
              <a:rPr lang="en-US" sz="1800" b="1" dirty="0">
                <a:solidFill>
                  <a:schemeClr val="bg1"/>
                </a:solidFill>
              </a:rPr>
              <a:t>Different from Error</a:t>
            </a:r>
            <a:r>
              <a:rPr lang="en-US" sz="1800" dirty="0">
                <a:solidFill>
                  <a:schemeClr val="bg1"/>
                </a:solidFill>
              </a:rPr>
              <a:t>: Error indicates serious JVM problems and is not normally handled.</a:t>
            </a:r>
          </a:p>
          <a:p>
            <a:pPr marL="0" indent="0">
              <a:buNone/>
            </a:pPr>
            <a:endParaRPr lang="en-US" sz="1800" dirty="0">
              <a:solidFill>
                <a:schemeClr val="bg1"/>
              </a:solidFill>
            </a:endParaRPr>
          </a:p>
          <a:p>
            <a:pPr marL="0" indent="0">
              <a:buNone/>
            </a:pPr>
            <a:r>
              <a:rPr lang="en-US" sz="1800" dirty="0">
                <a:solidFill>
                  <a:schemeClr val="bg1"/>
                </a:solidFill>
              </a:rPr>
              <a:t>Java exceptions are categorized into:</a:t>
            </a:r>
          </a:p>
          <a:p>
            <a:pPr marL="0" indent="0">
              <a:buNone/>
            </a:pPr>
            <a:endParaRPr lang="en-US" sz="1800" dirty="0">
              <a:solidFill>
                <a:schemeClr val="bg1"/>
              </a:solidFill>
            </a:endParaRPr>
          </a:p>
          <a:p>
            <a:pPr marL="342900" indent="-342900">
              <a:buFont typeface="+mj-lt"/>
              <a:buAutoNum type="arabicPeriod"/>
            </a:pPr>
            <a:r>
              <a:rPr lang="en-US" sz="1800" dirty="0">
                <a:solidFill>
                  <a:schemeClr val="bg1"/>
                </a:solidFill>
              </a:rPr>
              <a:t>Checked Exceptions: Must be declared or handled (e.g., </a:t>
            </a:r>
            <a:r>
              <a:rPr lang="en-US" sz="1800" dirty="0" err="1">
                <a:solidFill>
                  <a:schemeClr val="bg1"/>
                </a:solidFill>
              </a:rPr>
              <a:t>IOException</a:t>
            </a:r>
            <a:r>
              <a:rPr lang="en-US" sz="1800" dirty="0">
                <a:solidFill>
                  <a:schemeClr val="bg1"/>
                </a:solidFill>
              </a:rPr>
              <a:t>, </a:t>
            </a:r>
            <a:r>
              <a:rPr lang="en-US" sz="1800" dirty="0" err="1">
                <a:solidFill>
                  <a:schemeClr val="bg1"/>
                </a:solidFill>
              </a:rPr>
              <a:t>SQLException</a:t>
            </a:r>
            <a:r>
              <a:rPr lang="en-US" sz="1800" dirty="0">
                <a:solidFill>
                  <a:schemeClr val="bg1"/>
                </a:solidFill>
              </a:rPr>
              <a:t>).</a:t>
            </a:r>
          </a:p>
          <a:p>
            <a:pPr marL="342900" indent="-342900">
              <a:buFont typeface="+mj-lt"/>
              <a:buAutoNum type="arabicPeriod"/>
            </a:pPr>
            <a:r>
              <a:rPr lang="en-US" sz="1800" dirty="0">
                <a:solidFill>
                  <a:schemeClr val="bg1"/>
                </a:solidFill>
              </a:rPr>
              <a:t>Unchecked Exceptions: Runtime exceptions (e.g., </a:t>
            </a:r>
            <a:r>
              <a:rPr lang="en-US" sz="1800" dirty="0" err="1">
                <a:solidFill>
                  <a:schemeClr val="bg1"/>
                </a:solidFill>
              </a:rPr>
              <a:t>NullPointerException</a:t>
            </a:r>
            <a:r>
              <a:rPr lang="en-US" sz="1800" dirty="0">
                <a:solidFill>
                  <a:schemeClr val="bg1"/>
                </a:solidFill>
              </a:rPr>
              <a:t>, </a:t>
            </a:r>
            <a:r>
              <a:rPr lang="en-US" sz="1800" dirty="0" err="1">
                <a:solidFill>
                  <a:schemeClr val="bg1"/>
                </a:solidFill>
              </a:rPr>
              <a:t>ArithmeticException</a:t>
            </a:r>
            <a:r>
              <a:rPr lang="en-US" sz="1800" dirty="0">
                <a:solidFill>
                  <a:schemeClr val="bg1"/>
                </a:solidFill>
              </a:rPr>
              <a:t>).</a:t>
            </a: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25A928DD-DE8B-6C76-B10F-29710DE89C16}"/>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147183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4D1B4-9532-5749-D08D-1918B3B3B0D0}"/>
              </a:ext>
            </a:extLst>
          </p:cNvPr>
          <p:cNvSpPr>
            <a:spLocks noGrp="1"/>
          </p:cNvSpPr>
          <p:nvPr>
            <p:ph type="title"/>
          </p:nvPr>
        </p:nvSpPr>
        <p:spPr/>
        <p:txBody>
          <a:bodyPr>
            <a:normAutofit/>
          </a:bodyPr>
          <a:lstStyle/>
          <a:p>
            <a:r>
              <a:rPr lang="en-IN" sz="2400" dirty="0"/>
              <a:t>Exception</a:t>
            </a:r>
          </a:p>
        </p:txBody>
      </p:sp>
      <p:sp>
        <p:nvSpPr>
          <p:cNvPr id="3" name="Content Placeholder 2">
            <a:extLst>
              <a:ext uri="{FF2B5EF4-FFF2-40B4-BE49-F238E27FC236}">
                <a16:creationId xmlns:a16="http://schemas.microsoft.com/office/drawing/2014/main" id="{EA89EE9A-933A-F66E-9ECE-92A9D670F7E8}"/>
              </a:ext>
            </a:extLst>
          </p:cNvPr>
          <p:cNvSpPr>
            <a:spLocks noGrp="1"/>
          </p:cNvSpPr>
          <p:nvPr>
            <p:ph idx="1"/>
          </p:nvPr>
        </p:nvSpPr>
        <p:spPr>
          <a:xfrm>
            <a:off x="36726" y="1059444"/>
            <a:ext cx="11784691" cy="5345223"/>
          </a:xfrm>
        </p:spPr>
        <p:txBody>
          <a:bodyPr>
            <a:noAutofit/>
          </a:bodyPr>
          <a:lstStyle/>
          <a:p>
            <a:pPr marL="0" indent="0">
              <a:buNone/>
            </a:pPr>
            <a:r>
              <a:rPr lang="en-US" sz="1800" dirty="0">
                <a:solidFill>
                  <a:schemeClr val="bg1"/>
                </a:solidFill>
              </a:rPr>
              <a:t>Common causes (simple examples)</a:t>
            </a:r>
          </a:p>
          <a:p>
            <a:pPr marL="342900" indent="-342900">
              <a:buFont typeface="+mj-lt"/>
              <a:buAutoNum type="arabicPeriod"/>
            </a:pPr>
            <a:r>
              <a:rPr lang="en-US" sz="1800" b="1" dirty="0">
                <a:solidFill>
                  <a:schemeClr val="bg1"/>
                </a:solidFill>
              </a:rPr>
              <a:t>Programming errors:</a:t>
            </a:r>
            <a:r>
              <a:rPr lang="en-US" sz="1800" dirty="0">
                <a:solidFill>
                  <a:schemeClr val="bg1"/>
                </a:solidFill>
              </a:rPr>
              <a:t> e.g., </a:t>
            </a:r>
            <a:r>
              <a:rPr lang="en-US" sz="1800" dirty="0" err="1">
                <a:solidFill>
                  <a:schemeClr val="bg1"/>
                </a:solidFill>
              </a:rPr>
              <a:t>NullPointerException</a:t>
            </a:r>
            <a:r>
              <a:rPr lang="en-US" sz="1800" dirty="0">
                <a:solidFill>
                  <a:schemeClr val="bg1"/>
                </a:solidFill>
              </a:rPr>
              <a:t> when you use a null reference.</a:t>
            </a:r>
          </a:p>
          <a:p>
            <a:pPr marL="342900" indent="-342900">
              <a:buFont typeface="+mj-lt"/>
              <a:buAutoNum type="arabicPeriod"/>
            </a:pPr>
            <a:r>
              <a:rPr lang="en-US" sz="1800" b="1" dirty="0">
                <a:solidFill>
                  <a:schemeClr val="bg1"/>
                </a:solidFill>
              </a:rPr>
              <a:t>Invalid input or user mistakes:</a:t>
            </a:r>
            <a:r>
              <a:rPr lang="en-US" sz="1800" dirty="0">
                <a:solidFill>
                  <a:schemeClr val="bg1"/>
                </a:solidFill>
              </a:rPr>
              <a:t> e.g., </a:t>
            </a:r>
            <a:r>
              <a:rPr lang="en-US" sz="1800" dirty="0" err="1">
                <a:solidFill>
                  <a:schemeClr val="bg1"/>
                </a:solidFill>
              </a:rPr>
              <a:t>NumberFormatException</a:t>
            </a:r>
            <a:r>
              <a:rPr lang="en-US" sz="1800" dirty="0">
                <a:solidFill>
                  <a:schemeClr val="bg1"/>
                </a:solidFill>
              </a:rPr>
              <a:t> when parsing bad text.</a:t>
            </a:r>
          </a:p>
          <a:p>
            <a:pPr marL="342900" indent="-342900">
              <a:buFont typeface="+mj-lt"/>
              <a:buAutoNum type="arabicPeriod"/>
            </a:pPr>
            <a:r>
              <a:rPr lang="en-US" sz="1800" b="1" dirty="0">
                <a:solidFill>
                  <a:schemeClr val="bg1"/>
                </a:solidFill>
              </a:rPr>
              <a:t>Resource problems:</a:t>
            </a:r>
            <a:r>
              <a:rPr lang="en-US" sz="1800" dirty="0">
                <a:solidFill>
                  <a:schemeClr val="bg1"/>
                </a:solidFill>
              </a:rPr>
              <a:t> e.g., </a:t>
            </a:r>
            <a:r>
              <a:rPr lang="en-US" sz="1800" dirty="0" err="1">
                <a:solidFill>
                  <a:schemeClr val="bg1"/>
                </a:solidFill>
              </a:rPr>
              <a:t>FileNotFoundException</a:t>
            </a:r>
            <a:r>
              <a:rPr lang="en-US" sz="1800" dirty="0">
                <a:solidFill>
                  <a:schemeClr val="bg1"/>
                </a:solidFill>
              </a:rPr>
              <a:t> or </a:t>
            </a:r>
            <a:r>
              <a:rPr lang="en-US" sz="1800" dirty="0" err="1">
                <a:solidFill>
                  <a:schemeClr val="bg1"/>
                </a:solidFill>
              </a:rPr>
              <a:t>IOException</a:t>
            </a:r>
            <a:r>
              <a:rPr lang="en-US" sz="1800" dirty="0">
                <a:solidFill>
                  <a:schemeClr val="bg1"/>
                </a:solidFill>
              </a:rPr>
              <a:t> when files or network fail.</a:t>
            </a:r>
          </a:p>
          <a:p>
            <a:pPr marL="342900" indent="-342900">
              <a:buFont typeface="+mj-lt"/>
              <a:buAutoNum type="arabicPeriod"/>
            </a:pPr>
            <a:r>
              <a:rPr lang="en-US" sz="1800" b="1" dirty="0">
                <a:solidFill>
                  <a:schemeClr val="bg1"/>
                </a:solidFill>
              </a:rPr>
              <a:t>System problems:</a:t>
            </a:r>
            <a:r>
              <a:rPr lang="en-US" sz="1800" dirty="0">
                <a:solidFill>
                  <a:schemeClr val="bg1"/>
                </a:solidFill>
              </a:rPr>
              <a:t> e.g., </a:t>
            </a:r>
            <a:r>
              <a:rPr lang="en-US" sz="1800" dirty="0" err="1">
                <a:solidFill>
                  <a:schemeClr val="bg1"/>
                </a:solidFill>
              </a:rPr>
              <a:t>OutOfMemoryError</a:t>
            </a:r>
            <a:r>
              <a:rPr lang="en-US" sz="1800" dirty="0">
                <a:solidFill>
                  <a:schemeClr val="bg1"/>
                </a:solidFill>
              </a:rPr>
              <a:t> (this is an Error, not a normal exception).</a:t>
            </a:r>
          </a:p>
          <a:p>
            <a:pPr marL="342900" indent="-342900">
              <a:buFont typeface="+mj-lt"/>
              <a:buAutoNum type="arabicPeriod"/>
            </a:pPr>
            <a:endParaRPr lang="en-US" sz="1800" dirty="0">
              <a:solidFill>
                <a:schemeClr val="bg1"/>
              </a:solidFill>
            </a:endParaRPr>
          </a:p>
          <a:p>
            <a:pPr marL="0" indent="0">
              <a:buNone/>
            </a:pPr>
            <a:r>
              <a:rPr lang="en-US" sz="1800" dirty="0">
                <a:solidFill>
                  <a:schemeClr val="bg1"/>
                </a:solidFill>
              </a:rPr>
              <a:t>Example:-</a:t>
            </a:r>
          </a:p>
          <a:p>
            <a:pPr marL="0" indent="0">
              <a:buNone/>
            </a:pPr>
            <a:r>
              <a:rPr lang="en-US" sz="1800" dirty="0">
                <a:solidFill>
                  <a:schemeClr val="bg1"/>
                </a:solidFill>
              </a:rPr>
              <a:t>int x = </a:t>
            </a:r>
            <a:r>
              <a:rPr lang="en-US" sz="1800" dirty="0" err="1">
                <a:solidFill>
                  <a:schemeClr val="bg1"/>
                </a:solidFill>
              </a:rPr>
              <a:t>Integer.parseInt</a:t>
            </a:r>
            <a:r>
              <a:rPr lang="en-US" sz="1800" dirty="0">
                <a:solidFill>
                  <a:schemeClr val="bg1"/>
                </a:solidFill>
              </a:rPr>
              <a:t>(input); // may throw </a:t>
            </a:r>
            <a:r>
              <a:rPr lang="en-US" sz="1800" dirty="0" err="1">
                <a:solidFill>
                  <a:schemeClr val="bg1"/>
                </a:solidFill>
              </a:rPr>
              <a:t>NumberFormatException</a:t>
            </a:r>
            <a:r>
              <a:rPr lang="en-US" sz="1800" dirty="0">
                <a:solidFill>
                  <a:schemeClr val="bg1"/>
                </a:solidFill>
              </a:rPr>
              <a:t> if input is not an integer</a:t>
            </a:r>
          </a:p>
          <a:p>
            <a:pPr marL="0" indent="0">
              <a:buNone/>
            </a:pPr>
            <a:r>
              <a:rPr lang="en-US" sz="1800" dirty="0">
                <a:solidFill>
                  <a:schemeClr val="bg1"/>
                </a:solidFill>
              </a:rPr>
              <a:t>int result = 10 / divisor; // may throw </a:t>
            </a:r>
            <a:r>
              <a:rPr lang="en-US" sz="1800" dirty="0" err="1">
                <a:solidFill>
                  <a:schemeClr val="bg1"/>
                </a:solidFill>
              </a:rPr>
              <a:t>ArithmeticException</a:t>
            </a:r>
            <a:r>
              <a:rPr lang="en-US" sz="1800" dirty="0">
                <a:solidFill>
                  <a:schemeClr val="bg1"/>
                </a:solidFill>
              </a:rPr>
              <a:t> if divisor is 0</a:t>
            </a: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534A8728-4CCC-D318-05F2-84A1A2FDDB63}"/>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280557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17EEB-E485-757D-0F43-907205B6BB3A}"/>
              </a:ext>
            </a:extLst>
          </p:cNvPr>
          <p:cNvSpPr>
            <a:spLocks noGrp="1"/>
          </p:cNvSpPr>
          <p:nvPr>
            <p:ph type="title"/>
          </p:nvPr>
        </p:nvSpPr>
        <p:spPr/>
        <p:txBody>
          <a:bodyPr>
            <a:normAutofit/>
          </a:bodyPr>
          <a:lstStyle/>
          <a:p>
            <a:r>
              <a:rPr lang="en-IN" sz="2400" dirty="0"/>
              <a:t>Exception Hierarchy</a:t>
            </a:r>
          </a:p>
        </p:txBody>
      </p:sp>
      <p:graphicFrame>
        <p:nvGraphicFramePr>
          <p:cNvPr id="7" name="Content Placeholder 6">
            <a:extLst>
              <a:ext uri="{FF2B5EF4-FFF2-40B4-BE49-F238E27FC236}">
                <a16:creationId xmlns:a16="http://schemas.microsoft.com/office/drawing/2014/main" id="{253C72C1-EBA3-91AB-ACE2-2065C68293CB}"/>
              </a:ext>
            </a:extLst>
          </p:cNvPr>
          <p:cNvGraphicFramePr>
            <a:graphicFrameLocks noGrp="1"/>
          </p:cNvGraphicFramePr>
          <p:nvPr>
            <p:ph idx="1"/>
            <p:extLst>
              <p:ext uri="{D42A27DB-BD31-4B8C-83A1-F6EECF244321}">
                <p14:modId xmlns:p14="http://schemas.microsoft.com/office/powerpoint/2010/main" val="746242971"/>
              </p:ext>
            </p:extLst>
          </p:nvPr>
        </p:nvGraphicFramePr>
        <p:xfrm>
          <a:off x="1950505" y="982280"/>
          <a:ext cx="9896938" cy="5370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ate Placeholder 3">
            <a:extLst>
              <a:ext uri="{FF2B5EF4-FFF2-40B4-BE49-F238E27FC236}">
                <a16:creationId xmlns:a16="http://schemas.microsoft.com/office/drawing/2014/main" id="{7CF247B9-DF68-1A8B-6236-5D984B627F51}"/>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980367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6024-4B7D-3545-1FF3-ED0F622493F6}"/>
              </a:ext>
            </a:extLst>
          </p:cNvPr>
          <p:cNvSpPr>
            <a:spLocks noGrp="1"/>
          </p:cNvSpPr>
          <p:nvPr>
            <p:ph type="title"/>
          </p:nvPr>
        </p:nvSpPr>
        <p:spPr/>
        <p:txBody>
          <a:bodyPr>
            <a:normAutofit/>
          </a:bodyPr>
          <a:lstStyle/>
          <a:p>
            <a:r>
              <a:rPr lang="en-IN" sz="2400" dirty="0"/>
              <a:t>Exception Handling</a:t>
            </a:r>
          </a:p>
        </p:txBody>
      </p:sp>
      <p:sp>
        <p:nvSpPr>
          <p:cNvPr id="3" name="Content Placeholder 2">
            <a:extLst>
              <a:ext uri="{FF2B5EF4-FFF2-40B4-BE49-F238E27FC236}">
                <a16:creationId xmlns:a16="http://schemas.microsoft.com/office/drawing/2014/main" id="{6712BE35-BB9E-5729-855E-84594DB3C150}"/>
              </a:ext>
            </a:extLst>
          </p:cNvPr>
          <p:cNvSpPr>
            <a:spLocks noGrp="1"/>
          </p:cNvSpPr>
          <p:nvPr>
            <p:ph idx="1"/>
          </p:nvPr>
        </p:nvSpPr>
        <p:spPr>
          <a:xfrm>
            <a:off x="36726" y="1059444"/>
            <a:ext cx="11784691" cy="5798556"/>
          </a:xfrm>
        </p:spPr>
        <p:txBody>
          <a:bodyPr>
            <a:normAutofit fontScale="92500" lnSpcReduction="20000"/>
          </a:bodyPr>
          <a:lstStyle/>
          <a:p>
            <a:pPr marL="0" indent="0">
              <a:buNone/>
            </a:pPr>
            <a:r>
              <a:rPr lang="en-US" sz="1900" dirty="0">
                <a:solidFill>
                  <a:schemeClr val="bg1"/>
                </a:solidFill>
              </a:rPr>
              <a:t>Exception handling in Java lets your program detect and respond to runtime problems without crashing; use try/catch to handle errors, finally or try-with-resources to clean up, and create custom exceptions by extending Exception (checked) or </a:t>
            </a:r>
            <a:r>
              <a:rPr lang="en-US" sz="1900" dirty="0" err="1">
                <a:solidFill>
                  <a:schemeClr val="bg1"/>
                </a:solidFill>
              </a:rPr>
              <a:t>RuntimeException</a:t>
            </a:r>
            <a:r>
              <a:rPr lang="en-US" sz="1900" dirty="0">
                <a:solidFill>
                  <a:schemeClr val="bg1"/>
                </a:solidFill>
              </a:rPr>
              <a:t> (unchecked). </a:t>
            </a:r>
          </a:p>
          <a:p>
            <a:pPr marL="0" indent="0">
              <a:buNone/>
            </a:pPr>
            <a:endParaRPr lang="en-IN" sz="1900" dirty="0">
              <a:solidFill>
                <a:schemeClr val="bg1"/>
              </a:solidFill>
            </a:endParaRPr>
          </a:p>
          <a:p>
            <a:pPr marL="0" indent="0">
              <a:buNone/>
            </a:pPr>
            <a:r>
              <a:rPr lang="en-US" sz="1900" dirty="0">
                <a:solidFill>
                  <a:schemeClr val="bg1"/>
                </a:solidFill>
              </a:rPr>
              <a:t>Core keywords and syntax</a:t>
            </a:r>
          </a:p>
          <a:p>
            <a:pPr marL="342900" indent="-342900">
              <a:buFont typeface="+mj-lt"/>
              <a:buAutoNum type="arabicPeriod"/>
            </a:pPr>
            <a:r>
              <a:rPr lang="en-US" sz="1900" b="1" dirty="0">
                <a:solidFill>
                  <a:schemeClr val="bg1"/>
                </a:solidFill>
              </a:rPr>
              <a:t>try</a:t>
            </a:r>
            <a:r>
              <a:rPr lang="en-US" sz="1900" dirty="0">
                <a:solidFill>
                  <a:schemeClr val="bg1"/>
                </a:solidFill>
              </a:rPr>
              <a:t>: wrap code that might fail.</a:t>
            </a:r>
          </a:p>
          <a:p>
            <a:pPr marL="342900" indent="-342900">
              <a:buFont typeface="+mj-lt"/>
              <a:buAutoNum type="arabicPeriod"/>
            </a:pPr>
            <a:r>
              <a:rPr lang="en-US" sz="1900" b="1" dirty="0">
                <a:solidFill>
                  <a:schemeClr val="bg1"/>
                </a:solidFill>
              </a:rPr>
              <a:t>catch</a:t>
            </a:r>
            <a:r>
              <a:rPr lang="en-US" sz="1900" dirty="0">
                <a:solidFill>
                  <a:schemeClr val="bg1"/>
                </a:solidFill>
              </a:rPr>
              <a:t>: one or more blocks that handle specific exception types.</a:t>
            </a:r>
          </a:p>
          <a:p>
            <a:pPr marL="342900" indent="-342900">
              <a:buFont typeface="+mj-lt"/>
              <a:buAutoNum type="arabicPeriod"/>
            </a:pPr>
            <a:r>
              <a:rPr lang="en-US" sz="1900" b="1" dirty="0">
                <a:solidFill>
                  <a:schemeClr val="bg1"/>
                </a:solidFill>
              </a:rPr>
              <a:t>finally</a:t>
            </a:r>
            <a:r>
              <a:rPr lang="en-US" sz="1900" dirty="0">
                <a:solidFill>
                  <a:schemeClr val="bg1"/>
                </a:solidFill>
              </a:rPr>
              <a:t>: runs always after try/catch for cleanup.</a:t>
            </a:r>
          </a:p>
          <a:p>
            <a:pPr marL="342900" indent="-342900">
              <a:buFont typeface="+mj-lt"/>
              <a:buAutoNum type="arabicPeriod"/>
            </a:pPr>
            <a:r>
              <a:rPr lang="en-US" sz="1900" b="1" dirty="0">
                <a:solidFill>
                  <a:schemeClr val="bg1"/>
                </a:solidFill>
              </a:rPr>
              <a:t>throw</a:t>
            </a:r>
            <a:r>
              <a:rPr lang="en-US" sz="1900" dirty="0">
                <a:solidFill>
                  <a:schemeClr val="bg1"/>
                </a:solidFill>
              </a:rPr>
              <a:t>: explicitly raise an exception.</a:t>
            </a:r>
          </a:p>
          <a:p>
            <a:pPr marL="342900" indent="-342900">
              <a:buFont typeface="+mj-lt"/>
              <a:buAutoNum type="arabicPeriod"/>
            </a:pPr>
            <a:r>
              <a:rPr lang="en-US" sz="1900" b="1" dirty="0">
                <a:solidFill>
                  <a:schemeClr val="bg1"/>
                </a:solidFill>
              </a:rPr>
              <a:t>throws</a:t>
            </a:r>
            <a:r>
              <a:rPr lang="en-US" sz="1900" dirty="0">
                <a:solidFill>
                  <a:schemeClr val="bg1"/>
                </a:solidFill>
              </a:rPr>
              <a:t>: method signature declares checked exceptions the method may pass up.</a:t>
            </a:r>
            <a:br>
              <a:rPr lang="en-US" sz="1900" dirty="0">
                <a:solidFill>
                  <a:schemeClr val="bg1"/>
                </a:solidFill>
              </a:rPr>
            </a:br>
            <a:r>
              <a:rPr lang="en-US" sz="1900" dirty="0">
                <a:solidFill>
                  <a:schemeClr val="bg1"/>
                </a:solidFill>
              </a:rPr>
              <a:t>Example:</a:t>
            </a:r>
          </a:p>
          <a:p>
            <a:pPr marL="0" indent="0">
              <a:buNone/>
            </a:pPr>
            <a:endParaRPr lang="en-IN" sz="1800" dirty="0">
              <a:solidFill>
                <a:schemeClr val="bg1"/>
              </a:solidFill>
            </a:endParaRPr>
          </a:p>
          <a:p>
            <a:pPr marL="0" indent="0">
              <a:buNone/>
            </a:pPr>
            <a:r>
              <a:rPr lang="en-IN" sz="1700" i="1" dirty="0">
                <a:solidFill>
                  <a:schemeClr val="bg1"/>
                </a:solidFill>
              </a:rPr>
              <a:t>try {</a:t>
            </a:r>
          </a:p>
          <a:p>
            <a:pPr marL="0" indent="0">
              <a:buNone/>
            </a:pPr>
            <a:r>
              <a:rPr lang="en-IN" sz="1700" i="1" dirty="0">
                <a:solidFill>
                  <a:schemeClr val="bg1"/>
                </a:solidFill>
              </a:rPr>
              <a:t>  int r = 10 / divisor;</a:t>
            </a:r>
          </a:p>
          <a:p>
            <a:pPr marL="0" indent="0">
              <a:buNone/>
            </a:pPr>
            <a:r>
              <a:rPr lang="en-IN" sz="1700" i="1" dirty="0">
                <a:solidFill>
                  <a:schemeClr val="bg1"/>
                </a:solidFill>
              </a:rPr>
              <a:t>} catch (</a:t>
            </a:r>
            <a:r>
              <a:rPr lang="en-IN" sz="1700" i="1" dirty="0" err="1">
                <a:solidFill>
                  <a:schemeClr val="bg1"/>
                </a:solidFill>
              </a:rPr>
              <a:t>ArithmeticException</a:t>
            </a:r>
            <a:r>
              <a:rPr lang="en-IN" sz="1700" i="1" dirty="0">
                <a:solidFill>
                  <a:schemeClr val="bg1"/>
                </a:solidFill>
              </a:rPr>
              <a:t> ex) {</a:t>
            </a:r>
          </a:p>
          <a:p>
            <a:pPr marL="0" indent="0">
              <a:buNone/>
            </a:pPr>
            <a:r>
              <a:rPr lang="en-IN" sz="1700" i="1" dirty="0">
                <a:solidFill>
                  <a:schemeClr val="bg1"/>
                </a:solidFill>
              </a:rPr>
              <a:t>  </a:t>
            </a:r>
            <a:r>
              <a:rPr lang="en-IN" sz="1700" i="1" dirty="0" err="1">
                <a:solidFill>
                  <a:schemeClr val="bg1"/>
                </a:solidFill>
              </a:rPr>
              <a:t>System.err.println</a:t>
            </a:r>
            <a:r>
              <a:rPr lang="en-IN" sz="1700" i="1" dirty="0">
                <a:solidFill>
                  <a:schemeClr val="bg1"/>
                </a:solidFill>
              </a:rPr>
              <a:t>("Bad divisor: " + </a:t>
            </a:r>
            <a:r>
              <a:rPr lang="en-IN" sz="1700" i="1" dirty="0" err="1">
                <a:solidFill>
                  <a:schemeClr val="bg1"/>
                </a:solidFill>
              </a:rPr>
              <a:t>ex.getMessage</a:t>
            </a:r>
            <a:r>
              <a:rPr lang="en-IN" sz="1700" i="1" dirty="0">
                <a:solidFill>
                  <a:schemeClr val="bg1"/>
                </a:solidFill>
              </a:rPr>
              <a:t>());</a:t>
            </a:r>
          </a:p>
          <a:p>
            <a:pPr marL="0" indent="0">
              <a:buNone/>
            </a:pPr>
            <a:r>
              <a:rPr lang="en-IN" sz="1700" i="1" dirty="0">
                <a:solidFill>
                  <a:schemeClr val="bg1"/>
                </a:solidFill>
              </a:rPr>
              <a:t>} finally {</a:t>
            </a:r>
          </a:p>
          <a:p>
            <a:pPr marL="0" indent="0">
              <a:buNone/>
            </a:pPr>
            <a:r>
              <a:rPr lang="en-IN" sz="1700" i="1" dirty="0">
                <a:solidFill>
                  <a:schemeClr val="bg1"/>
                </a:solidFill>
              </a:rPr>
              <a:t>  </a:t>
            </a:r>
            <a:r>
              <a:rPr lang="en-IN" sz="1700" i="1" dirty="0" err="1">
                <a:solidFill>
                  <a:schemeClr val="bg1"/>
                </a:solidFill>
              </a:rPr>
              <a:t>System.out.println</a:t>
            </a:r>
            <a:r>
              <a:rPr lang="en-IN" sz="1700" i="1" dirty="0">
                <a:solidFill>
                  <a:schemeClr val="bg1"/>
                </a:solidFill>
              </a:rPr>
              <a:t>("Always runs");</a:t>
            </a:r>
          </a:p>
          <a:p>
            <a:pPr marL="0" indent="0">
              <a:buNone/>
            </a:pPr>
            <a:r>
              <a:rPr lang="en-IN" sz="1700" i="1" dirty="0">
                <a:solidFill>
                  <a:schemeClr val="bg1"/>
                </a:solidFill>
              </a:rPr>
              <a:t>}</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EAC3FE91-7937-7F0A-8F93-55648C8BD346}"/>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65652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828DA-F5D4-B94B-3FB7-61846ECBD4F6}"/>
              </a:ext>
            </a:extLst>
          </p:cNvPr>
          <p:cNvSpPr>
            <a:spLocks noGrp="1"/>
          </p:cNvSpPr>
          <p:nvPr>
            <p:ph type="title"/>
          </p:nvPr>
        </p:nvSpPr>
        <p:spPr/>
        <p:txBody>
          <a:bodyPr>
            <a:normAutofit/>
          </a:bodyPr>
          <a:lstStyle/>
          <a:p>
            <a:r>
              <a:rPr lang="en-IN" sz="2400" dirty="0"/>
              <a:t>Exception Handling</a:t>
            </a:r>
          </a:p>
        </p:txBody>
      </p:sp>
      <p:sp>
        <p:nvSpPr>
          <p:cNvPr id="3" name="Content Placeholder 2">
            <a:extLst>
              <a:ext uri="{FF2B5EF4-FFF2-40B4-BE49-F238E27FC236}">
                <a16:creationId xmlns:a16="http://schemas.microsoft.com/office/drawing/2014/main" id="{9FE5EAEC-8678-A79C-1AD9-DCFED3DD3310}"/>
              </a:ext>
            </a:extLst>
          </p:cNvPr>
          <p:cNvSpPr>
            <a:spLocks noGrp="1"/>
          </p:cNvSpPr>
          <p:nvPr>
            <p:ph idx="1"/>
          </p:nvPr>
        </p:nvSpPr>
        <p:spPr>
          <a:xfrm>
            <a:off x="36726" y="891682"/>
            <a:ext cx="11784691" cy="5895324"/>
          </a:xfrm>
        </p:spPr>
        <p:txBody>
          <a:bodyPr>
            <a:normAutofit fontScale="92500" lnSpcReduction="10000"/>
          </a:bodyPr>
          <a:lstStyle/>
          <a:p>
            <a:pPr marL="0" indent="0">
              <a:buNone/>
            </a:pPr>
            <a:r>
              <a:rPr lang="en-IN" sz="2600" dirty="0">
                <a:solidFill>
                  <a:schemeClr val="bg1"/>
                </a:solidFill>
              </a:rPr>
              <a:t>Multiple catch blocks</a:t>
            </a:r>
          </a:p>
          <a:p>
            <a:pPr marL="0" indent="0">
              <a:buNone/>
            </a:pPr>
            <a:endParaRPr lang="en-IN" dirty="0">
              <a:solidFill>
                <a:schemeClr val="bg1"/>
              </a:solidFill>
            </a:endParaRPr>
          </a:p>
          <a:p>
            <a:pPr marL="0" indent="0">
              <a:buNone/>
            </a:pPr>
            <a:r>
              <a:rPr lang="en-IN" sz="1700" i="1" dirty="0">
                <a:solidFill>
                  <a:schemeClr val="bg1"/>
                </a:solidFill>
              </a:rPr>
              <a:t>try {</a:t>
            </a:r>
          </a:p>
          <a:p>
            <a:pPr marL="0" indent="0">
              <a:buNone/>
            </a:pPr>
            <a:r>
              <a:rPr lang="en-IN" sz="1700" i="1" dirty="0">
                <a:solidFill>
                  <a:schemeClr val="bg1"/>
                </a:solidFill>
              </a:rPr>
              <a:t>      	divisor = </a:t>
            </a:r>
            <a:r>
              <a:rPr lang="en-IN" sz="1700" i="1" dirty="0" err="1">
                <a:solidFill>
                  <a:schemeClr val="bg1"/>
                </a:solidFill>
              </a:rPr>
              <a:t>Integer.parseInt</a:t>
            </a:r>
            <a:r>
              <a:rPr lang="en-IN" sz="1700" i="1" dirty="0">
                <a:solidFill>
                  <a:schemeClr val="bg1"/>
                </a:solidFill>
              </a:rPr>
              <a:t>(</a:t>
            </a:r>
            <a:r>
              <a:rPr lang="en-IN" sz="1700" i="1" dirty="0" err="1">
                <a:solidFill>
                  <a:schemeClr val="bg1"/>
                </a:solidFill>
              </a:rPr>
              <a:t>input.trim</a:t>
            </a:r>
            <a:r>
              <a:rPr lang="en-IN" sz="1700" i="1" dirty="0">
                <a:solidFill>
                  <a:schemeClr val="bg1"/>
                </a:solidFill>
              </a:rPr>
              <a:t>()); // may throw </a:t>
            </a:r>
            <a:r>
              <a:rPr lang="en-IN" sz="1700" i="1" dirty="0" err="1">
                <a:solidFill>
                  <a:schemeClr val="bg1"/>
                </a:solidFill>
              </a:rPr>
              <a:t>NumberFormatException</a:t>
            </a:r>
            <a:r>
              <a:rPr lang="en-IN" sz="1700" i="1" dirty="0">
                <a:solidFill>
                  <a:schemeClr val="bg1"/>
                </a:solidFill>
              </a:rPr>
              <a:t>      </a:t>
            </a:r>
          </a:p>
          <a:p>
            <a:pPr marL="0" indent="0">
              <a:buNone/>
            </a:pPr>
            <a:r>
              <a:rPr lang="en-IN" sz="1700" i="1" dirty="0">
                <a:solidFill>
                  <a:schemeClr val="bg1"/>
                </a:solidFill>
              </a:rPr>
              <a:t>	int result = numerator / divisor; // may throw </a:t>
            </a:r>
            <a:r>
              <a:rPr lang="en-IN" sz="1700" i="1" dirty="0" err="1">
                <a:solidFill>
                  <a:schemeClr val="bg1"/>
                </a:solidFill>
              </a:rPr>
              <a:t>ArithmeticException</a:t>
            </a:r>
            <a:r>
              <a:rPr lang="en-IN" sz="1700" i="1" dirty="0">
                <a:solidFill>
                  <a:schemeClr val="bg1"/>
                </a:solidFill>
              </a:rPr>
              <a:t> if divisor == 0</a:t>
            </a:r>
          </a:p>
          <a:p>
            <a:pPr marL="0" indent="0">
              <a:buNone/>
            </a:pPr>
            <a:r>
              <a:rPr lang="en-IN" sz="1700" i="1" dirty="0">
                <a:solidFill>
                  <a:schemeClr val="bg1"/>
                </a:solidFill>
              </a:rPr>
              <a:t>      	</a:t>
            </a:r>
            <a:r>
              <a:rPr lang="en-IN" sz="1700" i="1" dirty="0" err="1">
                <a:solidFill>
                  <a:schemeClr val="bg1"/>
                </a:solidFill>
              </a:rPr>
              <a:t>System.out.println</a:t>
            </a:r>
            <a:r>
              <a:rPr lang="en-IN" sz="1700" i="1" dirty="0">
                <a:solidFill>
                  <a:schemeClr val="bg1"/>
                </a:solidFill>
              </a:rPr>
              <a:t>("Result: " + result);</a:t>
            </a:r>
          </a:p>
          <a:p>
            <a:pPr marL="0" indent="0">
              <a:buNone/>
            </a:pPr>
            <a:endParaRPr lang="en-IN" sz="1700" i="1" dirty="0">
              <a:solidFill>
                <a:schemeClr val="bg1"/>
              </a:solidFill>
            </a:endParaRPr>
          </a:p>
          <a:p>
            <a:pPr marL="0" indent="0">
              <a:buNone/>
            </a:pPr>
            <a:r>
              <a:rPr lang="en-IN" sz="1700" i="1" dirty="0">
                <a:solidFill>
                  <a:schemeClr val="bg1"/>
                </a:solidFill>
              </a:rPr>
              <a:t>    } catch (</a:t>
            </a:r>
            <a:r>
              <a:rPr lang="en-IN" sz="1700" i="1" dirty="0" err="1">
                <a:solidFill>
                  <a:schemeClr val="bg1"/>
                </a:solidFill>
              </a:rPr>
              <a:t>NumberFormatException</a:t>
            </a:r>
            <a:r>
              <a:rPr lang="en-IN" sz="1700" i="1" dirty="0">
                <a:solidFill>
                  <a:schemeClr val="bg1"/>
                </a:solidFill>
              </a:rPr>
              <a:t> </a:t>
            </a:r>
            <a:r>
              <a:rPr lang="en-IN" sz="1700" i="1" dirty="0" err="1">
                <a:solidFill>
                  <a:schemeClr val="bg1"/>
                </a:solidFill>
              </a:rPr>
              <a:t>nfe</a:t>
            </a:r>
            <a:r>
              <a:rPr lang="en-IN" sz="1700" i="1" dirty="0">
                <a:solidFill>
                  <a:schemeClr val="bg1"/>
                </a:solidFill>
              </a:rPr>
              <a:t>) {</a:t>
            </a:r>
          </a:p>
          <a:p>
            <a:pPr marL="0" indent="0">
              <a:buNone/>
            </a:pPr>
            <a:r>
              <a:rPr lang="en-IN" sz="1700" i="1" dirty="0">
                <a:solidFill>
                  <a:schemeClr val="bg1"/>
                </a:solidFill>
              </a:rPr>
              <a:t>      </a:t>
            </a:r>
            <a:r>
              <a:rPr lang="en-IN" sz="1700" i="1" dirty="0" err="1">
                <a:solidFill>
                  <a:schemeClr val="bg1"/>
                </a:solidFill>
              </a:rPr>
              <a:t>System.err.println</a:t>
            </a:r>
            <a:r>
              <a:rPr lang="en-IN" sz="1700" i="1" dirty="0">
                <a:solidFill>
                  <a:schemeClr val="bg1"/>
                </a:solidFill>
              </a:rPr>
              <a:t>("Invalid number: '" + input + "'. Please provide an integer.");</a:t>
            </a:r>
          </a:p>
          <a:p>
            <a:pPr marL="0" indent="0">
              <a:buNone/>
            </a:pPr>
            <a:r>
              <a:rPr lang="en-IN" sz="1700" i="1" dirty="0">
                <a:solidFill>
                  <a:schemeClr val="bg1"/>
                </a:solidFill>
              </a:rPr>
              <a:t>    } catch (</a:t>
            </a:r>
            <a:r>
              <a:rPr lang="en-IN" sz="1700" i="1" dirty="0" err="1">
                <a:solidFill>
                  <a:schemeClr val="bg1"/>
                </a:solidFill>
              </a:rPr>
              <a:t>ArithmeticException</a:t>
            </a:r>
            <a:r>
              <a:rPr lang="en-IN" sz="1700" i="1" dirty="0">
                <a:solidFill>
                  <a:schemeClr val="bg1"/>
                </a:solidFill>
              </a:rPr>
              <a:t> ae) {</a:t>
            </a:r>
          </a:p>
          <a:p>
            <a:pPr marL="0" indent="0">
              <a:buNone/>
            </a:pPr>
            <a:r>
              <a:rPr lang="en-IN" sz="1700" i="1" dirty="0">
                <a:solidFill>
                  <a:schemeClr val="bg1"/>
                </a:solidFill>
              </a:rPr>
              <a:t>      </a:t>
            </a:r>
            <a:r>
              <a:rPr lang="en-IN" sz="1700" i="1" dirty="0" err="1">
                <a:solidFill>
                  <a:schemeClr val="bg1"/>
                </a:solidFill>
              </a:rPr>
              <a:t>System.err.println</a:t>
            </a:r>
            <a:r>
              <a:rPr lang="en-IN" sz="1700" i="1" dirty="0">
                <a:solidFill>
                  <a:schemeClr val="bg1"/>
                </a:solidFill>
              </a:rPr>
              <a:t>("Cannot divide by zero. Provide a non-zero integer.");</a:t>
            </a:r>
          </a:p>
          <a:p>
            <a:pPr marL="0" indent="0">
              <a:buNone/>
            </a:pPr>
            <a:r>
              <a:rPr lang="en-IN" sz="1700" i="1" dirty="0">
                <a:solidFill>
                  <a:schemeClr val="bg1"/>
                </a:solidFill>
              </a:rPr>
              <a:t>    } catch (Exception ex) {</a:t>
            </a:r>
          </a:p>
          <a:p>
            <a:pPr marL="0" indent="0">
              <a:buNone/>
            </a:pPr>
            <a:r>
              <a:rPr lang="en-IN" sz="1700" i="1" dirty="0">
                <a:solidFill>
                  <a:schemeClr val="bg1"/>
                </a:solidFill>
              </a:rPr>
              <a:t>	</a:t>
            </a:r>
            <a:r>
              <a:rPr lang="en-IN" sz="1700" i="1" dirty="0" err="1">
                <a:solidFill>
                  <a:schemeClr val="bg1"/>
                </a:solidFill>
              </a:rPr>
              <a:t>System.err.println</a:t>
            </a:r>
            <a:r>
              <a:rPr lang="en-IN" sz="1700" i="1" dirty="0">
                <a:solidFill>
                  <a:schemeClr val="bg1"/>
                </a:solidFill>
              </a:rPr>
              <a:t>("Unexpected error: " + </a:t>
            </a:r>
            <a:r>
              <a:rPr lang="en-IN" sz="1700" i="1" dirty="0" err="1">
                <a:solidFill>
                  <a:schemeClr val="bg1"/>
                </a:solidFill>
              </a:rPr>
              <a:t>ex.getMessage</a:t>
            </a:r>
            <a:r>
              <a:rPr lang="en-IN" sz="1700" i="1" dirty="0">
                <a:solidFill>
                  <a:schemeClr val="bg1"/>
                </a:solidFill>
              </a:rPr>
              <a:t>());</a:t>
            </a:r>
          </a:p>
          <a:p>
            <a:pPr marL="0" indent="0">
              <a:buNone/>
            </a:pPr>
            <a:r>
              <a:rPr lang="en-IN" sz="1700" i="1" dirty="0">
                <a:solidFill>
                  <a:schemeClr val="bg1"/>
                </a:solidFill>
              </a:rPr>
              <a:t>      	throw ex; // rethrow if you want the caller to see the failure</a:t>
            </a:r>
          </a:p>
          <a:p>
            <a:pPr marL="0" indent="0">
              <a:buNone/>
            </a:pPr>
            <a:r>
              <a:rPr lang="en-IN" sz="1700" i="1" dirty="0">
                <a:solidFill>
                  <a:schemeClr val="bg1"/>
                </a:solidFill>
              </a:rPr>
              <a:t>    } finally {</a:t>
            </a:r>
          </a:p>
          <a:p>
            <a:pPr marL="0" indent="0">
              <a:buNone/>
            </a:pPr>
            <a:r>
              <a:rPr lang="en-IN" sz="1700" i="1" dirty="0">
                <a:solidFill>
                  <a:schemeClr val="bg1"/>
                </a:solidFill>
              </a:rPr>
              <a:t>      	</a:t>
            </a:r>
            <a:r>
              <a:rPr lang="en-IN" sz="1700" i="1" dirty="0" err="1">
                <a:solidFill>
                  <a:schemeClr val="bg1"/>
                </a:solidFill>
              </a:rPr>
              <a:t>System.out.println</a:t>
            </a:r>
            <a:r>
              <a:rPr lang="en-IN" sz="1700" i="1" dirty="0">
                <a:solidFill>
                  <a:schemeClr val="bg1"/>
                </a:solidFill>
              </a:rPr>
              <a:t>("Finished attempt to parse and divide.");</a:t>
            </a:r>
          </a:p>
          <a:p>
            <a:pPr marL="0" indent="0">
              <a:buNone/>
            </a:pPr>
            <a:r>
              <a:rPr lang="en-IN" sz="1700" i="1" dirty="0">
                <a:solidFill>
                  <a:schemeClr val="bg1"/>
                </a:solidFill>
              </a:rPr>
              <a:t>    }</a:t>
            </a:r>
          </a:p>
          <a:p>
            <a:pPr marL="0" indent="0">
              <a:buNone/>
            </a:pPr>
            <a:endParaRPr lang="en-IN" dirty="0">
              <a:solidFill>
                <a:schemeClr val="bg1"/>
              </a:solidFill>
            </a:endParaRPr>
          </a:p>
        </p:txBody>
      </p:sp>
      <p:sp>
        <p:nvSpPr>
          <p:cNvPr id="4" name="Date Placeholder 3">
            <a:extLst>
              <a:ext uri="{FF2B5EF4-FFF2-40B4-BE49-F238E27FC236}">
                <a16:creationId xmlns:a16="http://schemas.microsoft.com/office/drawing/2014/main" id="{2BD9C70E-71ED-CCB4-0063-B68550F9315D}"/>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96892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ADC62-9D61-0E73-9598-D2F31A740741}"/>
              </a:ext>
            </a:extLst>
          </p:cNvPr>
          <p:cNvSpPr>
            <a:spLocks noGrp="1"/>
          </p:cNvSpPr>
          <p:nvPr>
            <p:ph type="title"/>
          </p:nvPr>
        </p:nvSpPr>
        <p:spPr/>
        <p:txBody>
          <a:bodyPr>
            <a:normAutofit/>
          </a:bodyPr>
          <a:lstStyle/>
          <a:p>
            <a:r>
              <a:rPr lang="en-IN" sz="2400" dirty="0"/>
              <a:t>Exception Handling</a:t>
            </a:r>
          </a:p>
        </p:txBody>
      </p:sp>
      <p:sp>
        <p:nvSpPr>
          <p:cNvPr id="3" name="Content Placeholder 2">
            <a:extLst>
              <a:ext uri="{FF2B5EF4-FFF2-40B4-BE49-F238E27FC236}">
                <a16:creationId xmlns:a16="http://schemas.microsoft.com/office/drawing/2014/main" id="{22F4CCCD-5320-5B4A-597B-E51D2B619D50}"/>
              </a:ext>
            </a:extLst>
          </p:cNvPr>
          <p:cNvSpPr>
            <a:spLocks noGrp="1"/>
          </p:cNvSpPr>
          <p:nvPr>
            <p:ph idx="1"/>
          </p:nvPr>
        </p:nvSpPr>
        <p:spPr/>
        <p:txBody>
          <a:bodyPr/>
          <a:lstStyle/>
          <a:p>
            <a:pPr marL="0" indent="0">
              <a:buNone/>
            </a:pPr>
            <a:r>
              <a:rPr lang="en-US" sz="1800" b="1" dirty="0">
                <a:solidFill>
                  <a:schemeClr val="bg1"/>
                </a:solidFill>
              </a:rPr>
              <a:t>try-with-resources</a:t>
            </a:r>
          </a:p>
          <a:p>
            <a:pPr marL="0" indent="0">
              <a:buNone/>
            </a:pPr>
            <a:endParaRPr lang="en-US" sz="1800" b="1" dirty="0">
              <a:solidFill>
                <a:schemeClr val="bg1"/>
              </a:solidFill>
            </a:endParaRPr>
          </a:p>
          <a:p>
            <a:pPr marL="0" indent="0">
              <a:buNone/>
            </a:pPr>
            <a:r>
              <a:rPr lang="en-US" sz="1800" i="1" dirty="0">
                <a:solidFill>
                  <a:schemeClr val="bg1"/>
                </a:solidFill>
              </a:rPr>
              <a:t>try (</a:t>
            </a:r>
            <a:r>
              <a:rPr lang="en-US" sz="1800" i="1" dirty="0" err="1">
                <a:solidFill>
                  <a:schemeClr val="bg1"/>
                </a:solidFill>
              </a:rPr>
              <a:t>BufferedReader</a:t>
            </a:r>
            <a:r>
              <a:rPr lang="en-US" sz="1800" i="1" dirty="0">
                <a:solidFill>
                  <a:schemeClr val="bg1"/>
                </a:solidFill>
              </a:rPr>
              <a:t> </a:t>
            </a:r>
            <a:r>
              <a:rPr lang="en-US" sz="1800" i="1" dirty="0" err="1">
                <a:solidFill>
                  <a:schemeClr val="bg1"/>
                </a:solidFill>
              </a:rPr>
              <a:t>br</a:t>
            </a:r>
            <a:r>
              <a:rPr lang="en-US" sz="1800" i="1" dirty="0">
                <a:solidFill>
                  <a:schemeClr val="bg1"/>
                </a:solidFill>
              </a:rPr>
              <a:t> = </a:t>
            </a:r>
            <a:r>
              <a:rPr lang="en-US" sz="1800" i="1" dirty="0" err="1">
                <a:solidFill>
                  <a:schemeClr val="bg1"/>
                </a:solidFill>
              </a:rPr>
              <a:t>Files.newBufferedReader</a:t>
            </a:r>
            <a:r>
              <a:rPr lang="en-US" sz="1800" i="1" dirty="0">
                <a:solidFill>
                  <a:schemeClr val="bg1"/>
                </a:solidFill>
              </a:rPr>
              <a:t>(path)) {</a:t>
            </a:r>
          </a:p>
          <a:p>
            <a:pPr marL="0" indent="0">
              <a:buNone/>
            </a:pPr>
            <a:r>
              <a:rPr lang="en-US" sz="1800" i="1" dirty="0">
                <a:solidFill>
                  <a:schemeClr val="bg1"/>
                </a:solidFill>
              </a:rPr>
              <a:t>  return </a:t>
            </a:r>
            <a:r>
              <a:rPr lang="en-US" sz="1800" i="1" dirty="0" err="1">
                <a:solidFill>
                  <a:schemeClr val="bg1"/>
                </a:solidFill>
              </a:rPr>
              <a:t>br.readLine</a:t>
            </a:r>
            <a:r>
              <a:rPr lang="en-US" sz="1800" i="1" dirty="0">
                <a:solidFill>
                  <a:schemeClr val="bg1"/>
                </a:solidFill>
              </a:rPr>
              <a:t>();</a:t>
            </a:r>
          </a:p>
          <a:p>
            <a:pPr marL="0" indent="0">
              <a:buNone/>
            </a:pPr>
            <a:r>
              <a:rPr lang="en-US" sz="1800" i="1" dirty="0">
                <a:solidFill>
                  <a:schemeClr val="bg1"/>
                </a:solidFill>
              </a:rPr>
              <a:t>}</a:t>
            </a:r>
            <a:endParaRPr lang="en-US" sz="1800" b="1" dirty="0">
              <a:solidFill>
                <a:schemeClr val="bg1"/>
              </a:solidFill>
            </a:endParaRPr>
          </a:p>
          <a:p>
            <a:pPr marL="0" indent="0">
              <a:buNone/>
            </a:pPr>
            <a:endParaRPr lang="en-US" sz="1800" b="1" dirty="0">
              <a:solidFill>
                <a:schemeClr val="bg1"/>
              </a:solidFill>
            </a:endParaRPr>
          </a:p>
          <a:p>
            <a:pPr marL="0" indent="0">
              <a:buNone/>
            </a:pPr>
            <a:r>
              <a:rPr lang="en-US" sz="1800" dirty="0">
                <a:solidFill>
                  <a:schemeClr val="bg1"/>
                </a:solidFill>
              </a:rPr>
              <a:t>Prefer </a:t>
            </a:r>
            <a:r>
              <a:rPr lang="en-US" sz="1800" b="1" dirty="0">
                <a:solidFill>
                  <a:schemeClr val="bg1"/>
                </a:solidFill>
              </a:rPr>
              <a:t>try-with-resources</a:t>
            </a:r>
            <a:r>
              <a:rPr lang="en-US" sz="1800" dirty="0">
                <a:solidFill>
                  <a:schemeClr val="bg1"/>
                </a:solidFill>
              </a:rPr>
              <a:t> for </a:t>
            </a:r>
            <a:r>
              <a:rPr lang="en-US" sz="1800" dirty="0" err="1">
                <a:solidFill>
                  <a:schemeClr val="bg1"/>
                </a:solidFill>
              </a:rPr>
              <a:t>AutoCloseable</a:t>
            </a:r>
            <a:r>
              <a:rPr lang="en-US" sz="1800" dirty="0">
                <a:solidFill>
                  <a:schemeClr val="bg1"/>
                </a:solidFill>
              </a:rPr>
              <a:t> objects (streams, DB connections). It automatically closes resources and reduces boilerplate compared with manual finally cleanup. This pattern was standardized to simplify safe resource management.</a:t>
            </a:r>
          </a:p>
          <a:p>
            <a:pPr marL="0" indent="0">
              <a:buNone/>
            </a:pPr>
            <a:endParaRPr lang="en-US" sz="1800" dirty="0">
              <a:solidFill>
                <a:schemeClr val="bg1"/>
              </a:solidFill>
            </a:endParaRPr>
          </a:p>
          <a:p>
            <a:pPr marL="0" indent="0">
              <a:buNone/>
            </a:pPr>
            <a:endParaRPr lang="en-IN" dirty="0">
              <a:solidFill>
                <a:schemeClr val="bg1"/>
              </a:solidFill>
            </a:endParaRPr>
          </a:p>
        </p:txBody>
      </p:sp>
      <p:sp>
        <p:nvSpPr>
          <p:cNvPr id="4" name="Date Placeholder 3">
            <a:extLst>
              <a:ext uri="{FF2B5EF4-FFF2-40B4-BE49-F238E27FC236}">
                <a16:creationId xmlns:a16="http://schemas.microsoft.com/office/drawing/2014/main" id="{F52E1E65-AF2D-A8FC-CFF4-62ABDE124D8A}"/>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47491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B1A9-F471-8E08-E47C-FBFA5DE7CF2A}"/>
              </a:ext>
            </a:extLst>
          </p:cNvPr>
          <p:cNvSpPr>
            <a:spLocks noGrp="1"/>
          </p:cNvSpPr>
          <p:nvPr>
            <p:ph type="title"/>
          </p:nvPr>
        </p:nvSpPr>
        <p:spPr/>
        <p:txBody>
          <a:bodyPr>
            <a:normAutofit/>
          </a:bodyPr>
          <a:lstStyle/>
          <a:p>
            <a:r>
              <a:rPr lang="en-IN" sz="2400" dirty="0"/>
              <a:t>throw vs throws</a:t>
            </a:r>
          </a:p>
        </p:txBody>
      </p:sp>
      <p:sp>
        <p:nvSpPr>
          <p:cNvPr id="3" name="Content Placeholder 2">
            <a:extLst>
              <a:ext uri="{FF2B5EF4-FFF2-40B4-BE49-F238E27FC236}">
                <a16:creationId xmlns:a16="http://schemas.microsoft.com/office/drawing/2014/main" id="{4A0DBABC-9F54-8735-E00E-0ABDC5E583C6}"/>
              </a:ext>
            </a:extLst>
          </p:cNvPr>
          <p:cNvSpPr>
            <a:spLocks noGrp="1"/>
          </p:cNvSpPr>
          <p:nvPr>
            <p:ph idx="1"/>
          </p:nvPr>
        </p:nvSpPr>
        <p:spPr>
          <a:xfrm>
            <a:off x="36726" y="1059444"/>
            <a:ext cx="11784691" cy="5733241"/>
          </a:xfrm>
        </p:spPr>
        <p:txBody>
          <a:bodyPr>
            <a:normAutofit/>
          </a:bodyPr>
          <a:lstStyle/>
          <a:p>
            <a:pPr marL="0" indent="0">
              <a:buNone/>
            </a:pPr>
            <a:r>
              <a:rPr lang="en-US" sz="1800" b="1" dirty="0">
                <a:solidFill>
                  <a:schemeClr val="bg1"/>
                </a:solidFill>
              </a:rPr>
              <a:t>throw</a:t>
            </a:r>
            <a:r>
              <a:rPr lang="en-US" sz="1800" dirty="0">
                <a:solidFill>
                  <a:schemeClr val="bg1"/>
                </a:solidFill>
              </a:rPr>
              <a:t> and </a:t>
            </a:r>
            <a:r>
              <a:rPr lang="en-US" sz="1800" b="1" dirty="0">
                <a:solidFill>
                  <a:schemeClr val="bg1"/>
                </a:solidFill>
              </a:rPr>
              <a:t>throws</a:t>
            </a:r>
            <a:r>
              <a:rPr lang="en-US" sz="1800" dirty="0">
                <a:solidFill>
                  <a:schemeClr val="bg1"/>
                </a:solidFill>
              </a:rPr>
              <a:t> look similar but serve different roles in Java error handling.</a:t>
            </a:r>
          </a:p>
          <a:p>
            <a:pPr marL="0" indent="0">
              <a:buNone/>
            </a:pPr>
            <a:endParaRPr lang="en-US" sz="1800" dirty="0">
              <a:solidFill>
                <a:schemeClr val="bg1"/>
              </a:solidFill>
            </a:endParaRPr>
          </a:p>
          <a:p>
            <a:pPr marL="457200" indent="-457200">
              <a:buFont typeface="+mj-lt"/>
              <a:buAutoNum type="arabicPeriod"/>
            </a:pPr>
            <a:r>
              <a:rPr lang="en-US" sz="1800" b="1" dirty="0">
                <a:solidFill>
                  <a:schemeClr val="bg1"/>
                </a:solidFill>
              </a:rPr>
              <a:t>throw</a:t>
            </a:r>
            <a:r>
              <a:rPr lang="en-US" sz="1800" dirty="0">
                <a:solidFill>
                  <a:schemeClr val="bg1"/>
                </a:solidFill>
              </a:rPr>
              <a:t> is a statement that actually raises an exception object at runtime.</a:t>
            </a:r>
          </a:p>
          <a:p>
            <a:pPr marL="457200" indent="-457200">
              <a:buFont typeface="+mj-lt"/>
              <a:buAutoNum type="arabicPeriod"/>
            </a:pPr>
            <a:r>
              <a:rPr lang="en-US" sz="1800" b="1" dirty="0">
                <a:solidFill>
                  <a:schemeClr val="bg1"/>
                </a:solidFill>
              </a:rPr>
              <a:t>throws</a:t>
            </a:r>
            <a:r>
              <a:rPr lang="en-US" sz="1800" dirty="0">
                <a:solidFill>
                  <a:schemeClr val="bg1"/>
                </a:solidFill>
              </a:rPr>
              <a:t> is part of a method signature that declares which checked exceptions the method may pass up to its caller.</a:t>
            </a:r>
          </a:p>
          <a:p>
            <a:pPr marL="0" indent="0">
              <a:buNone/>
            </a:pPr>
            <a:endParaRPr lang="en-IN" sz="1800" b="1" dirty="0">
              <a:solidFill>
                <a:schemeClr val="bg1"/>
              </a:solidFill>
            </a:endParaRPr>
          </a:p>
          <a:p>
            <a:pPr marL="0" indent="0">
              <a:buNone/>
            </a:pPr>
            <a:r>
              <a:rPr lang="en-IN" sz="1800" b="1" dirty="0">
                <a:solidFill>
                  <a:schemeClr val="bg1"/>
                </a:solidFill>
              </a:rPr>
              <a:t>throw</a:t>
            </a:r>
          </a:p>
          <a:p>
            <a:pPr marL="0" indent="0">
              <a:buNone/>
            </a:pPr>
            <a:endParaRPr lang="en-IN" sz="1800" b="1" dirty="0">
              <a:solidFill>
                <a:schemeClr val="bg1"/>
              </a:solidFill>
            </a:endParaRPr>
          </a:p>
          <a:p>
            <a:pPr marL="342900" indent="-342900">
              <a:buFont typeface="+mj-lt"/>
              <a:buAutoNum type="arabicPeriod"/>
            </a:pPr>
            <a:r>
              <a:rPr lang="en-US" sz="1800" dirty="0">
                <a:solidFill>
                  <a:schemeClr val="bg1"/>
                </a:solidFill>
              </a:rPr>
              <a:t>What it does: creates and throws a specific exception instance immediately. Execution of the current block stops and the exception begins to propagate.</a:t>
            </a:r>
          </a:p>
          <a:p>
            <a:pPr marL="342900" indent="-342900">
              <a:buFont typeface="+mj-lt"/>
              <a:buAutoNum type="arabicPeriod"/>
            </a:pPr>
            <a:r>
              <a:rPr lang="en-US" sz="1800" dirty="0">
                <a:solidFill>
                  <a:schemeClr val="bg1"/>
                </a:solidFill>
              </a:rPr>
              <a:t>Where used: inside a method or block, when you detect an error condition and want to signal it right away.</a:t>
            </a:r>
          </a:p>
          <a:p>
            <a:pPr marL="342900" indent="-342900">
              <a:buFont typeface="+mj-lt"/>
              <a:buAutoNum type="arabicPeriod"/>
            </a:pPr>
            <a:r>
              <a:rPr lang="en-US" sz="1800" dirty="0">
                <a:solidFill>
                  <a:schemeClr val="bg1"/>
                </a:solidFill>
              </a:rPr>
              <a:t>you can throw any object that extends Throwable, but you should throw Exception subclasses (or </a:t>
            </a:r>
            <a:r>
              <a:rPr lang="en-US" sz="1800" dirty="0" err="1">
                <a:solidFill>
                  <a:schemeClr val="bg1"/>
                </a:solidFill>
              </a:rPr>
              <a:t>RuntimeException</a:t>
            </a:r>
            <a:r>
              <a:rPr lang="en-US" sz="1800" dirty="0">
                <a:solidFill>
                  <a:schemeClr val="bg1"/>
                </a:solidFill>
              </a:rPr>
              <a:t>) in normal code</a:t>
            </a:r>
          </a:p>
          <a:p>
            <a:pPr marL="342900" indent="-342900">
              <a:buFont typeface="+mj-lt"/>
              <a:buAutoNum type="arabicPeriod"/>
            </a:pPr>
            <a:r>
              <a:rPr lang="en-US" sz="1800" dirty="0">
                <a:solidFill>
                  <a:schemeClr val="bg1"/>
                </a:solidFill>
              </a:rPr>
              <a:t>Typical form:</a:t>
            </a:r>
          </a:p>
          <a:p>
            <a:pPr marL="0" indent="0">
              <a:buNone/>
            </a:pPr>
            <a:r>
              <a:rPr lang="en-US" sz="1800" dirty="0">
                <a:solidFill>
                  <a:schemeClr val="bg1"/>
                </a:solidFill>
              </a:rPr>
              <a:t>	throw new </a:t>
            </a:r>
            <a:r>
              <a:rPr lang="en-US" sz="1800" dirty="0" err="1">
                <a:solidFill>
                  <a:schemeClr val="bg1"/>
                </a:solidFill>
              </a:rPr>
              <a:t>IllegalArgumentException</a:t>
            </a:r>
            <a:r>
              <a:rPr lang="en-US" sz="1800" dirty="0">
                <a:solidFill>
                  <a:schemeClr val="bg1"/>
                </a:solidFill>
              </a:rPr>
              <a:t>("id must be positive");</a:t>
            </a: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IN" sz="1800" dirty="0">
              <a:solidFill>
                <a:schemeClr val="bg1"/>
              </a:solidFill>
            </a:endParaRPr>
          </a:p>
        </p:txBody>
      </p:sp>
      <p:sp>
        <p:nvSpPr>
          <p:cNvPr id="6" name="Date Placeholder 3">
            <a:extLst>
              <a:ext uri="{FF2B5EF4-FFF2-40B4-BE49-F238E27FC236}">
                <a16:creationId xmlns:a16="http://schemas.microsoft.com/office/drawing/2014/main" id="{F52F6C2C-18C4-5876-FC8F-E2FB7266CF94}"/>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73213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63BD4-0EAD-9B72-EA1E-16638DE03BD8}"/>
              </a:ext>
            </a:extLst>
          </p:cNvPr>
          <p:cNvSpPr>
            <a:spLocks noGrp="1"/>
          </p:cNvSpPr>
          <p:nvPr>
            <p:ph idx="1"/>
          </p:nvPr>
        </p:nvSpPr>
        <p:spPr>
          <a:xfrm>
            <a:off x="42370" y="844955"/>
            <a:ext cx="11940785" cy="6013045"/>
          </a:xfrm>
        </p:spPr>
        <p:txBody>
          <a:bodyPr>
            <a:noAutofit/>
          </a:bodyPr>
          <a:lstStyle/>
          <a:p>
            <a:pPr marL="0" indent="0">
              <a:buNone/>
            </a:pPr>
            <a:r>
              <a:rPr lang="en-IN" sz="1800" b="1" dirty="0">
                <a:solidFill>
                  <a:schemeClr val="bg1"/>
                </a:solidFill>
              </a:rPr>
              <a:t>throws</a:t>
            </a:r>
          </a:p>
          <a:p>
            <a:pPr marL="0" indent="0">
              <a:buNone/>
            </a:pPr>
            <a:endParaRPr lang="en-IN" sz="200" b="1" dirty="0">
              <a:solidFill>
                <a:schemeClr val="bg1"/>
              </a:solidFill>
            </a:endParaRPr>
          </a:p>
          <a:p>
            <a:pPr marL="342900" indent="-342900">
              <a:buFont typeface="+mj-lt"/>
              <a:buAutoNum type="arabicPeriod"/>
            </a:pPr>
            <a:r>
              <a:rPr lang="en-US" sz="1700" dirty="0">
                <a:solidFill>
                  <a:schemeClr val="bg1"/>
                </a:solidFill>
              </a:rPr>
              <a:t>What it does: tells callers that the method may let certain checked exceptions escape; it does not throw anything by itself.</a:t>
            </a:r>
          </a:p>
          <a:p>
            <a:pPr marL="342900" indent="-342900">
              <a:buFont typeface="+mj-lt"/>
              <a:buAutoNum type="arabicPeriod"/>
            </a:pPr>
            <a:r>
              <a:rPr lang="en-US" sz="1700" dirty="0">
                <a:solidFill>
                  <a:schemeClr val="bg1"/>
                </a:solidFill>
              </a:rPr>
              <a:t>Where used: in a method declaration to satisfy the compiler for checked exceptions or to document possible failures.</a:t>
            </a:r>
          </a:p>
          <a:p>
            <a:pPr marL="342900" indent="-342900">
              <a:buFont typeface="+mj-lt"/>
              <a:buAutoNum type="arabicPeriod"/>
            </a:pPr>
            <a:r>
              <a:rPr lang="en-US" sz="1700" dirty="0">
                <a:solidFill>
                  <a:schemeClr val="bg1"/>
                </a:solidFill>
              </a:rPr>
              <a:t>Typical form:</a:t>
            </a:r>
          </a:p>
          <a:p>
            <a:pPr marL="0" indent="0">
              <a:buNone/>
            </a:pPr>
            <a:r>
              <a:rPr lang="en-US" sz="1700" i="1" dirty="0">
                <a:solidFill>
                  <a:schemeClr val="bg1"/>
                </a:solidFill>
              </a:rPr>
              <a:t>	public void </a:t>
            </a:r>
            <a:r>
              <a:rPr lang="en-US" sz="1700" i="1" dirty="0" err="1">
                <a:solidFill>
                  <a:schemeClr val="bg1"/>
                </a:solidFill>
              </a:rPr>
              <a:t>readFile</a:t>
            </a:r>
            <a:r>
              <a:rPr lang="en-US" sz="1700" i="1" dirty="0">
                <a:solidFill>
                  <a:schemeClr val="bg1"/>
                </a:solidFill>
              </a:rPr>
              <a:t>(String path) throws </a:t>
            </a:r>
            <a:r>
              <a:rPr lang="en-US" sz="1700" i="1" dirty="0" err="1">
                <a:solidFill>
                  <a:schemeClr val="bg1"/>
                </a:solidFill>
              </a:rPr>
              <a:t>IOException</a:t>
            </a:r>
            <a:r>
              <a:rPr lang="en-US" sz="1700" i="1" dirty="0">
                <a:solidFill>
                  <a:schemeClr val="bg1"/>
                </a:solidFill>
              </a:rPr>
              <a:t>, </a:t>
            </a:r>
            <a:r>
              <a:rPr lang="en-US" sz="1700" i="1" dirty="0" err="1">
                <a:solidFill>
                  <a:schemeClr val="bg1"/>
                </a:solidFill>
              </a:rPr>
              <a:t>ParseException</a:t>
            </a:r>
            <a:r>
              <a:rPr lang="en-US" sz="1700" i="1" dirty="0">
                <a:solidFill>
                  <a:schemeClr val="bg1"/>
                </a:solidFill>
              </a:rPr>
              <a:t> {</a:t>
            </a:r>
          </a:p>
          <a:p>
            <a:pPr marL="0" indent="0">
              <a:buNone/>
            </a:pPr>
            <a:r>
              <a:rPr lang="en-US" sz="1700" i="1" dirty="0">
                <a:solidFill>
                  <a:schemeClr val="bg1"/>
                </a:solidFill>
              </a:rPr>
              <a:t>    		// method body may throw </a:t>
            </a:r>
            <a:r>
              <a:rPr lang="en-US" sz="1700" i="1" dirty="0" err="1">
                <a:solidFill>
                  <a:schemeClr val="bg1"/>
                </a:solidFill>
              </a:rPr>
              <a:t>IOException</a:t>
            </a:r>
            <a:r>
              <a:rPr lang="en-US" sz="1700" i="1" dirty="0">
                <a:solidFill>
                  <a:schemeClr val="bg1"/>
                </a:solidFill>
              </a:rPr>
              <a:t> or </a:t>
            </a:r>
            <a:r>
              <a:rPr lang="en-US" sz="1700" i="1" dirty="0" err="1">
                <a:solidFill>
                  <a:schemeClr val="bg1"/>
                </a:solidFill>
              </a:rPr>
              <a:t>ParseException</a:t>
            </a:r>
            <a:endParaRPr lang="en-US" sz="1700" i="1" dirty="0">
              <a:solidFill>
                <a:schemeClr val="bg1"/>
              </a:solidFill>
            </a:endParaRPr>
          </a:p>
          <a:p>
            <a:pPr marL="0" indent="0">
              <a:buNone/>
            </a:pPr>
            <a:r>
              <a:rPr lang="en-US" sz="1700" i="1" dirty="0">
                <a:solidFill>
                  <a:schemeClr val="bg1"/>
                </a:solidFill>
              </a:rPr>
              <a:t>	}</a:t>
            </a:r>
          </a:p>
          <a:p>
            <a:pPr marL="0" indent="0">
              <a:buNone/>
            </a:pPr>
            <a:endParaRPr lang="en-IN" sz="1700" b="1" dirty="0">
              <a:solidFill>
                <a:schemeClr val="bg1"/>
              </a:solidFill>
            </a:endParaRPr>
          </a:p>
          <a:p>
            <a:pPr marL="0" indent="0">
              <a:buNone/>
            </a:pPr>
            <a:r>
              <a:rPr lang="en-US" sz="1700" b="1" dirty="0">
                <a:solidFill>
                  <a:schemeClr val="bg1"/>
                </a:solidFill>
              </a:rPr>
              <a:t>Key differences</a:t>
            </a:r>
          </a:p>
          <a:p>
            <a:pPr marL="342900" indent="-342900">
              <a:buFont typeface="+mj-lt"/>
              <a:buAutoNum type="arabicPeriod"/>
            </a:pPr>
            <a:r>
              <a:rPr lang="en-US" sz="1700" dirty="0">
                <a:solidFill>
                  <a:schemeClr val="bg1"/>
                </a:solidFill>
              </a:rPr>
              <a:t>Action vs declaration: throw performs the action of raising an exception; throws declares that a method may propagate exceptions.</a:t>
            </a:r>
          </a:p>
          <a:p>
            <a:pPr marL="342900" indent="-342900">
              <a:buFont typeface="+mj-lt"/>
              <a:buAutoNum type="arabicPeriod"/>
            </a:pPr>
            <a:r>
              <a:rPr lang="en-US" sz="1700" dirty="0">
                <a:solidFill>
                  <a:schemeClr val="bg1"/>
                </a:solidFill>
              </a:rPr>
              <a:t>Runtime vs compile-time: throw affects runtime flow; throws affects compile-time checking for callers.</a:t>
            </a:r>
          </a:p>
          <a:p>
            <a:pPr marL="342900" indent="-342900">
              <a:buFont typeface="+mj-lt"/>
              <a:buAutoNum type="arabicPeriod"/>
            </a:pPr>
            <a:r>
              <a:rPr lang="en-US" sz="1700" dirty="0">
                <a:solidFill>
                  <a:schemeClr val="bg1"/>
                </a:solidFill>
              </a:rPr>
              <a:t>Placement: throw appears inside method bodies; throws appears after the method parameter list in the signature.</a:t>
            </a:r>
          </a:p>
          <a:p>
            <a:pPr marL="342900" indent="-342900">
              <a:buFont typeface="+mj-lt"/>
              <a:buAutoNum type="arabicPeriod"/>
            </a:pPr>
            <a:r>
              <a:rPr lang="en-US" sz="1700" dirty="0">
                <a:solidFill>
                  <a:schemeClr val="bg1"/>
                </a:solidFill>
              </a:rPr>
              <a:t>Checked exceptions: throws is required for checked exceptions that are not handled inside the method; throw can raise either checked or unchecked exceptions (but checked ones must be declared or caught).</a:t>
            </a:r>
          </a:p>
          <a:p>
            <a:pPr marL="0" indent="0">
              <a:buNone/>
            </a:pPr>
            <a:endParaRPr lang="en-IN" sz="1800" b="1" dirty="0">
              <a:solidFill>
                <a:schemeClr val="bg1"/>
              </a:solidFill>
            </a:endParaRPr>
          </a:p>
          <a:p>
            <a:pPr marL="0" indent="0">
              <a:buNone/>
            </a:pPr>
            <a:endParaRPr lang="en-IN" sz="1800" b="1" dirty="0">
              <a:solidFill>
                <a:schemeClr val="bg1"/>
              </a:solidFill>
            </a:endParaRPr>
          </a:p>
        </p:txBody>
      </p:sp>
      <p:sp>
        <p:nvSpPr>
          <p:cNvPr id="6" name="Date Placeholder 3">
            <a:extLst>
              <a:ext uri="{FF2B5EF4-FFF2-40B4-BE49-F238E27FC236}">
                <a16:creationId xmlns:a16="http://schemas.microsoft.com/office/drawing/2014/main" id="{8F20A27B-0B31-F204-9745-C8DF93671AA9}"/>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8" name="Title 7">
            <a:extLst>
              <a:ext uri="{FF2B5EF4-FFF2-40B4-BE49-F238E27FC236}">
                <a16:creationId xmlns:a16="http://schemas.microsoft.com/office/drawing/2014/main" id="{49B4ACFC-69E5-9637-A852-3D2955CF515A}"/>
              </a:ext>
            </a:extLst>
          </p:cNvPr>
          <p:cNvSpPr>
            <a:spLocks noGrp="1"/>
          </p:cNvSpPr>
          <p:nvPr>
            <p:ph type="title"/>
          </p:nvPr>
        </p:nvSpPr>
        <p:spPr/>
        <p:txBody>
          <a:bodyPr>
            <a:normAutofit/>
          </a:bodyPr>
          <a:lstStyle/>
          <a:p>
            <a:r>
              <a:rPr lang="en-IN" sz="2400" dirty="0"/>
              <a:t>throw vs throws</a:t>
            </a:r>
          </a:p>
        </p:txBody>
      </p:sp>
    </p:spTree>
    <p:extLst>
      <p:ext uri="{BB962C8B-B14F-4D97-AF65-F5344CB8AC3E}">
        <p14:creationId xmlns:p14="http://schemas.microsoft.com/office/powerpoint/2010/main" val="2486693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3CCAB-3695-C00F-C635-FCE3E3908349}"/>
              </a:ext>
            </a:extLst>
          </p:cNvPr>
          <p:cNvSpPr>
            <a:spLocks noGrp="1"/>
          </p:cNvSpPr>
          <p:nvPr>
            <p:ph type="title"/>
          </p:nvPr>
        </p:nvSpPr>
        <p:spPr/>
        <p:txBody>
          <a:bodyPr>
            <a:normAutofit/>
          </a:bodyPr>
          <a:lstStyle/>
          <a:p>
            <a:r>
              <a:rPr lang="en-IN" sz="2400" dirty="0"/>
              <a:t>throw vs throws </a:t>
            </a:r>
          </a:p>
        </p:txBody>
      </p:sp>
      <p:sp>
        <p:nvSpPr>
          <p:cNvPr id="3" name="Content Placeholder 2">
            <a:extLst>
              <a:ext uri="{FF2B5EF4-FFF2-40B4-BE49-F238E27FC236}">
                <a16:creationId xmlns:a16="http://schemas.microsoft.com/office/drawing/2014/main" id="{5B86DFDC-566C-7378-54F3-17D796D2A912}"/>
              </a:ext>
            </a:extLst>
          </p:cNvPr>
          <p:cNvSpPr>
            <a:spLocks noGrp="1"/>
          </p:cNvSpPr>
          <p:nvPr>
            <p:ph idx="1"/>
          </p:nvPr>
        </p:nvSpPr>
        <p:spPr>
          <a:xfrm>
            <a:off x="59444" y="843623"/>
            <a:ext cx="11784691" cy="5960422"/>
          </a:xfrm>
        </p:spPr>
        <p:txBody>
          <a:bodyPr>
            <a:noAutofit/>
          </a:bodyPr>
          <a:lstStyle/>
          <a:p>
            <a:pPr marL="0" indent="0">
              <a:buNone/>
            </a:pPr>
            <a:r>
              <a:rPr lang="en-IN" sz="1600" dirty="0">
                <a:solidFill>
                  <a:schemeClr val="bg1"/>
                </a:solidFill>
              </a:rPr>
              <a:t>public class Example {</a:t>
            </a:r>
          </a:p>
          <a:p>
            <a:pPr marL="0" indent="0">
              <a:buNone/>
            </a:pPr>
            <a:r>
              <a:rPr lang="en-IN" sz="1600" dirty="0">
                <a:solidFill>
                  <a:schemeClr val="bg1"/>
                </a:solidFill>
              </a:rPr>
              <a:t>  public static void main(String[] </a:t>
            </a:r>
            <a:r>
              <a:rPr lang="en-IN" sz="1600" dirty="0" err="1">
                <a:solidFill>
                  <a:schemeClr val="bg1"/>
                </a:solidFill>
              </a:rPr>
              <a:t>args</a:t>
            </a:r>
            <a:r>
              <a:rPr lang="en-IN" sz="1600" dirty="0">
                <a:solidFill>
                  <a:schemeClr val="bg1"/>
                </a:solidFill>
              </a:rPr>
              <a:t>) {</a:t>
            </a:r>
          </a:p>
          <a:p>
            <a:pPr marL="457200" lvl="1" indent="0">
              <a:buNone/>
            </a:pPr>
            <a:r>
              <a:rPr lang="en-IN" sz="1600" dirty="0">
                <a:solidFill>
                  <a:schemeClr val="bg1"/>
                </a:solidFill>
              </a:rPr>
              <a:t>    try {</a:t>
            </a:r>
          </a:p>
          <a:p>
            <a:pPr marL="457200" lvl="1" indent="0">
              <a:buNone/>
            </a:pPr>
            <a:r>
              <a:rPr lang="en-IN" sz="1600" dirty="0">
                <a:solidFill>
                  <a:schemeClr val="bg1"/>
                </a:solidFill>
              </a:rPr>
              <a:t>      int result = divide("10", 0);</a:t>
            </a:r>
          </a:p>
          <a:p>
            <a:pPr marL="457200" lvl="1" indent="0">
              <a:buNone/>
            </a:pPr>
            <a:r>
              <a:rPr lang="en-IN" sz="1600" dirty="0">
                <a:solidFill>
                  <a:schemeClr val="bg1"/>
                </a:solidFill>
              </a:rPr>
              <a:t>      </a:t>
            </a:r>
            <a:r>
              <a:rPr lang="en-IN" sz="1600" dirty="0" err="1">
                <a:solidFill>
                  <a:schemeClr val="bg1"/>
                </a:solidFill>
              </a:rPr>
              <a:t>System.out.println</a:t>
            </a:r>
            <a:r>
              <a:rPr lang="en-IN" sz="1600" dirty="0">
                <a:solidFill>
                  <a:schemeClr val="bg1"/>
                </a:solidFill>
              </a:rPr>
              <a:t>(result);</a:t>
            </a:r>
          </a:p>
          <a:p>
            <a:pPr marL="457200" lvl="1" indent="0">
              <a:buNone/>
            </a:pPr>
            <a:r>
              <a:rPr lang="en-IN" sz="1600" dirty="0">
                <a:solidFill>
                  <a:schemeClr val="bg1"/>
                </a:solidFill>
              </a:rPr>
              <a:t>    } catch (</a:t>
            </a:r>
            <a:r>
              <a:rPr lang="en-IN" sz="1600" dirty="0" err="1">
                <a:solidFill>
                  <a:schemeClr val="bg1"/>
                </a:solidFill>
              </a:rPr>
              <a:t>NumberFormatException</a:t>
            </a:r>
            <a:r>
              <a:rPr lang="en-IN" sz="1600" dirty="0">
                <a:solidFill>
                  <a:schemeClr val="bg1"/>
                </a:solidFill>
              </a:rPr>
              <a:t> | </a:t>
            </a:r>
            <a:r>
              <a:rPr lang="en-IN" sz="1600" dirty="0" err="1">
                <a:solidFill>
                  <a:schemeClr val="bg1"/>
                </a:solidFill>
              </a:rPr>
              <a:t>ArithmeticException</a:t>
            </a:r>
            <a:r>
              <a:rPr lang="en-IN" sz="1600" dirty="0">
                <a:solidFill>
                  <a:schemeClr val="bg1"/>
                </a:solidFill>
              </a:rPr>
              <a:t> ex) {</a:t>
            </a:r>
          </a:p>
          <a:p>
            <a:pPr marL="457200" lvl="1" indent="0">
              <a:buNone/>
            </a:pPr>
            <a:r>
              <a:rPr lang="en-IN" sz="1600" dirty="0">
                <a:solidFill>
                  <a:schemeClr val="bg1"/>
                </a:solidFill>
              </a:rPr>
              <a:t>      </a:t>
            </a:r>
            <a:r>
              <a:rPr lang="en-IN" sz="1600" dirty="0" err="1">
                <a:solidFill>
                  <a:schemeClr val="bg1"/>
                </a:solidFill>
              </a:rPr>
              <a:t>System.err.println</a:t>
            </a:r>
            <a:r>
              <a:rPr lang="en-IN" sz="1600" dirty="0">
                <a:solidFill>
                  <a:schemeClr val="bg1"/>
                </a:solidFill>
              </a:rPr>
              <a:t>("Error: " + </a:t>
            </a:r>
            <a:r>
              <a:rPr lang="en-IN" sz="1600" dirty="0" err="1">
                <a:solidFill>
                  <a:schemeClr val="bg1"/>
                </a:solidFill>
              </a:rPr>
              <a:t>ex.getMessage</a:t>
            </a:r>
            <a:r>
              <a:rPr lang="en-IN" sz="1600" dirty="0">
                <a:solidFill>
                  <a:schemeClr val="bg1"/>
                </a:solidFill>
              </a:rPr>
              <a:t>());</a:t>
            </a:r>
          </a:p>
          <a:p>
            <a:pPr marL="457200" lvl="1" indent="0">
              <a:buNone/>
            </a:pPr>
            <a:r>
              <a:rPr lang="en-IN" sz="1600" dirty="0">
                <a:solidFill>
                  <a:schemeClr val="bg1"/>
                </a:solidFill>
              </a:rPr>
              <a:t>    }</a:t>
            </a:r>
          </a:p>
          <a:p>
            <a:pPr marL="0" indent="0">
              <a:buNone/>
            </a:pPr>
            <a:r>
              <a:rPr lang="en-IN" sz="1600" dirty="0">
                <a:solidFill>
                  <a:schemeClr val="bg1"/>
                </a:solidFill>
              </a:rPr>
              <a:t>  }</a:t>
            </a:r>
          </a:p>
          <a:p>
            <a:pPr marL="0" indent="0">
              <a:buNone/>
            </a:pPr>
            <a:r>
              <a:rPr lang="en-IN" sz="1600" dirty="0">
                <a:solidFill>
                  <a:schemeClr val="bg1"/>
                </a:solidFill>
              </a:rPr>
              <a:t>  public static int divide(String text, int divisor) throws </a:t>
            </a:r>
            <a:r>
              <a:rPr lang="en-IN" sz="1600" dirty="0" err="1">
                <a:solidFill>
                  <a:schemeClr val="bg1"/>
                </a:solidFill>
              </a:rPr>
              <a:t>NumberFormatException</a:t>
            </a:r>
            <a:r>
              <a:rPr lang="en-IN" sz="1600" dirty="0">
                <a:solidFill>
                  <a:schemeClr val="bg1"/>
                </a:solidFill>
              </a:rPr>
              <a:t>, </a:t>
            </a:r>
            <a:r>
              <a:rPr lang="en-IN" sz="1600" dirty="0" err="1">
                <a:solidFill>
                  <a:schemeClr val="bg1"/>
                </a:solidFill>
              </a:rPr>
              <a:t>ArithmeticException</a:t>
            </a:r>
            <a:r>
              <a:rPr lang="en-IN" sz="1600" dirty="0">
                <a:solidFill>
                  <a:schemeClr val="bg1"/>
                </a:solidFill>
              </a:rPr>
              <a:t> {</a:t>
            </a:r>
          </a:p>
          <a:p>
            <a:pPr marL="0" indent="0">
              <a:buNone/>
            </a:pPr>
            <a:r>
              <a:rPr lang="en-IN" sz="1600" dirty="0">
                <a:solidFill>
                  <a:schemeClr val="bg1"/>
                </a:solidFill>
              </a:rPr>
              <a:t>	int value = </a:t>
            </a:r>
            <a:r>
              <a:rPr lang="en-IN" sz="1600" dirty="0" err="1">
                <a:solidFill>
                  <a:schemeClr val="bg1"/>
                </a:solidFill>
              </a:rPr>
              <a:t>Integer.parseInt</a:t>
            </a:r>
            <a:r>
              <a:rPr lang="en-IN" sz="1600" dirty="0">
                <a:solidFill>
                  <a:schemeClr val="bg1"/>
                </a:solidFill>
              </a:rPr>
              <a:t>(</a:t>
            </a:r>
            <a:r>
              <a:rPr lang="en-IN" sz="1600" dirty="0" err="1">
                <a:solidFill>
                  <a:schemeClr val="bg1"/>
                </a:solidFill>
              </a:rPr>
              <a:t>text.trim</a:t>
            </a:r>
            <a:r>
              <a:rPr lang="en-IN" sz="1600" dirty="0">
                <a:solidFill>
                  <a:schemeClr val="bg1"/>
                </a:solidFill>
              </a:rPr>
              <a:t>()); // may throw </a:t>
            </a:r>
            <a:r>
              <a:rPr lang="en-IN" sz="1600" dirty="0" err="1">
                <a:solidFill>
                  <a:schemeClr val="bg1"/>
                </a:solidFill>
              </a:rPr>
              <a:t>NumberFormatException</a:t>
            </a:r>
            <a:endParaRPr lang="en-IN" sz="1600" dirty="0">
              <a:solidFill>
                <a:schemeClr val="bg1"/>
              </a:solidFill>
            </a:endParaRPr>
          </a:p>
          <a:p>
            <a:pPr marL="457200" lvl="1" indent="0">
              <a:buNone/>
            </a:pPr>
            <a:r>
              <a:rPr lang="en-IN" sz="1600" dirty="0">
                <a:solidFill>
                  <a:schemeClr val="bg1"/>
                </a:solidFill>
              </a:rPr>
              <a:t>    	// explicitly throw a custom unchecked exception</a:t>
            </a:r>
          </a:p>
          <a:p>
            <a:pPr marL="457200" lvl="1" indent="0">
              <a:buNone/>
            </a:pPr>
            <a:r>
              <a:rPr lang="en-IN" sz="1600" dirty="0">
                <a:solidFill>
                  <a:schemeClr val="bg1"/>
                </a:solidFill>
              </a:rPr>
              <a:t>	 if divisor is negative    if (divisor &lt; 0) {</a:t>
            </a:r>
          </a:p>
          <a:p>
            <a:pPr marL="457200" lvl="1" indent="0">
              <a:buNone/>
            </a:pPr>
            <a:r>
              <a:rPr lang="en-IN" sz="1600" dirty="0">
                <a:solidFill>
                  <a:schemeClr val="bg1"/>
                </a:solidFill>
              </a:rPr>
              <a:t>      		throw new </a:t>
            </a:r>
            <a:r>
              <a:rPr lang="en-IN" sz="1600" dirty="0" err="1">
                <a:solidFill>
                  <a:schemeClr val="bg1"/>
                </a:solidFill>
              </a:rPr>
              <a:t>IllegalArgumentException</a:t>
            </a:r>
            <a:r>
              <a:rPr lang="en-IN" sz="1600" dirty="0">
                <a:solidFill>
                  <a:schemeClr val="bg1"/>
                </a:solidFill>
              </a:rPr>
              <a:t>("divisor must be non-negative");</a:t>
            </a:r>
          </a:p>
          <a:p>
            <a:pPr marL="0" indent="0">
              <a:buNone/>
            </a:pPr>
            <a:r>
              <a:rPr lang="en-IN" sz="1600" dirty="0">
                <a:solidFill>
                  <a:schemeClr val="bg1"/>
                </a:solidFill>
              </a:rPr>
              <a:t>   	 }</a:t>
            </a:r>
          </a:p>
          <a:p>
            <a:pPr marL="0" indent="0">
              <a:buNone/>
            </a:pPr>
            <a:r>
              <a:rPr lang="en-IN" sz="1600" dirty="0">
                <a:solidFill>
                  <a:schemeClr val="bg1"/>
                </a:solidFill>
              </a:rPr>
              <a:t>    	// may throw </a:t>
            </a:r>
            <a:r>
              <a:rPr lang="en-IN" sz="1600" dirty="0" err="1">
                <a:solidFill>
                  <a:schemeClr val="bg1"/>
                </a:solidFill>
              </a:rPr>
              <a:t>ArithmeticException</a:t>
            </a:r>
            <a:endParaRPr lang="en-IN" sz="1600" dirty="0">
              <a:solidFill>
                <a:schemeClr val="bg1"/>
              </a:solidFill>
            </a:endParaRPr>
          </a:p>
          <a:p>
            <a:pPr marL="0" indent="0">
              <a:buNone/>
            </a:pPr>
            <a:r>
              <a:rPr lang="en-IN" sz="1600" dirty="0">
                <a:solidFill>
                  <a:schemeClr val="bg1"/>
                </a:solidFill>
              </a:rPr>
              <a:t>	if divisor == 0    return value / divisor; </a:t>
            </a:r>
          </a:p>
          <a:p>
            <a:pPr marL="0" indent="0">
              <a:buNone/>
            </a:pPr>
            <a:r>
              <a:rPr lang="en-IN" sz="1600" dirty="0">
                <a:solidFill>
                  <a:schemeClr val="bg1"/>
                </a:solidFill>
              </a:rPr>
              <a:t>  }</a:t>
            </a:r>
          </a:p>
          <a:p>
            <a:pPr marL="0" indent="0">
              <a:buNone/>
            </a:pPr>
            <a:r>
              <a:rPr lang="en-IN" sz="1600" dirty="0">
                <a:solidFill>
                  <a:schemeClr val="bg1"/>
                </a:solidFill>
              </a:rPr>
              <a:t>}</a:t>
            </a:r>
          </a:p>
        </p:txBody>
      </p:sp>
      <p:sp>
        <p:nvSpPr>
          <p:cNvPr id="4" name="Date Placeholder 3">
            <a:extLst>
              <a:ext uri="{FF2B5EF4-FFF2-40B4-BE49-F238E27FC236}">
                <a16:creationId xmlns:a16="http://schemas.microsoft.com/office/drawing/2014/main" id="{6A4A763B-C97D-C1D8-9696-87DB538AAB0A}"/>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026349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D72C3-59C2-D8F8-5AC5-70F3A0FF64C6}"/>
              </a:ext>
            </a:extLst>
          </p:cNvPr>
          <p:cNvSpPr>
            <a:spLocks noGrp="1"/>
          </p:cNvSpPr>
          <p:nvPr>
            <p:ph type="title"/>
          </p:nvPr>
        </p:nvSpPr>
        <p:spPr/>
        <p:txBody>
          <a:bodyPr>
            <a:normAutofit/>
          </a:bodyPr>
          <a:lstStyle/>
          <a:p>
            <a:r>
              <a:rPr lang="en-IN" sz="2400" dirty="0"/>
              <a:t>Custom Exception</a:t>
            </a:r>
          </a:p>
        </p:txBody>
      </p:sp>
      <p:sp>
        <p:nvSpPr>
          <p:cNvPr id="3" name="Content Placeholder 2">
            <a:extLst>
              <a:ext uri="{FF2B5EF4-FFF2-40B4-BE49-F238E27FC236}">
                <a16:creationId xmlns:a16="http://schemas.microsoft.com/office/drawing/2014/main" id="{272F0B95-95DF-97AD-D2B7-3C804A5ADA37}"/>
              </a:ext>
            </a:extLst>
          </p:cNvPr>
          <p:cNvSpPr>
            <a:spLocks noGrp="1"/>
          </p:cNvSpPr>
          <p:nvPr>
            <p:ph idx="1"/>
          </p:nvPr>
        </p:nvSpPr>
        <p:spPr>
          <a:xfrm>
            <a:off x="36726" y="1059445"/>
            <a:ext cx="11784691" cy="5716202"/>
          </a:xfrm>
        </p:spPr>
        <p:txBody>
          <a:bodyPr>
            <a:noAutofit/>
          </a:bodyPr>
          <a:lstStyle/>
          <a:p>
            <a:pPr marL="0" indent="0">
              <a:buNone/>
            </a:pPr>
            <a:r>
              <a:rPr lang="en-US" sz="1800" dirty="0">
                <a:solidFill>
                  <a:schemeClr val="bg1"/>
                </a:solidFill>
              </a:rPr>
              <a:t>A </a:t>
            </a:r>
            <a:r>
              <a:rPr lang="en-US" sz="1800" b="1" dirty="0">
                <a:solidFill>
                  <a:schemeClr val="bg1"/>
                </a:solidFill>
              </a:rPr>
              <a:t>custom exception</a:t>
            </a:r>
            <a:r>
              <a:rPr lang="en-US" sz="1800" dirty="0">
                <a:solidFill>
                  <a:schemeClr val="bg1"/>
                </a:solidFill>
              </a:rPr>
              <a:t> is a class you write to represent a specific error condition in your application. Custom exceptions make error handling clearer by giving callers a meaningful type to catch and by carrying contextual information. In Java you normally create custom exceptions by extending </a:t>
            </a:r>
            <a:r>
              <a:rPr lang="en-US" sz="1800" b="1" dirty="0">
                <a:solidFill>
                  <a:schemeClr val="bg1"/>
                </a:solidFill>
              </a:rPr>
              <a:t>Exception</a:t>
            </a:r>
            <a:r>
              <a:rPr lang="en-US" sz="1800" dirty="0">
                <a:solidFill>
                  <a:schemeClr val="bg1"/>
                </a:solidFill>
              </a:rPr>
              <a:t> or </a:t>
            </a:r>
            <a:r>
              <a:rPr lang="en-US" sz="1800" b="1" dirty="0" err="1">
                <a:solidFill>
                  <a:schemeClr val="bg1"/>
                </a:solidFill>
              </a:rPr>
              <a:t>RuntimeException</a:t>
            </a:r>
            <a:r>
              <a:rPr lang="en-US" sz="1800" dirty="0">
                <a:solidFill>
                  <a:schemeClr val="bg1"/>
                </a:solidFill>
              </a:rPr>
              <a:t>. Extending Throwable directly is possible but strongly discouraged for normal application code. </a:t>
            </a:r>
          </a:p>
          <a:p>
            <a:pPr marL="0" indent="0">
              <a:buNone/>
            </a:pPr>
            <a:endParaRPr lang="en-IN" sz="200" dirty="0">
              <a:solidFill>
                <a:schemeClr val="bg1"/>
              </a:solidFill>
            </a:endParaRPr>
          </a:p>
          <a:p>
            <a:pPr marL="0" indent="0">
              <a:buNone/>
            </a:pPr>
            <a:r>
              <a:rPr lang="en-US" sz="1800" b="1" dirty="0">
                <a:solidFill>
                  <a:schemeClr val="bg1"/>
                </a:solidFill>
              </a:rPr>
              <a:t>Extending Exception for checked exceptions</a:t>
            </a:r>
            <a:r>
              <a:rPr lang="en-US" sz="1800" dirty="0">
                <a:solidFill>
                  <a:schemeClr val="bg1"/>
                </a:solidFill>
              </a:rPr>
              <a:t> :- use when callers should be forced to handle or declare the error (recoverable, expected conditions).</a:t>
            </a:r>
            <a:endParaRPr lang="en-IN" sz="1800" b="1" dirty="0">
              <a:solidFill>
                <a:schemeClr val="bg1"/>
              </a:solidFill>
            </a:endParaRPr>
          </a:p>
          <a:p>
            <a:pPr marL="0" indent="0">
              <a:buNone/>
            </a:pPr>
            <a:endParaRPr lang="en-IN" sz="200" dirty="0">
              <a:solidFill>
                <a:schemeClr val="bg1"/>
              </a:solidFill>
            </a:endParaRPr>
          </a:p>
          <a:p>
            <a:pPr marL="457200" lvl="1" indent="0">
              <a:lnSpc>
                <a:spcPct val="150000"/>
              </a:lnSpc>
              <a:spcBef>
                <a:spcPts val="600"/>
              </a:spcBef>
              <a:buNone/>
            </a:pPr>
            <a:r>
              <a:rPr lang="en-US" sz="1500" i="1" dirty="0">
                <a:solidFill>
                  <a:schemeClr val="bg1"/>
                </a:solidFill>
              </a:rPr>
              <a:t>public class </a:t>
            </a:r>
            <a:r>
              <a:rPr lang="en-US" sz="1500" i="1" dirty="0" err="1">
                <a:solidFill>
                  <a:schemeClr val="bg1"/>
                </a:solidFill>
              </a:rPr>
              <a:t>InvalidOrderException</a:t>
            </a:r>
            <a:r>
              <a:rPr lang="en-US" sz="1500" i="1" dirty="0">
                <a:solidFill>
                  <a:schemeClr val="bg1"/>
                </a:solidFill>
              </a:rPr>
              <a:t> extends Exception {</a:t>
            </a:r>
          </a:p>
          <a:p>
            <a:pPr marL="457200" lvl="1" indent="0">
              <a:lnSpc>
                <a:spcPct val="150000"/>
              </a:lnSpc>
              <a:spcBef>
                <a:spcPts val="600"/>
              </a:spcBef>
              <a:buNone/>
            </a:pPr>
            <a:r>
              <a:rPr lang="en-US" sz="1500" i="1" dirty="0">
                <a:solidFill>
                  <a:schemeClr val="bg1"/>
                </a:solidFill>
              </a:rPr>
              <a:t>	private static final long </a:t>
            </a:r>
            <a:r>
              <a:rPr lang="en-US" sz="1500" i="1" dirty="0" err="1">
                <a:solidFill>
                  <a:schemeClr val="bg1"/>
                </a:solidFill>
              </a:rPr>
              <a:t>serialVersionUID</a:t>
            </a:r>
            <a:r>
              <a:rPr lang="en-US" sz="1500" i="1" dirty="0">
                <a:solidFill>
                  <a:schemeClr val="bg1"/>
                </a:solidFill>
              </a:rPr>
              <a:t> = 1L;</a:t>
            </a:r>
          </a:p>
          <a:p>
            <a:pPr marL="457200" lvl="1" indent="0">
              <a:lnSpc>
                <a:spcPct val="150000"/>
              </a:lnSpc>
              <a:spcBef>
                <a:spcPts val="600"/>
              </a:spcBef>
              <a:buNone/>
            </a:pPr>
            <a:r>
              <a:rPr lang="en-US" sz="1500" i="1" dirty="0">
                <a:solidFill>
                  <a:schemeClr val="bg1"/>
                </a:solidFill>
              </a:rPr>
              <a:t>	public </a:t>
            </a:r>
            <a:r>
              <a:rPr lang="en-US" sz="1500" i="1" dirty="0" err="1">
                <a:solidFill>
                  <a:schemeClr val="bg1"/>
                </a:solidFill>
              </a:rPr>
              <a:t>InvalidOrderException</a:t>
            </a:r>
            <a:r>
              <a:rPr lang="en-US" sz="1500" i="1" dirty="0">
                <a:solidFill>
                  <a:schemeClr val="bg1"/>
                </a:solidFill>
              </a:rPr>
              <a:t>() { super(); }</a:t>
            </a:r>
          </a:p>
          <a:p>
            <a:pPr marL="457200" lvl="1" indent="0">
              <a:lnSpc>
                <a:spcPct val="150000"/>
              </a:lnSpc>
              <a:spcBef>
                <a:spcPts val="600"/>
              </a:spcBef>
              <a:buNone/>
            </a:pPr>
            <a:r>
              <a:rPr lang="en-US" sz="1500" i="1" dirty="0">
                <a:solidFill>
                  <a:schemeClr val="bg1"/>
                </a:solidFill>
              </a:rPr>
              <a:t>  	public </a:t>
            </a:r>
            <a:r>
              <a:rPr lang="en-US" sz="1500" i="1" dirty="0" err="1">
                <a:solidFill>
                  <a:schemeClr val="bg1"/>
                </a:solidFill>
              </a:rPr>
              <a:t>InvalidOrderException</a:t>
            </a:r>
            <a:r>
              <a:rPr lang="en-US" sz="1500" i="1" dirty="0">
                <a:solidFill>
                  <a:schemeClr val="bg1"/>
                </a:solidFill>
              </a:rPr>
              <a:t>(String message) { super(message); }</a:t>
            </a:r>
          </a:p>
          <a:p>
            <a:pPr marL="457200" lvl="1" indent="0">
              <a:lnSpc>
                <a:spcPct val="150000"/>
              </a:lnSpc>
              <a:spcBef>
                <a:spcPts val="600"/>
              </a:spcBef>
              <a:buNone/>
            </a:pPr>
            <a:r>
              <a:rPr lang="en-US" sz="1500" i="1" dirty="0">
                <a:solidFill>
                  <a:schemeClr val="bg1"/>
                </a:solidFill>
              </a:rPr>
              <a:t>  	public </a:t>
            </a:r>
            <a:r>
              <a:rPr lang="en-US" sz="1500" i="1" dirty="0" err="1">
                <a:solidFill>
                  <a:schemeClr val="bg1"/>
                </a:solidFill>
              </a:rPr>
              <a:t>InvalidOrderException</a:t>
            </a:r>
            <a:r>
              <a:rPr lang="en-US" sz="1500" i="1" dirty="0">
                <a:solidFill>
                  <a:schemeClr val="bg1"/>
                </a:solidFill>
              </a:rPr>
              <a:t>(String message, Throwable cause) {</a:t>
            </a:r>
          </a:p>
          <a:p>
            <a:pPr marL="457200" lvl="1" indent="0">
              <a:lnSpc>
                <a:spcPct val="150000"/>
              </a:lnSpc>
              <a:spcBef>
                <a:spcPts val="600"/>
              </a:spcBef>
              <a:buNone/>
            </a:pPr>
            <a:r>
              <a:rPr lang="en-US" sz="1500" i="1" dirty="0">
                <a:solidFill>
                  <a:schemeClr val="bg1"/>
                </a:solidFill>
              </a:rPr>
              <a:t>    		super(message, cause);</a:t>
            </a:r>
          </a:p>
          <a:p>
            <a:pPr marL="457200" lvl="1" indent="0">
              <a:lnSpc>
                <a:spcPct val="150000"/>
              </a:lnSpc>
              <a:spcBef>
                <a:spcPts val="600"/>
              </a:spcBef>
              <a:buNone/>
            </a:pPr>
            <a:r>
              <a:rPr lang="en-US" sz="1500" i="1" dirty="0">
                <a:solidFill>
                  <a:schemeClr val="bg1"/>
                </a:solidFill>
              </a:rPr>
              <a:t> 	 }</a:t>
            </a:r>
          </a:p>
          <a:p>
            <a:pPr marL="457200" lvl="1" indent="0">
              <a:lnSpc>
                <a:spcPct val="150000"/>
              </a:lnSpc>
              <a:spcBef>
                <a:spcPts val="600"/>
              </a:spcBef>
              <a:buNone/>
            </a:pPr>
            <a:r>
              <a:rPr lang="en-US" sz="1500" i="1" dirty="0">
                <a:solidFill>
                  <a:schemeClr val="bg1"/>
                </a:solidFill>
              </a:rPr>
              <a:t>  	public </a:t>
            </a:r>
            <a:r>
              <a:rPr lang="en-US" sz="1500" i="1" dirty="0" err="1">
                <a:solidFill>
                  <a:schemeClr val="bg1"/>
                </a:solidFill>
              </a:rPr>
              <a:t>InvalidOrderException</a:t>
            </a:r>
            <a:r>
              <a:rPr lang="en-US" sz="1500" i="1" dirty="0">
                <a:solidFill>
                  <a:schemeClr val="bg1"/>
                </a:solidFill>
              </a:rPr>
              <a:t>(Throwable cause) { super(cause); }</a:t>
            </a:r>
          </a:p>
          <a:p>
            <a:pPr marL="457200" lvl="1" indent="0">
              <a:lnSpc>
                <a:spcPct val="150000"/>
              </a:lnSpc>
              <a:spcBef>
                <a:spcPts val="600"/>
              </a:spcBef>
              <a:buNone/>
            </a:pPr>
            <a:r>
              <a:rPr lang="en-US" sz="1500" i="1" dirty="0">
                <a:solidFill>
                  <a:schemeClr val="bg1"/>
                </a:solidFill>
              </a:rPr>
              <a:t>}</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AFE50208-1C39-2E3B-656F-A65AF506BBDD}"/>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405950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CB6B-ADC6-9423-5F36-89E6F9EB309C}"/>
              </a:ext>
            </a:extLst>
          </p:cNvPr>
          <p:cNvSpPr>
            <a:spLocks noGrp="1"/>
          </p:cNvSpPr>
          <p:nvPr>
            <p:ph type="title"/>
          </p:nvPr>
        </p:nvSpPr>
        <p:spPr/>
        <p:txBody>
          <a:bodyPr>
            <a:normAutofit/>
          </a:bodyPr>
          <a:lstStyle/>
          <a:p>
            <a:r>
              <a:rPr lang="en-IN" sz="2400" dirty="0"/>
              <a:t>Custom Exception</a:t>
            </a:r>
          </a:p>
        </p:txBody>
      </p:sp>
      <p:sp>
        <p:nvSpPr>
          <p:cNvPr id="3" name="Content Placeholder 2">
            <a:extLst>
              <a:ext uri="{FF2B5EF4-FFF2-40B4-BE49-F238E27FC236}">
                <a16:creationId xmlns:a16="http://schemas.microsoft.com/office/drawing/2014/main" id="{AB27234A-B92B-9BBE-4A5A-CA33F13703E4}"/>
              </a:ext>
            </a:extLst>
          </p:cNvPr>
          <p:cNvSpPr>
            <a:spLocks noGrp="1"/>
          </p:cNvSpPr>
          <p:nvPr>
            <p:ph idx="1"/>
          </p:nvPr>
        </p:nvSpPr>
        <p:spPr/>
        <p:txBody>
          <a:bodyPr>
            <a:normAutofit/>
          </a:bodyPr>
          <a:lstStyle/>
          <a:p>
            <a:pPr marL="0" indent="0">
              <a:buNone/>
            </a:pPr>
            <a:r>
              <a:rPr lang="en-US" sz="1800" b="1" dirty="0">
                <a:solidFill>
                  <a:schemeClr val="bg1"/>
                </a:solidFill>
              </a:rPr>
              <a:t>Extending </a:t>
            </a:r>
            <a:r>
              <a:rPr lang="en-US" sz="1800" b="1" dirty="0" err="1">
                <a:solidFill>
                  <a:schemeClr val="bg1"/>
                </a:solidFill>
              </a:rPr>
              <a:t>RuntimeException</a:t>
            </a:r>
            <a:r>
              <a:rPr lang="en-US" sz="1800" b="1" dirty="0">
                <a:solidFill>
                  <a:schemeClr val="bg1"/>
                </a:solidFill>
              </a:rPr>
              <a:t> for unchecked exceptions:</a:t>
            </a:r>
            <a:r>
              <a:rPr lang="en-US" sz="1800" dirty="0">
                <a:solidFill>
                  <a:schemeClr val="bg1"/>
                </a:solidFill>
              </a:rPr>
              <a:t> use when the error indicates a programming mistake or an illegal state callers are not expected to recover from.</a:t>
            </a:r>
          </a:p>
          <a:p>
            <a:pPr marL="0" indent="0">
              <a:buNone/>
            </a:pPr>
            <a:endParaRPr lang="en-US" sz="1800" dirty="0">
              <a:solidFill>
                <a:schemeClr val="bg1"/>
              </a:solidFill>
            </a:endParaRPr>
          </a:p>
          <a:p>
            <a:pPr marL="539750" indent="0">
              <a:buNone/>
            </a:pPr>
            <a:r>
              <a:rPr lang="en-US" sz="1600" i="1" dirty="0">
                <a:solidFill>
                  <a:schemeClr val="bg1"/>
                </a:solidFill>
              </a:rPr>
              <a:t>public class </a:t>
            </a:r>
            <a:r>
              <a:rPr lang="en-US" sz="1600" i="1" dirty="0" err="1">
                <a:solidFill>
                  <a:schemeClr val="bg1"/>
                </a:solidFill>
              </a:rPr>
              <a:t>InvalidStateException</a:t>
            </a:r>
            <a:r>
              <a:rPr lang="en-US" sz="1600" i="1" dirty="0">
                <a:solidFill>
                  <a:schemeClr val="bg1"/>
                </a:solidFill>
              </a:rPr>
              <a:t> extends </a:t>
            </a:r>
            <a:r>
              <a:rPr lang="en-US" sz="1600" i="1" dirty="0" err="1">
                <a:solidFill>
                  <a:schemeClr val="bg1"/>
                </a:solidFill>
              </a:rPr>
              <a:t>RuntimeException</a:t>
            </a:r>
            <a:r>
              <a:rPr lang="en-US" sz="1600" i="1" dirty="0">
                <a:solidFill>
                  <a:schemeClr val="bg1"/>
                </a:solidFill>
              </a:rPr>
              <a:t> {</a:t>
            </a:r>
          </a:p>
          <a:p>
            <a:pPr marL="539750" indent="0">
              <a:buNone/>
            </a:pPr>
            <a:r>
              <a:rPr lang="en-US" sz="1600" i="1" dirty="0">
                <a:solidFill>
                  <a:schemeClr val="bg1"/>
                </a:solidFill>
              </a:rPr>
              <a:t>	public </a:t>
            </a:r>
            <a:r>
              <a:rPr lang="en-US" sz="1600" i="1" dirty="0" err="1">
                <a:solidFill>
                  <a:schemeClr val="bg1"/>
                </a:solidFill>
              </a:rPr>
              <a:t>InvalidStateException</a:t>
            </a:r>
            <a:r>
              <a:rPr lang="en-US" sz="1600" i="1" dirty="0">
                <a:solidFill>
                  <a:schemeClr val="bg1"/>
                </a:solidFill>
              </a:rPr>
              <a:t>(String message) { super(message); }  </a:t>
            </a:r>
          </a:p>
          <a:p>
            <a:pPr marL="539750" indent="0">
              <a:buNone/>
            </a:pPr>
            <a:r>
              <a:rPr lang="en-US" sz="1600" i="1" dirty="0">
                <a:solidFill>
                  <a:schemeClr val="bg1"/>
                </a:solidFill>
              </a:rPr>
              <a:t>	public </a:t>
            </a:r>
            <a:r>
              <a:rPr lang="en-US" sz="1600" i="1" dirty="0" err="1">
                <a:solidFill>
                  <a:schemeClr val="bg1"/>
                </a:solidFill>
              </a:rPr>
              <a:t>InvalidStateException</a:t>
            </a:r>
            <a:r>
              <a:rPr lang="en-US" sz="1600" i="1" dirty="0">
                <a:solidFill>
                  <a:schemeClr val="bg1"/>
                </a:solidFill>
              </a:rPr>
              <a:t>(String message, Throwable cause) { </a:t>
            </a:r>
          </a:p>
          <a:p>
            <a:pPr marL="539750" indent="0">
              <a:buNone/>
            </a:pPr>
            <a:r>
              <a:rPr lang="en-US" sz="1600" i="1" dirty="0">
                <a:solidFill>
                  <a:schemeClr val="bg1"/>
                </a:solidFill>
              </a:rPr>
              <a:t>		super(message, cause);</a:t>
            </a:r>
          </a:p>
          <a:p>
            <a:pPr marL="539750" indent="0">
              <a:buNone/>
            </a:pPr>
            <a:r>
              <a:rPr lang="en-US" sz="1600" i="1" dirty="0">
                <a:solidFill>
                  <a:schemeClr val="bg1"/>
                </a:solidFill>
              </a:rPr>
              <a:t>	}</a:t>
            </a:r>
          </a:p>
          <a:p>
            <a:pPr marL="539750" indent="0">
              <a:buNone/>
            </a:pPr>
            <a:r>
              <a:rPr lang="en-US" sz="1600" i="1" dirty="0">
                <a:solidFill>
                  <a:schemeClr val="bg1"/>
                </a:solidFill>
              </a:rPr>
              <a:t>}</a:t>
            </a:r>
            <a:endParaRPr lang="en-IN" sz="1600" i="1" dirty="0">
              <a:solidFill>
                <a:schemeClr val="bg1"/>
              </a:solidFill>
            </a:endParaRPr>
          </a:p>
        </p:txBody>
      </p:sp>
      <p:sp>
        <p:nvSpPr>
          <p:cNvPr id="4" name="Date Placeholder 3">
            <a:extLst>
              <a:ext uri="{FF2B5EF4-FFF2-40B4-BE49-F238E27FC236}">
                <a16:creationId xmlns:a16="http://schemas.microsoft.com/office/drawing/2014/main" id="{CF179132-43C2-D853-2636-DE469AA0A836}"/>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322301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50A93-FEB4-34D4-4EC5-6AAD3D5016BF}"/>
              </a:ext>
            </a:extLst>
          </p:cNvPr>
          <p:cNvSpPr>
            <a:spLocks noGrp="1"/>
          </p:cNvSpPr>
          <p:nvPr>
            <p:ph type="title"/>
          </p:nvPr>
        </p:nvSpPr>
        <p:spPr/>
        <p:txBody>
          <a:bodyPr>
            <a:normAutofit/>
          </a:bodyPr>
          <a:lstStyle/>
          <a:p>
            <a:r>
              <a:rPr lang="en-IN" sz="2400" dirty="0"/>
              <a:t>Best practices</a:t>
            </a:r>
          </a:p>
        </p:txBody>
      </p:sp>
      <p:sp>
        <p:nvSpPr>
          <p:cNvPr id="3" name="Content Placeholder 2">
            <a:extLst>
              <a:ext uri="{FF2B5EF4-FFF2-40B4-BE49-F238E27FC236}">
                <a16:creationId xmlns:a16="http://schemas.microsoft.com/office/drawing/2014/main" id="{20EA089E-DCFA-B604-E695-7FB67A711EAE}"/>
              </a:ext>
            </a:extLst>
          </p:cNvPr>
          <p:cNvSpPr>
            <a:spLocks noGrp="1"/>
          </p:cNvSpPr>
          <p:nvPr>
            <p:ph idx="1"/>
          </p:nvPr>
        </p:nvSpPr>
        <p:spPr>
          <a:xfrm>
            <a:off x="36726" y="829207"/>
            <a:ext cx="11784691" cy="5986197"/>
          </a:xfrm>
        </p:spPr>
        <p:txBody>
          <a:bodyPr>
            <a:normAutofit/>
          </a:bodyPr>
          <a:lstStyle/>
          <a:p>
            <a:pPr marL="342900" indent="-342900">
              <a:buFont typeface="+mj-lt"/>
              <a:buAutoNum type="arabicPeriod"/>
            </a:pPr>
            <a:r>
              <a:rPr lang="en-US" sz="1600" dirty="0">
                <a:solidFill>
                  <a:schemeClr val="bg1"/>
                </a:solidFill>
              </a:rPr>
              <a:t>Catch only if you can act — retry, provide fallback, add context, or convert and rethrow.</a:t>
            </a:r>
          </a:p>
          <a:p>
            <a:pPr marL="342900" indent="-342900">
              <a:buFont typeface="+mj-lt"/>
              <a:buAutoNum type="arabicPeriod"/>
            </a:pPr>
            <a:r>
              <a:rPr lang="en-US" sz="1600" dirty="0">
                <a:solidFill>
                  <a:schemeClr val="bg1"/>
                </a:solidFill>
              </a:rPr>
              <a:t>Let it propagate when the current layer cannot meaningfully handle the problem.</a:t>
            </a:r>
          </a:p>
          <a:p>
            <a:pPr marL="342900" indent="-342900">
              <a:buFont typeface="+mj-lt"/>
              <a:buAutoNum type="arabicPeriod"/>
            </a:pPr>
            <a:r>
              <a:rPr lang="en-US" sz="1600" dirty="0">
                <a:solidFill>
                  <a:schemeClr val="bg1"/>
                </a:solidFill>
              </a:rPr>
              <a:t>Prefer specific types — use the narrowest exception class that describes the failure</a:t>
            </a:r>
          </a:p>
          <a:p>
            <a:pPr marL="342900" indent="-342900">
              <a:buFont typeface="+mj-lt"/>
              <a:buAutoNum type="arabicPeriod"/>
            </a:pPr>
            <a:r>
              <a:rPr lang="en-US" sz="1600" dirty="0">
                <a:solidFill>
                  <a:schemeClr val="bg1"/>
                </a:solidFill>
              </a:rPr>
              <a:t>Use throw to signal an immediate error with a clear message and, when appropriate, a cause.</a:t>
            </a:r>
          </a:p>
          <a:p>
            <a:pPr marL="342900" indent="-342900">
              <a:buFont typeface="+mj-lt"/>
              <a:buAutoNum type="arabicPeriod"/>
            </a:pPr>
            <a:r>
              <a:rPr lang="en-US" sz="1600" dirty="0">
                <a:solidFill>
                  <a:schemeClr val="bg1"/>
                </a:solidFill>
              </a:rPr>
              <a:t>Declare checked exceptions with throws only for recoverable conditions callers should handle.</a:t>
            </a:r>
          </a:p>
          <a:p>
            <a:pPr marL="342900" indent="-342900">
              <a:buFont typeface="+mj-lt"/>
              <a:buAutoNum type="arabicPeriod"/>
            </a:pPr>
            <a:r>
              <a:rPr lang="en-US" sz="1600" dirty="0">
                <a:solidFill>
                  <a:schemeClr val="bg1"/>
                </a:solidFill>
              </a:rPr>
              <a:t>Avoid throws Exception; list concrete exception types instead.</a:t>
            </a:r>
          </a:p>
          <a:p>
            <a:pPr marL="342900" indent="-342900">
              <a:buFont typeface="+mj-lt"/>
              <a:buAutoNum type="arabicPeriod"/>
            </a:pPr>
            <a:r>
              <a:rPr lang="en-US" sz="1600" dirty="0">
                <a:solidFill>
                  <a:schemeClr val="bg1"/>
                </a:solidFill>
              </a:rPr>
              <a:t>Choose checked vs unchecked deliberately — checked for recoverable domain errors; unchecked for programming bugs.</a:t>
            </a:r>
          </a:p>
          <a:p>
            <a:pPr marL="342900" indent="-342900">
              <a:buFont typeface="+mj-lt"/>
              <a:buAutoNum type="arabicPeriod"/>
            </a:pPr>
            <a:r>
              <a:rPr lang="en-US" sz="1600" dirty="0">
                <a:solidFill>
                  <a:schemeClr val="bg1"/>
                </a:solidFill>
              </a:rPr>
              <a:t>Name clearly (e.g., </a:t>
            </a:r>
            <a:r>
              <a:rPr lang="en-US" sz="1600" dirty="0" err="1">
                <a:solidFill>
                  <a:schemeClr val="bg1"/>
                </a:solidFill>
              </a:rPr>
              <a:t>PaymentDeclinedException</a:t>
            </a:r>
            <a:r>
              <a:rPr lang="en-US" sz="1600" dirty="0">
                <a:solidFill>
                  <a:schemeClr val="bg1"/>
                </a:solidFill>
              </a:rPr>
              <a:t>).</a:t>
            </a:r>
          </a:p>
          <a:p>
            <a:pPr marL="342900" indent="-342900">
              <a:buFont typeface="+mj-lt"/>
              <a:buAutoNum type="arabicPeriod"/>
            </a:pPr>
            <a:r>
              <a:rPr lang="en-US" sz="1600" dirty="0">
                <a:solidFill>
                  <a:schemeClr val="bg1"/>
                </a:solidFill>
              </a:rPr>
              <a:t>Provide constructors: no‑</a:t>
            </a:r>
            <a:r>
              <a:rPr lang="en-US" sz="1600" dirty="0" err="1">
                <a:solidFill>
                  <a:schemeClr val="bg1"/>
                </a:solidFill>
              </a:rPr>
              <a:t>arg</a:t>
            </a:r>
            <a:r>
              <a:rPr lang="en-US" sz="1600" dirty="0">
                <a:solidFill>
                  <a:schemeClr val="bg1"/>
                </a:solidFill>
              </a:rPr>
              <a:t>, message, cause, and </a:t>
            </a:r>
            <a:r>
              <a:rPr lang="en-US" sz="1600" dirty="0" err="1">
                <a:solidFill>
                  <a:schemeClr val="bg1"/>
                </a:solidFill>
              </a:rPr>
              <a:t>message+cause</a:t>
            </a:r>
            <a:r>
              <a:rPr lang="en-US" sz="1600" dirty="0">
                <a:solidFill>
                  <a:schemeClr val="bg1"/>
                </a:solidFill>
              </a:rPr>
              <a:t>.</a:t>
            </a:r>
          </a:p>
          <a:p>
            <a:pPr marL="342900" indent="-342900">
              <a:buFont typeface="+mj-lt"/>
              <a:buAutoNum type="arabicPeriod"/>
            </a:pPr>
            <a:r>
              <a:rPr lang="en-US" sz="1600" dirty="0">
                <a:solidFill>
                  <a:schemeClr val="bg1"/>
                </a:solidFill>
              </a:rPr>
              <a:t>Keep payloads small — store IDs or codes, not large objects or secrets.</a:t>
            </a:r>
          </a:p>
          <a:p>
            <a:pPr marL="342900" indent="-342900">
              <a:buFont typeface="+mj-lt"/>
              <a:buAutoNum type="arabicPeriod"/>
            </a:pPr>
            <a:r>
              <a:rPr lang="en-US" sz="1600" dirty="0">
                <a:solidFill>
                  <a:schemeClr val="bg1"/>
                </a:solidFill>
              </a:rPr>
              <a:t>Prefer try‑with‑resources for </a:t>
            </a:r>
            <a:r>
              <a:rPr lang="en-US" sz="1600" dirty="0" err="1">
                <a:solidFill>
                  <a:schemeClr val="bg1"/>
                </a:solidFill>
              </a:rPr>
              <a:t>AutoCloseable</a:t>
            </a:r>
            <a:r>
              <a:rPr lang="en-US" sz="1600" dirty="0">
                <a:solidFill>
                  <a:schemeClr val="bg1"/>
                </a:solidFill>
              </a:rPr>
              <a:t>.</a:t>
            </a:r>
          </a:p>
          <a:p>
            <a:pPr marL="342900" indent="-342900">
              <a:buFont typeface="+mj-lt"/>
              <a:buAutoNum type="arabicPeriod"/>
            </a:pPr>
            <a:r>
              <a:rPr lang="en-US" sz="1600" dirty="0">
                <a:solidFill>
                  <a:schemeClr val="bg1"/>
                </a:solidFill>
              </a:rPr>
              <a:t>If using finally, guard close() with its own try/catch to avoid masking the original exception.</a:t>
            </a:r>
          </a:p>
          <a:p>
            <a:pPr marL="342900" indent="-342900">
              <a:buFont typeface="+mj-lt"/>
              <a:buAutoNum type="arabicPeriod"/>
            </a:pPr>
            <a:r>
              <a:rPr lang="en-US" sz="1600" dirty="0">
                <a:solidFill>
                  <a:schemeClr val="bg1"/>
                </a:solidFill>
              </a:rPr>
              <a:t>Use structured logs for easier searching and alerting.</a:t>
            </a:r>
          </a:p>
          <a:p>
            <a:pPr marL="342900" indent="-342900">
              <a:buFont typeface="+mj-lt"/>
              <a:buAutoNum type="arabicPeriod"/>
            </a:pPr>
            <a:r>
              <a:rPr lang="en-US" sz="1600" dirty="0">
                <a:solidFill>
                  <a:schemeClr val="bg1"/>
                </a:solidFill>
              </a:rPr>
              <a:t>Do not swallow exceptions silently (no empty catch blocks).</a:t>
            </a:r>
          </a:p>
          <a:p>
            <a:pPr marL="342900" indent="-342900">
              <a:buFont typeface="+mj-lt"/>
              <a:buAutoNum type="arabicPeriod"/>
            </a:pPr>
            <a:r>
              <a:rPr lang="en-US" sz="1600" dirty="0">
                <a:solidFill>
                  <a:schemeClr val="bg1"/>
                </a:solidFill>
              </a:rPr>
              <a:t>Do not catch Throwable or Error in normal application code.</a:t>
            </a:r>
          </a:p>
          <a:p>
            <a:pPr marL="342900" indent="-342900">
              <a:buFont typeface="+mj-lt"/>
              <a:buAutoNum type="arabicPeriod"/>
            </a:pPr>
            <a:r>
              <a:rPr lang="en-US" sz="1600" dirty="0">
                <a:solidFill>
                  <a:schemeClr val="bg1"/>
                </a:solidFill>
              </a:rPr>
              <a:t>Do not use exceptions for normal control flow.</a:t>
            </a:r>
          </a:p>
          <a:p>
            <a:pPr marL="342900" indent="-342900">
              <a:buFont typeface="+mj-lt"/>
              <a:buAutoNum type="arabicPeriod"/>
            </a:pPr>
            <a:r>
              <a:rPr lang="en-US" sz="1600" dirty="0">
                <a:solidFill>
                  <a:schemeClr val="bg1"/>
                </a:solidFill>
              </a:rPr>
              <a:t>Do not store sensitive data inside exception messages or fields</a:t>
            </a:r>
          </a:p>
          <a:p>
            <a:pPr>
              <a:buFontTx/>
              <a:buChar char="-"/>
            </a:pPr>
            <a:endParaRPr lang="en-US" sz="1600" dirty="0">
              <a:solidFill>
                <a:schemeClr val="bg1"/>
              </a:solidFill>
            </a:endParaRPr>
          </a:p>
          <a:p>
            <a:pPr marL="0" indent="0">
              <a:buNone/>
            </a:pPr>
            <a:endParaRPr lang="en-IN" sz="1600" dirty="0">
              <a:solidFill>
                <a:schemeClr val="bg1"/>
              </a:solidFill>
            </a:endParaRPr>
          </a:p>
        </p:txBody>
      </p:sp>
      <p:sp>
        <p:nvSpPr>
          <p:cNvPr id="11" name="Date Placeholder 3">
            <a:extLst>
              <a:ext uri="{FF2B5EF4-FFF2-40B4-BE49-F238E27FC236}">
                <a16:creationId xmlns:a16="http://schemas.microsoft.com/office/drawing/2014/main" id="{B775BA14-8DC3-04B7-4688-6A9E2F98D073}"/>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458850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F1F8-E09E-EEFD-DCDD-ED3EFECA0872}"/>
              </a:ext>
            </a:extLst>
          </p:cNvPr>
          <p:cNvSpPr>
            <a:spLocks noGrp="1"/>
          </p:cNvSpPr>
          <p:nvPr>
            <p:ph type="title"/>
          </p:nvPr>
        </p:nvSpPr>
        <p:spPr/>
        <p:txBody>
          <a:bodyPr/>
          <a:lstStyle/>
          <a:p>
            <a:r>
              <a:rPr lang="en-IN" dirty="0">
                <a:latin typeface="Bauhaus 93" panose="04030905020B02020C02" pitchFamily="82" charset="0"/>
              </a:rPr>
              <a:t>Thank you!</a:t>
            </a:r>
          </a:p>
        </p:txBody>
      </p:sp>
      <p:sp>
        <p:nvSpPr>
          <p:cNvPr id="3" name="Date Placeholder 3">
            <a:extLst>
              <a:ext uri="{FF2B5EF4-FFF2-40B4-BE49-F238E27FC236}">
                <a16:creationId xmlns:a16="http://schemas.microsoft.com/office/drawing/2014/main" id="{3F2CC60C-CCCA-D126-A44D-7042E9DE443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91336652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747</TotalTime>
  <Words>1757</Words>
  <Application>Microsoft Office PowerPoint</Application>
  <PresentationFormat>Widescreen</PresentationFormat>
  <Paragraphs>196</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Agency FB</vt:lpstr>
      <vt:lpstr>Aptos</vt:lpstr>
      <vt:lpstr>Arial</vt:lpstr>
      <vt:lpstr>Arial Black</vt:lpstr>
      <vt:lpstr>Bauhaus 93</vt:lpstr>
      <vt:lpstr>Trebuchet MS</vt:lpstr>
      <vt:lpstr>Berlin</vt:lpstr>
      <vt:lpstr>&lt;ai/&gt; &lt;IQ/&gt; LABS</vt:lpstr>
      <vt:lpstr>Exception Handling {Agenda}</vt:lpstr>
      <vt:lpstr>Exception</vt:lpstr>
      <vt:lpstr>Exception</vt:lpstr>
      <vt:lpstr>Exception Hierarchy</vt:lpstr>
      <vt:lpstr>Exception Handling</vt:lpstr>
      <vt:lpstr>Exception Handling</vt:lpstr>
      <vt:lpstr>Exception Handling</vt:lpstr>
      <vt:lpstr>throw vs throws</vt:lpstr>
      <vt:lpstr>throw vs throws</vt:lpstr>
      <vt:lpstr>throw vs throws </vt:lpstr>
      <vt:lpstr>Custom Exception</vt:lpstr>
      <vt:lpstr>Custom Exception</vt:lpstr>
      <vt:lpstr>Best practices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Slick Ark</dc:creator>
  <cp:lastModifiedBy>Slick Ark</cp:lastModifiedBy>
  <cp:revision>143</cp:revision>
  <dcterms:created xsi:type="dcterms:W3CDTF">2026-02-04T04:23:12Z</dcterms:created>
  <dcterms:modified xsi:type="dcterms:W3CDTF">2026-02-06T07:39:54Z</dcterms:modified>
</cp:coreProperties>
</file>