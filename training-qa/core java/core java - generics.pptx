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58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300" r:id="rId16"/>
    <p:sldId id="302" r:id="rId17"/>
    <p:sldId id="303" r:id="rId18"/>
    <p:sldId id="287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747" autoAdjust="0"/>
    <p:restoredTop sz="94660"/>
  </p:normalViewPr>
  <p:slideViewPr>
    <p:cSldViewPr snapToGrid="0">
      <p:cViewPr>
        <p:scale>
          <a:sx n="93" d="100"/>
          <a:sy n="93" d="100"/>
        </p:scale>
        <p:origin x="72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D969DC-181F-4921-8B5F-0EF62F4CE89E}" type="doc">
      <dgm:prSet loTypeId="urn:microsoft.com/office/officeart/2005/8/layout/target3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F07259D-CC92-40A2-B71A-EC53F9211F9A}">
      <dgm:prSet phldrT="[Text]" phldr="0" custT="1"/>
      <dgm:spPr/>
      <dgm:t>
        <a:bodyPr tIns="180000"/>
        <a:lstStyle/>
        <a:p>
          <a:pPr algn="l"/>
          <a:r>
            <a:rPr lang="en-IN" sz="2800" dirty="0"/>
            <a:t>Generics &amp; Type Safety</a:t>
          </a:r>
        </a:p>
      </dgm:t>
    </dgm:pt>
    <dgm:pt modelId="{CDA5EB07-4899-4932-BD18-04FBCCD240D5}" type="parTrans" cxnId="{7C5D232D-E9B4-4960-B9C9-71A7B8F558DB}">
      <dgm:prSet/>
      <dgm:spPr/>
      <dgm:t>
        <a:bodyPr/>
        <a:lstStyle/>
        <a:p>
          <a:endParaRPr lang="en-IN"/>
        </a:p>
      </dgm:t>
    </dgm:pt>
    <dgm:pt modelId="{0B90EAA4-646A-462C-BE6B-22BCE114692F}" type="sibTrans" cxnId="{7C5D232D-E9B4-4960-B9C9-71A7B8F558DB}">
      <dgm:prSet/>
      <dgm:spPr/>
      <dgm:t>
        <a:bodyPr/>
        <a:lstStyle/>
        <a:p>
          <a:endParaRPr lang="en-IN"/>
        </a:p>
      </dgm:t>
    </dgm:pt>
    <dgm:pt modelId="{29513CEE-C872-4255-A290-C4BDE6E5CDB4}">
      <dgm:prSet phldrT="[Text]" phldr="0" custT="1"/>
      <dgm:spPr/>
      <dgm:t>
        <a:bodyPr tIns="180000" bIns="180000"/>
        <a:lstStyle/>
        <a:p>
          <a:pPr algn="l"/>
          <a:r>
            <a:rPr lang="en-IN" sz="2800" dirty="0"/>
            <a:t>Generics &amp; Collections</a:t>
          </a:r>
        </a:p>
      </dgm:t>
    </dgm:pt>
    <dgm:pt modelId="{92813842-A6E0-423F-864C-7A4FE3BBE7AA}" type="parTrans" cxnId="{1DB5F0D3-C7E7-4977-A2B2-0078BCE78EFC}">
      <dgm:prSet/>
      <dgm:spPr/>
      <dgm:t>
        <a:bodyPr/>
        <a:lstStyle/>
        <a:p>
          <a:endParaRPr lang="en-IN"/>
        </a:p>
      </dgm:t>
    </dgm:pt>
    <dgm:pt modelId="{DE6A4B1D-F319-4794-8014-0FFD2623E4CB}" type="sibTrans" cxnId="{1DB5F0D3-C7E7-4977-A2B2-0078BCE78EFC}">
      <dgm:prSet/>
      <dgm:spPr/>
      <dgm:t>
        <a:bodyPr/>
        <a:lstStyle/>
        <a:p>
          <a:endParaRPr lang="en-IN"/>
        </a:p>
      </dgm:t>
    </dgm:pt>
    <dgm:pt modelId="{870B91A1-7977-4CE3-B27C-6AE86C41D6F9}">
      <dgm:prSet phldrT="[Text]" phldr="0" custT="1"/>
      <dgm:spPr/>
      <dgm:t>
        <a:bodyPr tIns="180000" bIns="180000"/>
        <a:lstStyle/>
        <a:p>
          <a:pPr algn="l"/>
          <a:r>
            <a:rPr lang="en-IN" sz="2800" dirty="0"/>
            <a:t>Generic Class</a:t>
          </a:r>
        </a:p>
      </dgm:t>
    </dgm:pt>
    <dgm:pt modelId="{4868F0FF-0A7D-4007-80CE-5DC4ED195136}" type="parTrans" cxnId="{6BD3B303-D7CC-40D7-88A1-7989F3A107CC}">
      <dgm:prSet/>
      <dgm:spPr/>
      <dgm:t>
        <a:bodyPr/>
        <a:lstStyle/>
        <a:p>
          <a:endParaRPr lang="en-IN"/>
        </a:p>
      </dgm:t>
    </dgm:pt>
    <dgm:pt modelId="{E7DBC3EA-52F7-4308-A19A-2140A9695EF9}" type="sibTrans" cxnId="{6BD3B303-D7CC-40D7-88A1-7989F3A107CC}">
      <dgm:prSet/>
      <dgm:spPr/>
      <dgm:t>
        <a:bodyPr/>
        <a:lstStyle/>
        <a:p>
          <a:endParaRPr lang="en-IN"/>
        </a:p>
      </dgm:t>
    </dgm:pt>
    <dgm:pt modelId="{DAFD03EE-4AA8-410E-82C6-45C1952E775A}">
      <dgm:prSet phldrT="[Text]" phldr="0" custT="1"/>
      <dgm:spPr/>
      <dgm:t>
        <a:bodyPr tIns="180000" bIns="180000"/>
        <a:lstStyle/>
        <a:p>
          <a:pPr algn="l"/>
          <a:r>
            <a:rPr lang="en-IN" sz="2800" dirty="0"/>
            <a:t>Bounded Type</a:t>
          </a:r>
        </a:p>
      </dgm:t>
    </dgm:pt>
    <dgm:pt modelId="{32CDFF8D-66C6-42BC-AFB4-A5CB23575B0D}" type="parTrans" cxnId="{03E69AFC-DD79-4A18-92EF-F42B43221775}">
      <dgm:prSet/>
      <dgm:spPr/>
      <dgm:t>
        <a:bodyPr/>
        <a:lstStyle/>
        <a:p>
          <a:endParaRPr lang="en-IN"/>
        </a:p>
      </dgm:t>
    </dgm:pt>
    <dgm:pt modelId="{A7583725-F19B-4BCB-947F-452B135B48AD}" type="sibTrans" cxnId="{03E69AFC-DD79-4A18-92EF-F42B43221775}">
      <dgm:prSet/>
      <dgm:spPr/>
      <dgm:t>
        <a:bodyPr/>
        <a:lstStyle/>
        <a:p>
          <a:endParaRPr lang="en-IN"/>
        </a:p>
      </dgm:t>
    </dgm:pt>
    <dgm:pt modelId="{79FD3949-F916-40B1-B26E-7352F762B0F4}">
      <dgm:prSet phldrT="[Text]" phldr="0" custT="1"/>
      <dgm:spPr/>
      <dgm:t>
        <a:bodyPr tIns="180000" bIns="180000"/>
        <a:lstStyle/>
        <a:p>
          <a:pPr algn="l"/>
          <a:r>
            <a:rPr lang="en-IN" sz="2800" dirty="0"/>
            <a:t>Bounded Wildcard</a:t>
          </a:r>
        </a:p>
      </dgm:t>
    </dgm:pt>
    <dgm:pt modelId="{4AA80D73-9F4E-4941-89F3-773E4FE9482F}" type="parTrans" cxnId="{7380166B-3FF4-40F9-AE72-7B34483A8375}">
      <dgm:prSet/>
      <dgm:spPr/>
      <dgm:t>
        <a:bodyPr/>
        <a:lstStyle/>
        <a:p>
          <a:endParaRPr lang="en-IN"/>
        </a:p>
      </dgm:t>
    </dgm:pt>
    <dgm:pt modelId="{8F0F8927-7E30-4498-998B-B1743346D32B}" type="sibTrans" cxnId="{7380166B-3FF4-40F9-AE72-7B34483A8375}">
      <dgm:prSet/>
      <dgm:spPr/>
      <dgm:t>
        <a:bodyPr/>
        <a:lstStyle/>
        <a:p>
          <a:endParaRPr lang="en-IN"/>
        </a:p>
      </dgm:t>
    </dgm:pt>
    <dgm:pt modelId="{011DDAF7-6A33-4A19-8917-D36C0DC4D44E}">
      <dgm:prSet phldrT="[Text]" phldr="0" custT="1"/>
      <dgm:spPr/>
    </dgm:pt>
    <dgm:pt modelId="{E06A6527-C5A1-4B5D-82DF-0191CC8B5531}" type="parTrans" cxnId="{0C39212C-123C-408D-BBD0-13CB354A6EB0}">
      <dgm:prSet/>
      <dgm:spPr/>
      <dgm:t>
        <a:bodyPr/>
        <a:lstStyle/>
        <a:p>
          <a:endParaRPr lang="en-IN"/>
        </a:p>
      </dgm:t>
    </dgm:pt>
    <dgm:pt modelId="{8766FA6F-C279-4051-A8EC-731B79D40C95}" type="sibTrans" cxnId="{0C39212C-123C-408D-BBD0-13CB354A6EB0}">
      <dgm:prSet/>
      <dgm:spPr/>
      <dgm:t>
        <a:bodyPr/>
        <a:lstStyle/>
        <a:p>
          <a:endParaRPr lang="en-IN"/>
        </a:p>
      </dgm:t>
    </dgm:pt>
    <dgm:pt modelId="{F90FF1C0-3F59-42C3-AE92-57C37091327B}">
      <dgm:prSet phldrT="[Text]" phldr="0" custT="1"/>
      <dgm:spPr/>
      <dgm:t>
        <a:bodyPr tIns="180000" bIns="180000"/>
        <a:lstStyle/>
        <a:p>
          <a:pPr algn="l"/>
          <a:r>
            <a:rPr lang="en-IN" sz="2800" dirty="0"/>
            <a:t>Generic Method</a:t>
          </a:r>
        </a:p>
      </dgm:t>
    </dgm:pt>
    <dgm:pt modelId="{D166968C-7F31-4B72-A557-A368E30D72D3}" type="parTrans" cxnId="{D1357F70-85E2-40B9-80AE-410927C5E4FE}">
      <dgm:prSet/>
      <dgm:spPr/>
      <dgm:t>
        <a:bodyPr/>
        <a:lstStyle/>
        <a:p>
          <a:endParaRPr lang="en-IN"/>
        </a:p>
      </dgm:t>
    </dgm:pt>
    <dgm:pt modelId="{A6C63CB2-FC03-4441-9BDE-CB544CDA7A48}" type="sibTrans" cxnId="{D1357F70-85E2-40B9-80AE-410927C5E4FE}">
      <dgm:prSet/>
      <dgm:spPr/>
      <dgm:t>
        <a:bodyPr/>
        <a:lstStyle/>
        <a:p>
          <a:endParaRPr lang="en-IN"/>
        </a:p>
      </dgm:t>
    </dgm:pt>
    <dgm:pt modelId="{23A8698B-E625-4AD0-AD8B-616F0EA20E24}">
      <dgm:prSet phldrT="[Text]" phldr="0" custT="1"/>
      <dgm:spPr/>
      <dgm:t>
        <a:bodyPr tIns="180000" bIns="180000"/>
        <a:lstStyle/>
        <a:p>
          <a:pPr algn="l"/>
          <a:r>
            <a:rPr lang="en-IN" sz="2800" dirty="0"/>
            <a:t>Generic Interface</a:t>
          </a:r>
        </a:p>
      </dgm:t>
    </dgm:pt>
    <dgm:pt modelId="{B1951F01-D217-4694-8A44-0209E3441FF6}" type="parTrans" cxnId="{0939E2CA-52E8-47FF-A6C4-2D9128E3DE9C}">
      <dgm:prSet/>
      <dgm:spPr/>
      <dgm:t>
        <a:bodyPr/>
        <a:lstStyle/>
        <a:p>
          <a:endParaRPr lang="en-IN"/>
        </a:p>
      </dgm:t>
    </dgm:pt>
    <dgm:pt modelId="{C4BAAC9C-B7DE-447B-A7D4-A96E86DA3070}" type="sibTrans" cxnId="{0939E2CA-52E8-47FF-A6C4-2D9128E3DE9C}">
      <dgm:prSet/>
      <dgm:spPr/>
      <dgm:t>
        <a:bodyPr/>
        <a:lstStyle/>
        <a:p>
          <a:endParaRPr lang="en-IN"/>
        </a:p>
      </dgm:t>
    </dgm:pt>
    <dgm:pt modelId="{DE860416-E6AE-46B5-862B-CD2595D1ACD2}" type="pres">
      <dgm:prSet presAssocID="{6BD969DC-181F-4921-8B5F-0EF62F4CE89E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DD66BBEE-7F67-4E6F-A56A-94C435C76A0E}" type="pres">
      <dgm:prSet presAssocID="{BF07259D-CC92-40A2-B71A-EC53F9211F9A}" presName="circle1" presStyleLbl="node1" presStyleIdx="0" presStyleCnt="7"/>
      <dgm:spPr/>
    </dgm:pt>
    <dgm:pt modelId="{FDE74903-F762-4C18-A9EA-82E9B3622505}" type="pres">
      <dgm:prSet presAssocID="{BF07259D-CC92-40A2-B71A-EC53F9211F9A}" presName="space" presStyleCnt="0"/>
      <dgm:spPr/>
    </dgm:pt>
    <dgm:pt modelId="{7340E5E1-75B9-4AC7-BC8E-760EBCEC593A}" type="pres">
      <dgm:prSet presAssocID="{BF07259D-CC92-40A2-B71A-EC53F9211F9A}" presName="rect1" presStyleLbl="alignAcc1" presStyleIdx="0" presStyleCnt="7"/>
      <dgm:spPr/>
    </dgm:pt>
    <dgm:pt modelId="{B254124F-857D-49BC-9076-E6B1C7264687}" type="pres">
      <dgm:prSet presAssocID="{29513CEE-C872-4255-A290-C4BDE6E5CDB4}" presName="vertSpace2" presStyleLbl="node1" presStyleIdx="0" presStyleCnt="7"/>
      <dgm:spPr/>
    </dgm:pt>
    <dgm:pt modelId="{1C92F080-F11E-41B4-9205-54B0EF12DEC9}" type="pres">
      <dgm:prSet presAssocID="{29513CEE-C872-4255-A290-C4BDE6E5CDB4}" presName="circle2" presStyleLbl="node1" presStyleIdx="1" presStyleCnt="7"/>
      <dgm:spPr/>
    </dgm:pt>
    <dgm:pt modelId="{A87E5B63-305F-4FCD-81E2-4C74958D6A27}" type="pres">
      <dgm:prSet presAssocID="{29513CEE-C872-4255-A290-C4BDE6E5CDB4}" presName="rect2" presStyleLbl="alignAcc1" presStyleIdx="1" presStyleCnt="7"/>
      <dgm:spPr/>
    </dgm:pt>
    <dgm:pt modelId="{62CB1E3F-0141-49A4-BA9C-C109765B1F98}" type="pres">
      <dgm:prSet presAssocID="{870B91A1-7977-4CE3-B27C-6AE86C41D6F9}" presName="vertSpace3" presStyleLbl="node1" presStyleIdx="1" presStyleCnt="7"/>
      <dgm:spPr/>
    </dgm:pt>
    <dgm:pt modelId="{78F08F96-F342-40B9-97BB-A45CB8663AC7}" type="pres">
      <dgm:prSet presAssocID="{870B91A1-7977-4CE3-B27C-6AE86C41D6F9}" presName="circle3" presStyleLbl="node1" presStyleIdx="2" presStyleCnt="7"/>
      <dgm:spPr/>
    </dgm:pt>
    <dgm:pt modelId="{AC3FE768-A7A6-4622-8658-F4C9B6760D50}" type="pres">
      <dgm:prSet presAssocID="{870B91A1-7977-4CE3-B27C-6AE86C41D6F9}" presName="rect3" presStyleLbl="alignAcc1" presStyleIdx="2" presStyleCnt="7"/>
      <dgm:spPr/>
    </dgm:pt>
    <dgm:pt modelId="{F3151FA4-BC34-4027-B4AB-2FC66931F39C}" type="pres">
      <dgm:prSet presAssocID="{F90FF1C0-3F59-42C3-AE92-57C37091327B}" presName="vertSpace4" presStyleLbl="node1" presStyleIdx="2" presStyleCnt="7"/>
      <dgm:spPr/>
    </dgm:pt>
    <dgm:pt modelId="{0FAA05D2-1EEC-491B-9125-44D5AEC1AEF0}" type="pres">
      <dgm:prSet presAssocID="{F90FF1C0-3F59-42C3-AE92-57C37091327B}" presName="circle4" presStyleLbl="node1" presStyleIdx="3" presStyleCnt="7"/>
      <dgm:spPr/>
    </dgm:pt>
    <dgm:pt modelId="{12FDC4B4-A06F-46E0-9658-765A14F41BE2}" type="pres">
      <dgm:prSet presAssocID="{F90FF1C0-3F59-42C3-AE92-57C37091327B}" presName="rect4" presStyleLbl="alignAcc1" presStyleIdx="3" presStyleCnt="7"/>
      <dgm:spPr/>
    </dgm:pt>
    <dgm:pt modelId="{CE8CAE21-79C1-40FA-BF1A-7388B0086F59}" type="pres">
      <dgm:prSet presAssocID="{23A8698B-E625-4AD0-AD8B-616F0EA20E24}" presName="vertSpace5" presStyleLbl="node1" presStyleIdx="3" presStyleCnt="7"/>
      <dgm:spPr/>
    </dgm:pt>
    <dgm:pt modelId="{9496E67D-13ED-4071-94CE-7E9CD2C50B6F}" type="pres">
      <dgm:prSet presAssocID="{23A8698B-E625-4AD0-AD8B-616F0EA20E24}" presName="circle5" presStyleLbl="node1" presStyleIdx="4" presStyleCnt="7"/>
      <dgm:spPr/>
    </dgm:pt>
    <dgm:pt modelId="{33E1AB03-A363-495C-BAF8-9D7FA0EE3A41}" type="pres">
      <dgm:prSet presAssocID="{23A8698B-E625-4AD0-AD8B-616F0EA20E24}" presName="rect5" presStyleLbl="alignAcc1" presStyleIdx="4" presStyleCnt="7"/>
      <dgm:spPr/>
    </dgm:pt>
    <dgm:pt modelId="{A708697D-77A5-4B65-A9A8-6C8E97D01EE8}" type="pres">
      <dgm:prSet presAssocID="{DAFD03EE-4AA8-410E-82C6-45C1952E775A}" presName="vertSpace6" presStyleLbl="node1" presStyleIdx="4" presStyleCnt="7"/>
      <dgm:spPr/>
    </dgm:pt>
    <dgm:pt modelId="{C1C053A6-0A82-478A-AC22-5604AB5A74B1}" type="pres">
      <dgm:prSet presAssocID="{DAFD03EE-4AA8-410E-82C6-45C1952E775A}" presName="circle6" presStyleLbl="node1" presStyleIdx="5" presStyleCnt="7"/>
      <dgm:spPr/>
    </dgm:pt>
    <dgm:pt modelId="{B179793B-CAB3-411D-BB1A-09038EE5AEBB}" type="pres">
      <dgm:prSet presAssocID="{DAFD03EE-4AA8-410E-82C6-45C1952E775A}" presName="rect6" presStyleLbl="alignAcc1" presStyleIdx="5" presStyleCnt="7"/>
      <dgm:spPr/>
    </dgm:pt>
    <dgm:pt modelId="{274A0381-4F03-41F3-8D9E-E55F7C4C9566}" type="pres">
      <dgm:prSet presAssocID="{79FD3949-F916-40B1-B26E-7352F762B0F4}" presName="vertSpace7" presStyleLbl="node1" presStyleIdx="5" presStyleCnt="7"/>
      <dgm:spPr/>
    </dgm:pt>
    <dgm:pt modelId="{EA7FECD0-E536-4E63-8E87-9307BF052690}" type="pres">
      <dgm:prSet presAssocID="{79FD3949-F916-40B1-B26E-7352F762B0F4}" presName="circle7" presStyleLbl="node1" presStyleIdx="6" presStyleCnt="7"/>
      <dgm:spPr/>
    </dgm:pt>
    <dgm:pt modelId="{D7FF6F39-6DA7-4672-B992-5C55A11FC8EF}" type="pres">
      <dgm:prSet presAssocID="{79FD3949-F916-40B1-B26E-7352F762B0F4}" presName="rect7" presStyleLbl="alignAcc1" presStyleIdx="6" presStyleCnt="7"/>
      <dgm:spPr/>
    </dgm:pt>
    <dgm:pt modelId="{AE2DCCCF-C4D9-4127-A2D1-BA19241541A9}" type="pres">
      <dgm:prSet presAssocID="{BF07259D-CC92-40A2-B71A-EC53F9211F9A}" presName="rect1ParTxNoCh" presStyleLbl="alignAcc1" presStyleIdx="6" presStyleCnt="7">
        <dgm:presLayoutVars>
          <dgm:chMax val="1"/>
          <dgm:bulletEnabled val="1"/>
        </dgm:presLayoutVars>
      </dgm:prSet>
      <dgm:spPr/>
    </dgm:pt>
    <dgm:pt modelId="{E0EA8316-8BED-40DF-AAEE-E26166C99A2E}" type="pres">
      <dgm:prSet presAssocID="{29513CEE-C872-4255-A290-C4BDE6E5CDB4}" presName="rect2ParTxNoCh" presStyleLbl="alignAcc1" presStyleIdx="6" presStyleCnt="7">
        <dgm:presLayoutVars>
          <dgm:chMax val="1"/>
          <dgm:bulletEnabled val="1"/>
        </dgm:presLayoutVars>
      </dgm:prSet>
      <dgm:spPr/>
    </dgm:pt>
    <dgm:pt modelId="{9E956095-B2E2-48EE-891F-740FFF3AECC9}" type="pres">
      <dgm:prSet presAssocID="{870B91A1-7977-4CE3-B27C-6AE86C41D6F9}" presName="rect3ParTxNoCh" presStyleLbl="alignAcc1" presStyleIdx="6" presStyleCnt="7">
        <dgm:presLayoutVars>
          <dgm:chMax val="1"/>
          <dgm:bulletEnabled val="1"/>
        </dgm:presLayoutVars>
      </dgm:prSet>
      <dgm:spPr/>
    </dgm:pt>
    <dgm:pt modelId="{9FE37A76-5C5A-4D1E-AE7C-5F709C63F783}" type="pres">
      <dgm:prSet presAssocID="{F90FF1C0-3F59-42C3-AE92-57C37091327B}" presName="rect4ParTxNoCh" presStyleLbl="alignAcc1" presStyleIdx="6" presStyleCnt="7">
        <dgm:presLayoutVars>
          <dgm:chMax val="1"/>
          <dgm:bulletEnabled val="1"/>
        </dgm:presLayoutVars>
      </dgm:prSet>
      <dgm:spPr/>
    </dgm:pt>
    <dgm:pt modelId="{1270F615-87ED-418E-AD47-787BF90F505A}" type="pres">
      <dgm:prSet presAssocID="{23A8698B-E625-4AD0-AD8B-616F0EA20E24}" presName="rect5ParTxNoCh" presStyleLbl="alignAcc1" presStyleIdx="6" presStyleCnt="7">
        <dgm:presLayoutVars>
          <dgm:chMax val="1"/>
          <dgm:bulletEnabled val="1"/>
        </dgm:presLayoutVars>
      </dgm:prSet>
      <dgm:spPr/>
    </dgm:pt>
    <dgm:pt modelId="{EA2BF478-12AB-405E-B1F5-959B942ACF0F}" type="pres">
      <dgm:prSet presAssocID="{DAFD03EE-4AA8-410E-82C6-45C1952E775A}" presName="rect6ParTxNoCh" presStyleLbl="alignAcc1" presStyleIdx="6" presStyleCnt="7">
        <dgm:presLayoutVars>
          <dgm:chMax val="1"/>
          <dgm:bulletEnabled val="1"/>
        </dgm:presLayoutVars>
      </dgm:prSet>
      <dgm:spPr/>
    </dgm:pt>
    <dgm:pt modelId="{AD57AA4E-4FC1-4310-9446-3E7286255111}" type="pres">
      <dgm:prSet presAssocID="{79FD3949-F916-40B1-B26E-7352F762B0F4}" presName="rect7ParTxNoCh" presStyleLbl="alignAcc1" presStyleIdx="6" presStyleCnt="7">
        <dgm:presLayoutVars>
          <dgm:chMax val="1"/>
          <dgm:bulletEnabled val="1"/>
        </dgm:presLayoutVars>
      </dgm:prSet>
      <dgm:spPr/>
    </dgm:pt>
  </dgm:ptLst>
  <dgm:cxnLst>
    <dgm:cxn modelId="{6BD3B303-D7CC-40D7-88A1-7989F3A107CC}" srcId="{6BD969DC-181F-4921-8B5F-0EF62F4CE89E}" destId="{870B91A1-7977-4CE3-B27C-6AE86C41D6F9}" srcOrd="2" destOrd="0" parTransId="{4868F0FF-0A7D-4007-80CE-5DC4ED195136}" sibTransId="{E7DBC3EA-52F7-4308-A19A-2140A9695EF9}"/>
    <dgm:cxn modelId="{2C5FC812-45D5-418B-BCFD-96C05CE31ABB}" type="presOf" srcId="{6BD969DC-181F-4921-8B5F-0EF62F4CE89E}" destId="{DE860416-E6AE-46B5-862B-CD2595D1ACD2}" srcOrd="0" destOrd="0" presId="urn:microsoft.com/office/officeart/2005/8/layout/target3"/>
    <dgm:cxn modelId="{F55C0118-70BE-4C65-ADCE-75445AAFFABE}" type="presOf" srcId="{F90FF1C0-3F59-42C3-AE92-57C37091327B}" destId="{12FDC4B4-A06F-46E0-9658-765A14F41BE2}" srcOrd="0" destOrd="0" presId="urn:microsoft.com/office/officeart/2005/8/layout/target3"/>
    <dgm:cxn modelId="{0C39212C-123C-408D-BBD0-13CB354A6EB0}" srcId="{6BD969DC-181F-4921-8B5F-0EF62F4CE89E}" destId="{011DDAF7-6A33-4A19-8917-D36C0DC4D44E}" srcOrd="7" destOrd="0" parTransId="{E06A6527-C5A1-4B5D-82DF-0191CC8B5531}" sibTransId="{8766FA6F-C279-4051-A8EC-731B79D40C95}"/>
    <dgm:cxn modelId="{7C5D232D-E9B4-4960-B9C9-71A7B8F558DB}" srcId="{6BD969DC-181F-4921-8B5F-0EF62F4CE89E}" destId="{BF07259D-CC92-40A2-B71A-EC53F9211F9A}" srcOrd="0" destOrd="0" parTransId="{CDA5EB07-4899-4932-BD18-04FBCCD240D5}" sibTransId="{0B90EAA4-646A-462C-BE6B-22BCE114692F}"/>
    <dgm:cxn modelId="{F722F75B-F748-401B-9C4D-B13562660F3F}" type="presOf" srcId="{DAFD03EE-4AA8-410E-82C6-45C1952E775A}" destId="{EA2BF478-12AB-405E-B1F5-959B942ACF0F}" srcOrd="1" destOrd="0" presId="urn:microsoft.com/office/officeart/2005/8/layout/target3"/>
    <dgm:cxn modelId="{754A5D5D-3AFB-4674-8BCF-ED9B64DAF5FE}" type="presOf" srcId="{23A8698B-E625-4AD0-AD8B-616F0EA20E24}" destId="{1270F615-87ED-418E-AD47-787BF90F505A}" srcOrd="1" destOrd="0" presId="urn:microsoft.com/office/officeart/2005/8/layout/target3"/>
    <dgm:cxn modelId="{0E94955D-3693-42C8-9FD9-01432B62D61E}" type="presOf" srcId="{29513CEE-C872-4255-A290-C4BDE6E5CDB4}" destId="{A87E5B63-305F-4FCD-81E2-4C74958D6A27}" srcOrd="0" destOrd="0" presId="urn:microsoft.com/office/officeart/2005/8/layout/target3"/>
    <dgm:cxn modelId="{B9748D48-19F4-4E34-8D1E-CFD69FE68F78}" type="presOf" srcId="{BF07259D-CC92-40A2-B71A-EC53F9211F9A}" destId="{7340E5E1-75B9-4AC7-BC8E-760EBCEC593A}" srcOrd="0" destOrd="0" presId="urn:microsoft.com/office/officeart/2005/8/layout/target3"/>
    <dgm:cxn modelId="{7380166B-3FF4-40F9-AE72-7B34483A8375}" srcId="{6BD969DC-181F-4921-8B5F-0EF62F4CE89E}" destId="{79FD3949-F916-40B1-B26E-7352F762B0F4}" srcOrd="6" destOrd="0" parTransId="{4AA80D73-9F4E-4941-89F3-773E4FE9482F}" sibTransId="{8F0F8927-7E30-4498-998B-B1743346D32B}"/>
    <dgm:cxn modelId="{D1357F70-85E2-40B9-80AE-410927C5E4FE}" srcId="{6BD969DC-181F-4921-8B5F-0EF62F4CE89E}" destId="{F90FF1C0-3F59-42C3-AE92-57C37091327B}" srcOrd="3" destOrd="0" parTransId="{D166968C-7F31-4B72-A557-A368E30D72D3}" sibTransId="{A6C63CB2-FC03-4441-9BDE-CB544CDA7A48}"/>
    <dgm:cxn modelId="{444A1B52-ACD4-4514-B73F-C8C33A07A017}" type="presOf" srcId="{870B91A1-7977-4CE3-B27C-6AE86C41D6F9}" destId="{9E956095-B2E2-48EE-891F-740FFF3AECC9}" srcOrd="1" destOrd="0" presId="urn:microsoft.com/office/officeart/2005/8/layout/target3"/>
    <dgm:cxn modelId="{EB85A075-A800-4E47-9633-D3218F89E0D4}" type="presOf" srcId="{23A8698B-E625-4AD0-AD8B-616F0EA20E24}" destId="{33E1AB03-A363-495C-BAF8-9D7FA0EE3A41}" srcOrd="0" destOrd="0" presId="urn:microsoft.com/office/officeart/2005/8/layout/target3"/>
    <dgm:cxn modelId="{DC092A89-00D9-4349-B60E-DED9603718B9}" type="presOf" srcId="{29513CEE-C872-4255-A290-C4BDE6E5CDB4}" destId="{E0EA8316-8BED-40DF-AAEE-E26166C99A2E}" srcOrd="1" destOrd="0" presId="urn:microsoft.com/office/officeart/2005/8/layout/target3"/>
    <dgm:cxn modelId="{693705A3-6801-4971-B1C9-3A5CBA42C23F}" type="presOf" srcId="{F90FF1C0-3F59-42C3-AE92-57C37091327B}" destId="{9FE37A76-5C5A-4D1E-AE7C-5F709C63F783}" srcOrd="1" destOrd="0" presId="urn:microsoft.com/office/officeart/2005/8/layout/target3"/>
    <dgm:cxn modelId="{9541ADBD-2EDB-40ED-8066-E686CBE1FF25}" type="presOf" srcId="{DAFD03EE-4AA8-410E-82C6-45C1952E775A}" destId="{B179793B-CAB3-411D-BB1A-09038EE5AEBB}" srcOrd="0" destOrd="0" presId="urn:microsoft.com/office/officeart/2005/8/layout/target3"/>
    <dgm:cxn modelId="{0939E2CA-52E8-47FF-A6C4-2D9128E3DE9C}" srcId="{6BD969DC-181F-4921-8B5F-0EF62F4CE89E}" destId="{23A8698B-E625-4AD0-AD8B-616F0EA20E24}" srcOrd="4" destOrd="0" parTransId="{B1951F01-D217-4694-8A44-0209E3441FF6}" sibTransId="{C4BAAC9C-B7DE-447B-A7D4-A96E86DA3070}"/>
    <dgm:cxn modelId="{1DB5F0D3-C7E7-4977-A2B2-0078BCE78EFC}" srcId="{6BD969DC-181F-4921-8B5F-0EF62F4CE89E}" destId="{29513CEE-C872-4255-A290-C4BDE6E5CDB4}" srcOrd="1" destOrd="0" parTransId="{92813842-A6E0-423F-864C-7A4FE3BBE7AA}" sibTransId="{DE6A4B1D-F319-4794-8014-0FFD2623E4CB}"/>
    <dgm:cxn modelId="{B3D374D4-E24B-46A4-9D27-56178AE41B34}" type="presOf" srcId="{BF07259D-CC92-40A2-B71A-EC53F9211F9A}" destId="{AE2DCCCF-C4D9-4127-A2D1-BA19241541A9}" srcOrd="1" destOrd="0" presId="urn:microsoft.com/office/officeart/2005/8/layout/target3"/>
    <dgm:cxn modelId="{4ECE1CDD-49F0-435A-AADC-55ED85F287AE}" type="presOf" srcId="{79FD3949-F916-40B1-B26E-7352F762B0F4}" destId="{AD57AA4E-4FC1-4310-9446-3E7286255111}" srcOrd="1" destOrd="0" presId="urn:microsoft.com/office/officeart/2005/8/layout/target3"/>
    <dgm:cxn modelId="{DB7E52F0-3A21-42D4-9734-0C5733E08495}" type="presOf" srcId="{870B91A1-7977-4CE3-B27C-6AE86C41D6F9}" destId="{AC3FE768-A7A6-4622-8658-F4C9B6760D50}" srcOrd="0" destOrd="0" presId="urn:microsoft.com/office/officeart/2005/8/layout/target3"/>
    <dgm:cxn modelId="{03E69AFC-DD79-4A18-92EF-F42B43221775}" srcId="{6BD969DC-181F-4921-8B5F-0EF62F4CE89E}" destId="{DAFD03EE-4AA8-410E-82C6-45C1952E775A}" srcOrd="5" destOrd="0" parTransId="{32CDFF8D-66C6-42BC-AFB4-A5CB23575B0D}" sibTransId="{A7583725-F19B-4BCB-947F-452B135B48AD}"/>
    <dgm:cxn modelId="{A488EAFD-68A6-43C1-8C9D-43100688C257}" type="presOf" srcId="{79FD3949-F916-40B1-B26E-7352F762B0F4}" destId="{D7FF6F39-6DA7-4672-B992-5C55A11FC8EF}" srcOrd="0" destOrd="0" presId="urn:microsoft.com/office/officeart/2005/8/layout/target3"/>
    <dgm:cxn modelId="{A15BE67A-6750-4650-8738-EDAD6AFC28DE}" type="presParOf" srcId="{DE860416-E6AE-46B5-862B-CD2595D1ACD2}" destId="{DD66BBEE-7F67-4E6F-A56A-94C435C76A0E}" srcOrd="0" destOrd="0" presId="urn:microsoft.com/office/officeart/2005/8/layout/target3"/>
    <dgm:cxn modelId="{3223D544-F4DF-466A-BCC5-D1858842068D}" type="presParOf" srcId="{DE860416-E6AE-46B5-862B-CD2595D1ACD2}" destId="{FDE74903-F762-4C18-A9EA-82E9B3622505}" srcOrd="1" destOrd="0" presId="urn:microsoft.com/office/officeart/2005/8/layout/target3"/>
    <dgm:cxn modelId="{F9F17FAA-59BF-457D-AF9C-F83D9268917F}" type="presParOf" srcId="{DE860416-E6AE-46B5-862B-CD2595D1ACD2}" destId="{7340E5E1-75B9-4AC7-BC8E-760EBCEC593A}" srcOrd="2" destOrd="0" presId="urn:microsoft.com/office/officeart/2005/8/layout/target3"/>
    <dgm:cxn modelId="{EA737104-BAF6-4461-88B0-9FF297B13851}" type="presParOf" srcId="{DE860416-E6AE-46B5-862B-CD2595D1ACD2}" destId="{B254124F-857D-49BC-9076-E6B1C7264687}" srcOrd="3" destOrd="0" presId="urn:microsoft.com/office/officeart/2005/8/layout/target3"/>
    <dgm:cxn modelId="{8C8ECAA3-5A45-415A-BE7B-9A2D82B938A0}" type="presParOf" srcId="{DE860416-E6AE-46B5-862B-CD2595D1ACD2}" destId="{1C92F080-F11E-41B4-9205-54B0EF12DEC9}" srcOrd="4" destOrd="0" presId="urn:microsoft.com/office/officeart/2005/8/layout/target3"/>
    <dgm:cxn modelId="{DEFC58F4-9137-4888-BB6C-52637020FD65}" type="presParOf" srcId="{DE860416-E6AE-46B5-862B-CD2595D1ACD2}" destId="{A87E5B63-305F-4FCD-81E2-4C74958D6A27}" srcOrd="5" destOrd="0" presId="urn:microsoft.com/office/officeart/2005/8/layout/target3"/>
    <dgm:cxn modelId="{DAF56E7F-1E3F-4000-8598-5617314F248C}" type="presParOf" srcId="{DE860416-E6AE-46B5-862B-CD2595D1ACD2}" destId="{62CB1E3F-0141-49A4-BA9C-C109765B1F98}" srcOrd="6" destOrd="0" presId="urn:microsoft.com/office/officeart/2005/8/layout/target3"/>
    <dgm:cxn modelId="{EDD97C8B-D7A0-46B1-B20C-DF0EDE1628CC}" type="presParOf" srcId="{DE860416-E6AE-46B5-862B-CD2595D1ACD2}" destId="{78F08F96-F342-40B9-97BB-A45CB8663AC7}" srcOrd="7" destOrd="0" presId="urn:microsoft.com/office/officeart/2005/8/layout/target3"/>
    <dgm:cxn modelId="{4A70E448-4806-42FD-B80C-16218464F1C2}" type="presParOf" srcId="{DE860416-E6AE-46B5-862B-CD2595D1ACD2}" destId="{AC3FE768-A7A6-4622-8658-F4C9B6760D50}" srcOrd="8" destOrd="0" presId="urn:microsoft.com/office/officeart/2005/8/layout/target3"/>
    <dgm:cxn modelId="{94C6F286-30F7-4B80-B2A9-953DC30AA338}" type="presParOf" srcId="{DE860416-E6AE-46B5-862B-CD2595D1ACD2}" destId="{F3151FA4-BC34-4027-B4AB-2FC66931F39C}" srcOrd="9" destOrd="0" presId="urn:microsoft.com/office/officeart/2005/8/layout/target3"/>
    <dgm:cxn modelId="{A0C9BC04-BAA8-4596-83B9-D8AB46984070}" type="presParOf" srcId="{DE860416-E6AE-46B5-862B-CD2595D1ACD2}" destId="{0FAA05D2-1EEC-491B-9125-44D5AEC1AEF0}" srcOrd="10" destOrd="0" presId="urn:microsoft.com/office/officeart/2005/8/layout/target3"/>
    <dgm:cxn modelId="{717D4384-1EB6-44A6-AE9C-A6C571F22C6E}" type="presParOf" srcId="{DE860416-E6AE-46B5-862B-CD2595D1ACD2}" destId="{12FDC4B4-A06F-46E0-9658-765A14F41BE2}" srcOrd="11" destOrd="0" presId="urn:microsoft.com/office/officeart/2005/8/layout/target3"/>
    <dgm:cxn modelId="{B204C82B-3822-462A-95D1-E26B1BD54480}" type="presParOf" srcId="{DE860416-E6AE-46B5-862B-CD2595D1ACD2}" destId="{CE8CAE21-79C1-40FA-BF1A-7388B0086F59}" srcOrd="12" destOrd="0" presId="urn:microsoft.com/office/officeart/2005/8/layout/target3"/>
    <dgm:cxn modelId="{21A6E244-154C-4127-8E69-5540EF51E966}" type="presParOf" srcId="{DE860416-E6AE-46B5-862B-CD2595D1ACD2}" destId="{9496E67D-13ED-4071-94CE-7E9CD2C50B6F}" srcOrd="13" destOrd="0" presId="urn:microsoft.com/office/officeart/2005/8/layout/target3"/>
    <dgm:cxn modelId="{12C25083-B3BE-48B2-8B03-FA70724052FC}" type="presParOf" srcId="{DE860416-E6AE-46B5-862B-CD2595D1ACD2}" destId="{33E1AB03-A363-495C-BAF8-9D7FA0EE3A41}" srcOrd="14" destOrd="0" presId="urn:microsoft.com/office/officeart/2005/8/layout/target3"/>
    <dgm:cxn modelId="{C983FD68-7195-4C06-8E30-10C1E442363B}" type="presParOf" srcId="{DE860416-E6AE-46B5-862B-CD2595D1ACD2}" destId="{A708697D-77A5-4B65-A9A8-6C8E97D01EE8}" srcOrd="15" destOrd="0" presId="urn:microsoft.com/office/officeart/2005/8/layout/target3"/>
    <dgm:cxn modelId="{320B22CD-221B-43B9-B294-071802999360}" type="presParOf" srcId="{DE860416-E6AE-46B5-862B-CD2595D1ACD2}" destId="{C1C053A6-0A82-478A-AC22-5604AB5A74B1}" srcOrd="16" destOrd="0" presId="urn:microsoft.com/office/officeart/2005/8/layout/target3"/>
    <dgm:cxn modelId="{605D1ED9-F2B3-4FEF-9070-A4C70D6B52FC}" type="presParOf" srcId="{DE860416-E6AE-46B5-862B-CD2595D1ACD2}" destId="{B179793B-CAB3-411D-BB1A-09038EE5AEBB}" srcOrd="17" destOrd="0" presId="urn:microsoft.com/office/officeart/2005/8/layout/target3"/>
    <dgm:cxn modelId="{028243CD-834F-4A2B-9DBB-221D7CD59C10}" type="presParOf" srcId="{DE860416-E6AE-46B5-862B-CD2595D1ACD2}" destId="{274A0381-4F03-41F3-8D9E-E55F7C4C9566}" srcOrd="18" destOrd="0" presId="urn:microsoft.com/office/officeart/2005/8/layout/target3"/>
    <dgm:cxn modelId="{B5488DE7-A922-46CD-9118-7BB236827C26}" type="presParOf" srcId="{DE860416-E6AE-46B5-862B-CD2595D1ACD2}" destId="{EA7FECD0-E536-4E63-8E87-9307BF052690}" srcOrd="19" destOrd="0" presId="urn:microsoft.com/office/officeart/2005/8/layout/target3"/>
    <dgm:cxn modelId="{48CA2C0B-BCF1-4531-8425-571283E14FED}" type="presParOf" srcId="{DE860416-E6AE-46B5-862B-CD2595D1ACD2}" destId="{D7FF6F39-6DA7-4672-B992-5C55A11FC8EF}" srcOrd="20" destOrd="0" presId="urn:microsoft.com/office/officeart/2005/8/layout/target3"/>
    <dgm:cxn modelId="{A238F773-EC2D-450B-929D-25C13150D21C}" type="presParOf" srcId="{DE860416-E6AE-46B5-862B-CD2595D1ACD2}" destId="{AE2DCCCF-C4D9-4127-A2D1-BA19241541A9}" srcOrd="21" destOrd="0" presId="urn:microsoft.com/office/officeart/2005/8/layout/target3"/>
    <dgm:cxn modelId="{7596CB44-6B7D-4AC7-B02E-FD5BA8898DED}" type="presParOf" srcId="{DE860416-E6AE-46B5-862B-CD2595D1ACD2}" destId="{E0EA8316-8BED-40DF-AAEE-E26166C99A2E}" srcOrd="22" destOrd="0" presId="urn:microsoft.com/office/officeart/2005/8/layout/target3"/>
    <dgm:cxn modelId="{7EE73F01-C320-483F-B8BF-49B76DFCBD3E}" type="presParOf" srcId="{DE860416-E6AE-46B5-862B-CD2595D1ACD2}" destId="{9E956095-B2E2-48EE-891F-740FFF3AECC9}" srcOrd="23" destOrd="0" presId="urn:microsoft.com/office/officeart/2005/8/layout/target3"/>
    <dgm:cxn modelId="{3E2744E4-ED05-4FEE-A2A1-5EC8764FB109}" type="presParOf" srcId="{DE860416-E6AE-46B5-862B-CD2595D1ACD2}" destId="{9FE37A76-5C5A-4D1E-AE7C-5F709C63F783}" srcOrd="24" destOrd="0" presId="urn:microsoft.com/office/officeart/2005/8/layout/target3"/>
    <dgm:cxn modelId="{EAA50309-91B8-43D6-92D3-6AD991447001}" type="presParOf" srcId="{DE860416-E6AE-46B5-862B-CD2595D1ACD2}" destId="{1270F615-87ED-418E-AD47-787BF90F505A}" srcOrd="25" destOrd="0" presId="urn:microsoft.com/office/officeart/2005/8/layout/target3"/>
    <dgm:cxn modelId="{D992EABB-A353-408E-963A-844175674755}" type="presParOf" srcId="{DE860416-E6AE-46B5-862B-CD2595D1ACD2}" destId="{EA2BF478-12AB-405E-B1F5-959B942ACF0F}" srcOrd="26" destOrd="0" presId="urn:microsoft.com/office/officeart/2005/8/layout/target3"/>
    <dgm:cxn modelId="{D13B0D3D-93EA-4C95-BA05-1E27F37B43CD}" type="presParOf" srcId="{DE860416-E6AE-46B5-862B-CD2595D1ACD2}" destId="{AD57AA4E-4FC1-4310-9446-3E7286255111}" srcOrd="27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66BBEE-7F67-4E6F-A56A-94C435C76A0E}">
      <dsp:nvSpPr>
        <dsp:cNvPr id="0" name=""/>
        <dsp:cNvSpPr/>
      </dsp:nvSpPr>
      <dsp:spPr>
        <a:xfrm>
          <a:off x="0" y="0"/>
          <a:ext cx="5298895" cy="5298895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340E5E1-75B9-4AC7-BC8E-760EBCEC593A}">
      <dsp:nvSpPr>
        <dsp:cNvPr id="0" name=""/>
        <dsp:cNvSpPr/>
      </dsp:nvSpPr>
      <dsp:spPr>
        <a:xfrm>
          <a:off x="2649447" y="0"/>
          <a:ext cx="6396344" cy="529889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8000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Generics &amp; Type Safety</a:t>
          </a:r>
        </a:p>
      </dsp:txBody>
      <dsp:txXfrm>
        <a:off x="2649447" y="0"/>
        <a:ext cx="6396344" cy="529888"/>
      </dsp:txXfrm>
    </dsp:sp>
    <dsp:sp modelId="{1C92F080-F11E-41B4-9205-54B0EF12DEC9}">
      <dsp:nvSpPr>
        <dsp:cNvPr id="0" name=""/>
        <dsp:cNvSpPr/>
      </dsp:nvSpPr>
      <dsp:spPr>
        <a:xfrm>
          <a:off x="397416" y="529888"/>
          <a:ext cx="4504062" cy="4504062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87E5B63-305F-4FCD-81E2-4C74958D6A27}">
      <dsp:nvSpPr>
        <dsp:cNvPr id="0" name=""/>
        <dsp:cNvSpPr/>
      </dsp:nvSpPr>
      <dsp:spPr>
        <a:xfrm>
          <a:off x="2649447" y="529888"/>
          <a:ext cx="6396344" cy="45040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80000" rIns="106680" bIns="18000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Generics &amp; Collections</a:t>
          </a:r>
        </a:p>
      </dsp:txBody>
      <dsp:txXfrm>
        <a:off x="2649447" y="529888"/>
        <a:ext cx="6396344" cy="529888"/>
      </dsp:txXfrm>
    </dsp:sp>
    <dsp:sp modelId="{78F08F96-F342-40B9-97BB-A45CB8663AC7}">
      <dsp:nvSpPr>
        <dsp:cNvPr id="0" name=""/>
        <dsp:cNvSpPr/>
      </dsp:nvSpPr>
      <dsp:spPr>
        <a:xfrm>
          <a:off x="794833" y="1059777"/>
          <a:ext cx="3709228" cy="3709228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C3FE768-A7A6-4622-8658-F4C9B6760D50}">
      <dsp:nvSpPr>
        <dsp:cNvPr id="0" name=""/>
        <dsp:cNvSpPr/>
      </dsp:nvSpPr>
      <dsp:spPr>
        <a:xfrm>
          <a:off x="2649447" y="1059777"/>
          <a:ext cx="6396344" cy="370922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80000" rIns="106680" bIns="18000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Generic Class</a:t>
          </a:r>
        </a:p>
      </dsp:txBody>
      <dsp:txXfrm>
        <a:off x="2649447" y="1059777"/>
        <a:ext cx="6396344" cy="529888"/>
      </dsp:txXfrm>
    </dsp:sp>
    <dsp:sp modelId="{0FAA05D2-1EEC-491B-9125-44D5AEC1AEF0}">
      <dsp:nvSpPr>
        <dsp:cNvPr id="0" name=""/>
        <dsp:cNvSpPr/>
      </dsp:nvSpPr>
      <dsp:spPr>
        <a:xfrm>
          <a:off x="1192250" y="1589666"/>
          <a:ext cx="2914395" cy="2914395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2FDC4B4-A06F-46E0-9658-765A14F41BE2}">
      <dsp:nvSpPr>
        <dsp:cNvPr id="0" name=""/>
        <dsp:cNvSpPr/>
      </dsp:nvSpPr>
      <dsp:spPr>
        <a:xfrm>
          <a:off x="2649447" y="1589666"/>
          <a:ext cx="6396344" cy="291439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80000" rIns="106680" bIns="18000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Generic Method</a:t>
          </a:r>
        </a:p>
      </dsp:txBody>
      <dsp:txXfrm>
        <a:off x="2649447" y="1589666"/>
        <a:ext cx="6396344" cy="529894"/>
      </dsp:txXfrm>
    </dsp:sp>
    <dsp:sp modelId="{9496E67D-13ED-4071-94CE-7E9CD2C50B6F}">
      <dsp:nvSpPr>
        <dsp:cNvPr id="0" name=""/>
        <dsp:cNvSpPr/>
      </dsp:nvSpPr>
      <dsp:spPr>
        <a:xfrm>
          <a:off x="1589669" y="2119560"/>
          <a:ext cx="2119556" cy="2119556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3E1AB03-A363-495C-BAF8-9D7FA0EE3A41}">
      <dsp:nvSpPr>
        <dsp:cNvPr id="0" name=""/>
        <dsp:cNvSpPr/>
      </dsp:nvSpPr>
      <dsp:spPr>
        <a:xfrm>
          <a:off x="2649447" y="2119560"/>
          <a:ext cx="6396344" cy="211955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80000" rIns="106680" bIns="18000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Generic Interface</a:t>
          </a:r>
        </a:p>
      </dsp:txBody>
      <dsp:txXfrm>
        <a:off x="2649447" y="2119560"/>
        <a:ext cx="6396344" cy="529888"/>
      </dsp:txXfrm>
    </dsp:sp>
    <dsp:sp modelId="{C1C053A6-0A82-478A-AC22-5604AB5A74B1}">
      <dsp:nvSpPr>
        <dsp:cNvPr id="0" name=""/>
        <dsp:cNvSpPr/>
      </dsp:nvSpPr>
      <dsp:spPr>
        <a:xfrm>
          <a:off x="1987086" y="2649449"/>
          <a:ext cx="1324722" cy="1324722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179793B-CAB3-411D-BB1A-09038EE5AEBB}">
      <dsp:nvSpPr>
        <dsp:cNvPr id="0" name=""/>
        <dsp:cNvSpPr/>
      </dsp:nvSpPr>
      <dsp:spPr>
        <a:xfrm>
          <a:off x="2649447" y="2649449"/>
          <a:ext cx="6396344" cy="132472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80000" rIns="106680" bIns="18000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Bounded Type</a:t>
          </a:r>
        </a:p>
      </dsp:txBody>
      <dsp:txXfrm>
        <a:off x="2649447" y="2649449"/>
        <a:ext cx="6396344" cy="529888"/>
      </dsp:txXfrm>
    </dsp:sp>
    <dsp:sp modelId="{EA7FECD0-E536-4E63-8E87-9307BF052690}">
      <dsp:nvSpPr>
        <dsp:cNvPr id="0" name=""/>
        <dsp:cNvSpPr/>
      </dsp:nvSpPr>
      <dsp:spPr>
        <a:xfrm>
          <a:off x="2384503" y="3179338"/>
          <a:ext cx="529888" cy="529888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7FF6F39-6DA7-4672-B992-5C55A11FC8EF}">
      <dsp:nvSpPr>
        <dsp:cNvPr id="0" name=""/>
        <dsp:cNvSpPr/>
      </dsp:nvSpPr>
      <dsp:spPr>
        <a:xfrm>
          <a:off x="2649447" y="3179338"/>
          <a:ext cx="6396344" cy="52988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80000" rIns="106680" bIns="18000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Bounded Wildcard</a:t>
          </a:r>
        </a:p>
      </dsp:txBody>
      <dsp:txXfrm>
        <a:off x="2649447" y="3179338"/>
        <a:ext cx="6396344" cy="5298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2CF51D-2CA1-4036-9BAF-10979399AB3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31FD81-BCC5-4427-8597-1D23DC5F3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6291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1FD81-BCC5-4427-8597-1D23DC5F353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826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6568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173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1">
            <a:lumMod val="20000"/>
            <a:lumOff val="80000"/>
            <a:alpha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26" y="776216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78055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208315"/>
            <a:ext cx="10437812" cy="58109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208315"/>
            <a:ext cx="1602997" cy="5810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6726" y="-36183"/>
            <a:ext cx="9613861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26" y="1059445"/>
            <a:ext cx="11784691" cy="47041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76033" y="270769"/>
            <a:ext cx="945384" cy="447331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687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547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2384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035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720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996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9802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566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1198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4378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224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0033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9715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9468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FB90B59F-74D7-40A6-8C1E-2D62BF488C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286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90B59F-74D7-40A6-8C1E-2D62BF488C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1202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2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255A1-778B-CBD3-2A30-970B27E7B1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4400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sz="4400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</a:t>
            </a:r>
            <a:r>
              <a:rPr lang="en-IN" sz="4400" dirty="0">
                <a:latin typeface="Bauhaus 93" panose="04030905020B02020C02" pitchFamily="82" charset="0"/>
                <a:ea typeface="Cambria" panose="02040503050406030204" pitchFamily="18" charset="0"/>
              </a:rPr>
              <a:t>/&gt;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sz="4400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267B07-2AB6-250A-AB80-DE8B50BCA0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latin typeface="Agency FB" panose="020B0503020202020204" pitchFamily="34" charset="0"/>
              </a:rPr>
              <a:t>Core JAVA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98916-F9E7-EBAC-BE3B-5EA900294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0542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89174-4221-2E61-2BBA-A5675E5D7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Generics {</a:t>
            </a:r>
            <a:r>
              <a:rPr lang="en-IN" sz="2000" dirty="0"/>
              <a:t>Agenda</a:t>
            </a:r>
            <a:r>
              <a:rPr lang="en-IN" sz="2400" dirty="0"/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D9D6B-D71E-9A8C-F04C-695B0CF7B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D7DBE-7876-EDF4-6E90-83F9BF3C57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C0D294A9-1C75-20B8-E943-80AC12FC0B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96958295"/>
              </p:ext>
            </p:extLst>
          </p:nvPr>
        </p:nvGraphicFramePr>
        <p:xfrm>
          <a:off x="311150" y="1044755"/>
          <a:ext cx="9045792" cy="5298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3938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DAC8B-BB9D-1C73-7C6C-6DA31094E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Generics &amp; Type Safety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004C9-CF4E-F114-217D-A5DA9CBD3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44" y="928815"/>
            <a:ext cx="11784691" cy="5386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Generics in Java let you create classes, methods, and collections that work with </a:t>
            </a:r>
            <a:r>
              <a:rPr lang="en-US" sz="1800" i="1" dirty="0">
                <a:solidFill>
                  <a:schemeClr val="bg1"/>
                </a:solidFill>
              </a:rPr>
              <a:t>any data type</a:t>
            </a:r>
            <a:r>
              <a:rPr lang="en-US" sz="1800" dirty="0">
                <a:solidFill>
                  <a:schemeClr val="bg1"/>
                </a:solidFill>
              </a:rPr>
              <a:t>, while making sure the type is checked at compile time. Generics let you specify what type of data is allowed, so mistakes are caught during compilation instead of at runtime.</a:t>
            </a:r>
          </a:p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Why Generics Are Useful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Before generics, collections could store any type of object. This often caused errors when retrieving data.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Generics solve this by restricting what type of object can be stored.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Without generics:-</a:t>
            </a:r>
          </a:p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500" dirty="0" err="1">
                <a:solidFill>
                  <a:schemeClr val="bg1"/>
                </a:solidFill>
              </a:rPr>
              <a:t>ArrayList</a:t>
            </a:r>
            <a:r>
              <a:rPr lang="en-US" sz="1500" dirty="0">
                <a:solidFill>
                  <a:schemeClr val="bg1"/>
                </a:solidFill>
              </a:rPr>
              <a:t> list = new </a:t>
            </a:r>
            <a:r>
              <a:rPr lang="en-US" sz="1500" dirty="0" err="1">
                <a:solidFill>
                  <a:schemeClr val="bg1"/>
                </a:solidFill>
              </a:rPr>
              <a:t>ArrayList</a:t>
            </a:r>
            <a:r>
              <a:rPr lang="en-US" sz="1500" dirty="0">
                <a:solidFill>
                  <a:schemeClr val="bg1"/>
                </a:solidFill>
              </a:rPr>
              <a:t>();</a:t>
            </a:r>
          </a:p>
          <a:p>
            <a:pPr marL="0" indent="0">
              <a:buNone/>
            </a:pPr>
            <a:r>
              <a:rPr lang="en-US" sz="1500" dirty="0" err="1">
                <a:solidFill>
                  <a:schemeClr val="bg1"/>
                </a:solidFill>
              </a:rPr>
              <a:t>list.add</a:t>
            </a:r>
            <a:r>
              <a:rPr lang="en-US" sz="1500" dirty="0">
                <a:solidFill>
                  <a:schemeClr val="bg1"/>
                </a:solidFill>
              </a:rPr>
              <a:t>("Hello");</a:t>
            </a:r>
          </a:p>
          <a:p>
            <a:pPr marL="0" indent="0">
              <a:buNone/>
            </a:pPr>
            <a:r>
              <a:rPr lang="en-US" sz="1500" dirty="0" err="1">
                <a:solidFill>
                  <a:schemeClr val="bg1"/>
                </a:solidFill>
              </a:rPr>
              <a:t>list.add</a:t>
            </a:r>
            <a:r>
              <a:rPr lang="en-US" sz="1500" dirty="0">
                <a:solidFill>
                  <a:schemeClr val="bg1"/>
                </a:solidFill>
              </a:rPr>
              <a:t>(10);   // Allowed at compile time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String s = (String) </a:t>
            </a:r>
            <a:r>
              <a:rPr lang="en-US" sz="1500" dirty="0" err="1">
                <a:solidFill>
                  <a:schemeClr val="bg1"/>
                </a:solidFill>
              </a:rPr>
              <a:t>list.get</a:t>
            </a:r>
            <a:r>
              <a:rPr lang="en-US" sz="1500" dirty="0">
                <a:solidFill>
                  <a:schemeClr val="bg1"/>
                </a:solidFill>
              </a:rPr>
              <a:t>(1);  // Runtime error</a:t>
            </a:r>
          </a:p>
          <a:p>
            <a:pPr marL="0" indent="0">
              <a:buNone/>
            </a:pPr>
            <a:endParaRPr lang="en-US" sz="15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The above code fails during run time as the list element is not String.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928DD-DE8B-6C76-B10F-29710DE89C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7183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D8439-3E4D-9BDD-E1FA-6519177C9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48CE9-3615-59B6-3B88-2F59E63A0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Generics &amp; Type Safety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E02F8-1FB4-DA73-A9FB-F7679F604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44" y="928815"/>
            <a:ext cx="11784691" cy="5386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With generics:-</a:t>
            </a:r>
          </a:p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 err="1">
                <a:solidFill>
                  <a:schemeClr val="bg1"/>
                </a:solidFill>
              </a:rPr>
              <a:t>ArrayList</a:t>
            </a:r>
            <a:r>
              <a:rPr lang="en-US" sz="1600" dirty="0">
                <a:solidFill>
                  <a:schemeClr val="bg1"/>
                </a:solidFill>
              </a:rPr>
              <a:t>&lt;String&gt; list = new </a:t>
            </a:r>
            <a:r>
              <a:rPr lang="en-US" sz="1600" dirty="0" err="1">
                <a:solidFill>
                  <a:schemeClr val="bg1"/>
                </a:solidFill>
              </a:rPr>
              <a:t>ArrayList</a:t>
            </a:r>
            <a:r>
              <a:rPr lang="en-US" sz="1600" dirty="0">
                <a:solidFill>
                  <a:schemeClr val="bg1"/>
                </a:solidFill>
              </a:rPr>
              <a:t>&lt;&gt;();</a:t>
            </a:r>
          </a:p>
          <a:p>
            <a:pPr marL="0" indent="0">
              <a:buNone/>
            </a:pPr>
            <a:r>
              <a:rPr lang="en-US" sz="1600" dirty="0" err="1">
                <a:solidFill>
                  <a:schemeClr val="bg1"/>
                </a:solidFill>
              </a:rPr>
              <a:t>list.add</a:t>
            </a:r>
            <a:r>
              <a:rPr lang="en-US" sz="1600" dirty="0">
                <a:solidFill>
                  <a:schemeClr val="bg1"/>
                </a:solidFill>
              </a:rPr>
              <a:t>("Hello");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// </a:t>
            </a:r>
            <a:r>
              <a:rPr lang="en-US" sz="1600" dirty="0" err="1">
                <a:solidFill>
                  <a:schemeClr val="bg1"/>
                </a:solidFill>
              </a:rPr>
              <a:t>list.add</a:t>
            </a:r>
            <a:r>
              <a:rPr lang="en-US" sz="1600" dirty="0">
                <a:solidFill>
                  <a:schemeClr val="bg1"/>
                </a:solidFill>
              </a:rPr>
              <a:t>(10);  // Compile-time error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String s = </a:t>
            </a:r>
            <a:r>
              <a:rPr lang="en-US" sz="1600" dirty="0" err="1">
                <a:solidFill>
                  <a:schemeClr val="bg1"/>
                </a:solidFill>
              </a:rPr>
              <a:t>list.get</a:t>
            </a:r>
            <a:r>
              <a:rPr lang="en-US" sz="1600" dirty="0">
                <a:solidFill>
                  <a:schemeClr val="bg1"/>
                </a:solidFill>
              </a:rPr>
              <a:t>(0);  // No casting needed</a:t>
            </a:r>
          </a:p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Due to compile time check, no type casting is required and incorrect types can’t be added. Think of generics like a </a:t>
            </a:r>
            <a:r>
              <a:rPr lang="en-US" sz="1800" b="1" dirty="0">
                <a:solidFill>
                  <a:schemeClr val="bg1"/>
                </a:solidFill>
              </a:rPr>
              <a:t>labeled box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Box&lt;String&gt; → Box that can store only strings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Box&lt;Integer&gt; → Box that can store only integers</a:t>
            </a:r>
          </a:p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Benefits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Compile-time type safety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No explicit casting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Cleaner, readable code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56AB0-E6D3-A2CE-9022-205BB7DF99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8557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BD589-C43E-CC8B-3A6A-FB20D1106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CDE8D-875F-FFC6-AAEE-D2FCD1893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Generics &amp; Collections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1C561-8123-4E78-F7F6-E179C87B7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44" y="928815"/>
            <a:ext cx="11784691" cy="5386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The Java Collections Framework heavily uses generics to ensure </a:t>
            </a:r>
            <a:r>
              <a:rPr lang="en-US" sz="1800" b="1" dirty="0">
                <a:solidFill>
                  <a:schemeClr val="bg1"/>
                </a:solidFill>
              </a:rPr>
              <a:t>type safety</a:t>
            </a:r>
            <a:r>
              <a:rPr lang="en-US" sz="1800" dirty="0">
                <a:solidFill>
                  <a:schemeClr val="bg1"/>
                </a:solidFill>
              </a:rPr>
              <a:t>. When you specify a type inside angle brackets (</a:t>
            </a:r>
            <a:r>
              <a:rPr lang="en-US" dirty="0">
                <a:solidFill>
                  <a:schemeClr val="bg1"/>
                </a:solidFill>
              </a:rPr>
              <a:t>&lt;&gt;</a:t>
            </a:r>
            <a:r>
              <a:rPr lang="en-US" sz="1800" dirty="0">
                <a:solidFill>
                  <a:schemeClr val="bg1"/>
                </a:solidFill>
              </a:rPr>
              <a:t>), you are telling the collection what kind of objects it is allowed to store.</a:t>
            </a:r>
          </a:p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0198E-41AD-F3A3-A3CF-DB3374F910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C82927-D890-9213-1982-354E27CE397F}"/>
              </a:ext>
            </a:extLst>
          </p:cNvPr>
          <p:cNvSpPr txBox="1"/>
          <p:nvPr/>
        </p:nvSpPr>
        <p:spPr>
          <a:xfrm>
            <a:off x="121533" y="2420071"/>
            <a:ext cx="4738334" cy="1708160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sz="1500" dirty="0">
              <a:solidFill>
                <a:schemeClr val="bg1"/>
              </a:solidFill>
            </a:endParaRPr>
          </a:p>
          <a:p>
            <a:r>
              <a:rPr lang="en-US" sz="1500" dirty="0">
                <a:solidFill>
                  <a:schemeClr val="bg1"/>
                </a:solidFill>
              </a:rPr>
              <a:t>List&lt;String&gt; names = new </a:t>
            </a:r>
            <a:r>
              <a:rPr lang="en-US" sz="1500" dirty="0" err="1">
                <a:solidFill>
                  <a:schemeClr val="bg1"/>
                </a:solidFill>
              </a:rPr>
              <a:t>ArrayList</a:t>
            </a:r>
            <a:r>
              <a:rPr lang="en-US" sz="1500" dirty="0">
                <a:solidFill>
                  <a:schemeClr val="bg1"/>
                </a:solidFill>
              </a:rPr>
              <a:t>&lt;&gt;();</a:t>
            </a:r>
          </a:p>
          <a:p>
            <a:r>
              <a:rPr lang="en-US" sz="1500" dirty="0" err="1">
                <a:solidFill>
                  <a:schemeClr val="bg1"/>
                </a:solidFill>
              </a:rPr>
              <a:t>names.add</a:t>
            </a:r>
            <a:r>
              <a:rPr lang="en-US" sz="1500" dirty="0">
                <a:solidFill>
                  <a:schemeClr val="bg1"/>
                </a:solidFill>
              </a:rPr>
              <a:t>("Alice");</a:t>
            </a:r>
          </a:p>
          <a:p>
            <a:r>
              <a:rPr lang="en-US" sz="1500" dirty="0" err="1">
                <a:solidFill>
                  <a:schemeClr val="bg1"/>
                </a:solidFill>
              </a:rPr>
              <a:t>names.add</a:t>
            </a:r>
            <a:r>
              <a:rPr lang="en-US" sz="1500" dirty="0">
                <a:solidFill>
                  <a:schemeClr val="bg1"/>
                </a:solidFill>
              </a:rPr>
              <a:t>("Bob");</a:t>
            </a:r>
          </a:p>
          <a:p>
            <a:r>
              <a:rPr lang="en-US" sz="1500" dirty="0">
                <a:solidFill>
                  <a:schemeClr val="bg1"/>
                </a:solidFill>
              </a:rPr>
              <a:t>// </a:t>
            </a:r>
            <a:r>
              <a:rPr lang="en-US" sz="1500" dirty="0" err="1">
                <a:solidFill>
                  <a:schemeClr val="bg1"/>
                </a:solidFill>
              </a:rPr>
              <a:t>names.add</a:t>
            </a:r>
            <a:r>
              <a:rPr lang="en-US" sz="1500" dirty="0">
                <a:solidFill>
                  <a:schemeClr val="bg1"/>
                </a:solidFill>
              </a:rPr>
              <a:t>(10); // Compile-time error</a:t>
            </a:r>
          </a:p>
          <a:p>
            <a:r>
              <a:rPr lang="en-US" sz="1500" dirty="0">
                <a:solidFill>
                  <a:schemeClr val="bg1"/>
                </a:solidFill>
              </a:rPr>
              <a:t>String first = </a:t>
            </a:r>
            <a:r>
              <a:rPr lang="en-US" sz="1500" dirty="0" err="1">
                <a:solidFill>
                  <a:schemeClr val="bg1"/>
                </a:solidFill>
              </a:rPr>
              <a:t>names.get</a:t>
            </a:r>
            <a:r>
              <a:rPr lang="en-US" sz="1500" dirty="0">
                <a:solidFill>
                  <a:schemeClr val="bg1"/>
                </a:solidFill>
              </a:rPr>
              <a:t>(0); // No casting required</a:t>
            </a:r>
          </a:p>
          <a:p>
            <a:r>
              <a:rPr lang="en-US" sz="1500" dirty="0" err="1">
                <a:solidFill>
                  <a:schemeClr val="bg1"/>
                </a:solidFill>
              </a:rPr>
              <a:t>System.out.println</a:t>
            </a:r>
            <a:r>
              <a:rPr lang="en-US" sz="1500" dirty="0">
                <a:solidFill>
                  <a:schemeClr val="bg1"/>
                </a:solidFill>
              </a:rPr>
              <a:t>(first);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900A32-F84F-7C10-DEC0-02559364B0CE}"/>
              </a:ext>
            </a:extLst>
          </p:cNvPr>
          <p:cNvSpPr txBox="1"/>
          <p:nvPr/>
        </p:nvSpPr>
        <p:spPr>
          <a:xfrm>
            <a:off x="1038578" y="1800577"/>
            <a:ext cx="223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List with Generics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A6769C-B4B5-735B-355E-50FA53AF7B2E}"/>
              </a:ext>
            </a:extLst>
          </p:cNvPr>
          <p:cNvSpPr txBox="1"/>
          <p:nvPr/>
        </p:nvSpPr>
        <p:spPr>
          <a:xfrm>
            <a:off x="6270287" y="2420071"/>
            <a:ext cx="4738334" cy="2169825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sz="1500" dirty="0">
              <a:solidFill>
                <a:schemeClr val="bg1"/>
              </a:solidFill>
            </a:endParaRPr>
          </a:p>
          <a:p>
            <a:r>
              <a:rPr lang="en-US" sz="1500" dirty="0">
                <a:solidFill>
                  <a:schemeClr val="bg1"/>
                </a:solidFill>
              </a:rPr>
              <a:t>Set&lt;Integer&gt; numbers = new HashSet&lt;&gt;();</a:t>
            </a:r>
          </a:p>
          <a:p>
            <a:r>
              <a:rPr lang="en-US" sz="1500" dirty="0" err="1">
                <a:solidFill>
                  <a:schemeClr val="bg1"/>
                </a:solidFill>
              </a:rPr>
              <a:t>numbers.add</a:t>
            </a:r>
            <a:r>
              <a:rPr lang="en-US" sz="1500" dirty="0">
                <a:solidFill>
                  <a:schemeClr val="bg1"/>
                </a:solidFill>
              </a:rPr>
              <a:t>(10);</a:t>
            </a:r>
          </a:p>
          <a:p>
            <a:r>
              <a:rPr lang="en-US" sz="1500" dirty="0" err="1">
                <a:solidFill>
                  <a:schemeClr val="bg1"/>
                </a:solidFill>
              </a:rPr>
              <a:t>numbers.add</a:t>
            </a:r>
            <a:r>
              <a:rPr lang="en-US" sz="1500" dirty="0">
                <a:solidFill>
                  <a:schemeClr val="bg1"/>
                </a:solidFill>
              </a:rPr>
              <a:t>(20);</a:t>
            </a:r>
          </a:p>
          <a:p>
            <a:r>
              <a:rPr lang="en-US" sz="1500" dirty="0">
                <a:solidFill>
                  <a:schemeClr val="bg1"/>
                </a:solidFill>
              </a:rPr>
              <a:t>// </a:t>
            </a:r>
            <a:r>
              <a:rPr lang="en-US" sz="1500" dirty="0" err="1">
                <a:solidFill>
                  <a:schemeClr val="bg1"/>
                </a:solidFill>
              </a:rPr>
              <a:t>numbers.add</a:t>
            </a:r>
            <a:r>
              <a:rPr lang="en-US" sz="1500" dirty="0">
                <a:solidFill>
                  <a:schemeClr val="bg1"/>
                </a:solidFill>
              </a:rPr>
              <a:t>("Hello"); // Compile-time error</a:t>
            </a:r>
          </a:p>
          <a:p>
            <a:endParaRPr lang="en-US" sz="1500" dirty="0">
              <a:solidFill>
                <a:schemeClr val="bg1"/>
              </a:solidFill>
            </a:endParaRPr>
          </a:p>
          <a:p>
            <a:r>
              <a:rPr lang="en-US" sz="1500" dirty="0">
                <a:solidFill>
                  <a:schemeClr val="bg1"/>
                </a:solidFill>
              </a:rPr>
              <a:t>for (Integer n : numbers) {</a:t>
            </a:r>
          </a:p>
          <a:p>
            <a:r>
              <a:rPr lang="en-US" sz="1500" dirty="0">
                <a:solidFill>
                  <a:schemeClr val="bg1"/>
                </a:solidFill>
              </a:rPr>
              <a:t>    </a:t>
            </a:r>
            <a:r>
              <a:rPr lang="en-US" sz="1500" dirty="0" err="1">
                <a:solidFill>
                  <a:schemeClr val="bg1"/>
                </a:solidFill>
              </a:rPr>
              <a:t>System.out.println</a:t>
            </a:r>
            <a:r>
              <a:rPr lang="en-US" sz="1500" dirty="0">
                <a:solidFill>
                  <a:schemeClr val="bg1"/>
                </a:solidFill>
              </a:rPr>
              <a:t>(n);</a:t>
            </a:r>
          </a:p>
          <a:p>
            <a:r>
              <a:rPr lang="en-US" sz="15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4083E3-01C3-E1E1-55AB-5B485C0C3350}"/>
              </a:ext>
            </a:extLst>
          </p:cNvPr>
          <p:cNvSpPr txBox="1"/>
          <p:nvPr/>
        </p:nvSpPr>
        <p:spPr>
          <a:xfrm>
            <a:off x="7621086" y="1800577"/>
            <a:ext cx="223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Set with Generics</a:t>
            </a:r>
          </a:p>
        </p:txBody>
      </p:sp>
    </p:spTree>
    <p:extLst>
      <p:ext uri="{BB962C8B-B14F-4D97-AF65-F5344CB8AC3E}">
        <p14:creationId xmlns:p14="http://schemas.microsoft.com/office/powerpoint/2010/main" val="3959783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6627F-80CE-FC71-D8B2-D81E7E150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844C6-8507-C92F-14D0-346B5E8BB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Generics &amp; Collections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8BDC9-AD1A-4EEE-ABFD-074CBA61C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44" y="928815"/>
            <a:ext cx="11784691" cy="538651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0CB60-A9C0-7F5F-8CF8-F138F689BA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B1E976-E8F2-A8CF-80ED-C8E6C67EC5F1}"/>
              </a:ext>
            </a:extLst>
          </p:cNvPr>
          <p:cNvSpPr txBox="1"/>
          <p:nvPr/>
        </p:nvSpPr>
        <p:spPr>
          <a:xfrm>
            <a:off x="227512" y="2009753"/>
            <a:ext cx="4784103" cy="1708160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</a:rPr>
              <a:t>Map&lt;String, Integer&gt; marks = new HashMap&lt;&gt;();</a:t>
            </a:r>
          </a:p>
          <a:p>
            <a:r>
              <a:rPr lang="en-US" sz="1500" dirty="0" err="1">
                <a:solidFill>
                  <a:schemeClr val="bg1"/>
                </a:solidFill>
              </a:rPr>
              <a:t>marks.put</a:t>
            </a:r>
            <a:r>
              <a:rPr lang="en-US" sz="1500" dirty="0">
                <a:solidFill>
                  <a:schemeClr val="bg1"/>
                </a:solidFill>
              </a:rPr>
              <a:t>("Alice", 90);</a:t>
            </a:r>
          </a:p>
          <a:p>
            <a:r>
              <a:rPr lang="en-US" sz="1500" dirty="0" err="1">
                <a:solidFill>
                  <a:schemeClr val="bg1"/>
                </a:solidFill>
              </a:rPr>
              <a:t>marks.put</a:t>
            </a:r>
            <a:r>
              <a:rPr lang="en-US" sz="1500" dirty="0">
                <a:solidFill>
                  <a:schemeClr val="bg1"/>
                </a:solidFill>
              </a:rPr>
              <a:t>("Bob", 85);</a:t>
            </a:r>
          </a:p>
          <a:p>
            <a:r>
              <a:rPr lang="en-US" sz="1500" dirty="0">
                <a:solidFill>
                  <a:schemeClr val="bg1"/>
                </a:solidFill>
              </a:rPr>
              <a:t>// </a:t>
            </a:r>
            <a:r>
              <a:rPr lang="en-US" sz="1500" dirty="0" err="1">
                <a:solidFill>
                  <a:schemeClr val="bg1"/>
                </a:solidFill>
              </a:rPr>
              <a:t>marks.put</a:t>
            </a:r>
            <a:r>
              <a:rPr lang="en-US" sz="1500" dirty="0">
                <a:solidFill>
                  <a:schemeClr val="bg1"/>
                </a:solidFill>
              </a:rPr>
              <a:t>(100, "Wrong"); // Compile-time error</a:t>
            </a:r>
          </a:p>
          <a:p>
            <a:r>
              <a:rPr lang="en-US" sz="1500" dirty="0">
                <a:solidFill>
                  <a:schemeClr val="bg1"/>
                </a:solidFill>
              </a:rPr>
              <a:t>int score = </a:t>
            </a:r>
            <a:r>
              <a:rPr lang="en-US" sz="1500" dirty="0" err="1">
                <a:solidFill>
                  <a:schemeClr val="bg1"/>
                </a:solidFill>
              </a:rPr>
              <a:t>marks.get</a:t>
            </a:r>
            <a:r>
              <a:rPr lang="en-US" sz="1500" dirty="0">
                <a:solidFill>
                  <a:schemeClr val="bg1"/>
                </a:solidFill>
              </a:rPr>
              <a:t>("Alice"); // No casting</a:t>
            </a:r>
          </a:p>
          <a:p>
            <a:r>
              <a:rPr lang="en-US" sz="1500" dirty="0" err="1">
                <a:solidFill>
                  <a:schemeClr val="bg1"/>
                </a:solidFill>
              </a:rPr>
              <a:t>System.out.println</a:t>
            </a:r>
            <a:r>
              <a:rPr lang="en-US" sz="1500" dirty="0">
                <a:solidFill>
                  <a:schemeClr val="bg1"/>
                </a:solidFill>
              </a:rPr>
              <a:t>(score);</a:t>
            </a:r>
          </a:p>
          <a:p>
            <a:endParaRPr lang="en-IN" sz="15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8BF6BB-62AF-7E07-BDFC-A28A3AA3F84C}"/>
              </a:ext>
            </a:extLst>
          </p:cNvPr>
          <p:cNvSpPr txBox="1"/>
          <p:nvPr/>
        </p:nvSpPr>
        <p:spPr>
          <a:xfrm>
            <a:off x="7400192" y="1457265"/>
            <a:ext cx="2408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Queue with Generics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8F64DF-0DEE-CFD0-68D5-B0D319DE28AD}"/>
              </a:ext>
            </a:extLst>
          </p:cNvPr>
          <p:cNvSpPr txBox="1"/>
          <p:nvPr/>
        </p:nvSpPr>
        <p:spPr>
          <a:xfrm>
            <a:off x="1143000" y="1457265"/>
            <a:ext cx="2069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Map with Generics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25C5A2-FAEE-F20B-78EE-F9C2488C8FC1}"/>
              </a:ext>
            </a:extLst>
          </p:cNvPr>
          <p:cNvSpPr txBox="1"/>
          <p:nvPr/>
        </p:nvSpPr>
        <p:spPr>
          <a:xfrm>
            <a:off x="6212143" y="2009753"/>
            <a:ext cx="4784103" cy="1477328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</a:rPr>
              <a:t>Queue&lt;Double&gt; prices = new </a:t>
            </a:r>
            <a:r>
              <a:rPr lang="en-US" sz="1500" dirty="0" err="1">
                <a:solidFill>
                  <a:schemeClr val="bg1"/>
                </a:solidFill>
              </a:rPr>
              <a:t>PriorityQueue</a:t>
            </a:r>
            <a:r>
              <a:rPr lang="en-US" sz="1500" dirty="0">
                <a:solidFill>
                  <a:schemeClr val="bg1"/>
                </a:solidFill>
              </a:rPr>
              <a:t>&lt;&gt;();</a:t>
            </a:r>
          </a:p>
          <a:p>
            <a:r>
              <a:rPr lang="en-US" sz="1500" dirty="0" err="1">
                <a:solidFill>
                  <a:schemeClr val="bg1"/>
                </a:solidFill>
              </a:rPr>
              <a:t>prices.add</a:t>
            </a:r>
            <a:r>
              <a:rPr lang="en-US" sz="1500" dirty="0">
                <a:solidFill>
                  <a:schemeClr val="bg1"/>
                </a:solidFill>
              </a:rPr>
              <a:t>(10.5);</a:t>
            </a:r>
          </a:p>
          <a:p>
            <a:r>
              <a:rPr lang="en-US" sz="1500" dirty="0" err="1">
                <a:solidFill>
                  <a:schemeClr val="bg1"/>
                </a:solidFill>
              </a:rPr>
              <a:t>prices.add</a:t>
            </a:r>
            <a:r>
              <a:rPr lang="en-US" sz="1500" dirty="0">
                <a:solidFill>
                  <a:schemeClr val="bg1"/>
                </a:solidFill>
              </a:rPr>
              <a:t>(7.2);</a:t>
            </a:r>
          </a:p>
          <a:p>
            <a:r>
              <a:rPr lang="en-US" sz="1500" dirty="0">
                <a:solidFill>
                  <a:schemeClr val="bg1"/>
                </a:solidFill>
              </a:rPr>
              <a:t>// </a:t>
            </a:r>
            <a:r>
              <a:rPr lang="en-US" sz="1500" dirty="0" err="1">
                <a:solidFill>
                  <a:schemeClr val="bg1"/>
                </a:solidFill>
              </a:rPr>
              <a:t>prices.add</a:t>
            </a:r>
            <a:r>
              <a:rPr lang="en-US" sz="1500" dirty="0">
                <a:solidFill>
                  <a:schemeClr val="bg1"/>
                </a:solidFill>
              </a:rPr>
              <a:t>("cheap"); // Compile-time error</a:t>
            </a:r>
          </a:p>
          <a:p>
            <a:endParaRPr lang="en-US" sz="1500" dirty="0">
              <a:solidFill>
                <a:schemeClr val="bg1"/>
              </a:solidFill>
            </a:endParaRPr>
          </a:p>
          <a:p>
            <a:r>
              <a:rPr lang="en-US" sz="1500" dirty="0" err="1">
                <a:solidFill>
                  <a:schemeClr val="bg1"/>
                </a:solidFill>
              </a:rPr>
              <a:t>System.out.println</a:t>
            </a:r>
            <a:r>
              <a:rPr lang="en-US" sz="1500" dirty="0">
                <a:solidFill>
                  <a:schemeClr val="bg1"/>
                </a:solidFill>
              </a:rPr>
              <a:t>(</a:t>
            </a:r>
            <a:r>
              <a:rPr lang="en-US" sz="1500" dirty="0" err="1">
                <a:solidFill>
                  <a:schemeClr val="bg1"/>
                </a:solidFill>
              </a:rPr>
              <a:t>prices.poll</a:t>
            </a:r>
            <a:r>
              <a:rPr lang="en-US" sz="1500" dirty="0">
                <a:solidFill>
                  <a:schemeClr val="bg1"/>
                </a:solidFill>
              </a:rPr>
              <a:t>());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1592404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1F952-0FAE-75A7-9174-54732B209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Generic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C3058-8ED0-1D3C-2522-50E7CFA38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1059444"/>
            <a:ext cx="11784691" cy="56989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Generic Class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A </a:t>
            </a:r>
            <a:r>
              <a:rPr lang="en-US" sz="1800" b="1" dirty="0">
                <a:solidFill>
                  <a:schemeClr val="bg1"/>
                </a:solidFill>
              </a:rPr>
              <a:t>generic class</a:t>
            </a:r>
            <a:r>
              <a:rPr lang="en-US" sz="1800" dirty="0">
                <a:solidFill>
                  <a:schemeClr val="bg1"/>
                </a:solidFill>
              </a:rPr>
              <a:t> is a class that is defined with a type parameter. This allows the class to work with different data types while keeping type safety. Its general syntax is:- </a:t>
            </a:r>
            <a:r>
              <a:rPr lang="en-IN" sz="1800" b="1" dirty="0">
                <a:solidFill>
                  <a:schemeClr val="bg1"/>
                </a:solidFill>
              </a:rPr>
              <a:t>Generic Class&lt;T&gt;</a:t>
            </a:r>
          </a:p>
          <a:p>
            <a:pPr marL="0" indent="0">
              <a:buNone/>
            </a:pPr>
            <a:endParaRPr lang="en-IN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DFD180-F7DA-8F99-F233-456DA0447FD1}"/>
              </a:ext>
            </a:extLst>
          </p:cNvPr>
          <p:cNvSpPr txBox="1"/>
          <p:nvPr/>
        </p:nvSpPr>
        <p:spPr>
          <a:xfrm>
            <a:off x="250957" y="2350477"/>
            <a:ext cx="4519247" cy="2800767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class Box&lt;T&gt;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private T value;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    public void set(T value)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this.value</a:t>
            </a:r>
            <a:r>
              <a:rPr lang="en-IN" sz="1600" dirty="0">
                <a:solidFill>
                  <a:schemeClr val="bg1"/>
                </a:solidFill>
              </a:rPr>
              <a:t> = value;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}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    public T get()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return value;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16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BFCD62-BFFC-A9E1-D0E0-27ABDBC8C9DE}"/>
              </a:ext>
            </a:extLst>
          </p:cNvPr>
          <p:cNvSpPr txBox="1"/>
          <p:nvPr/>
        </p:nvSpPr>
        <p:spPr>
          <a:xfrm>
            <a:off x="5984628" y="2350477"/>
            <a:ext cx="4519247" cy="1815882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Box&lt;String&gt; </a:t>
            </a:r>
            <a:r>
              <a:rPr lang="en-IN" sz="1600" dirty="0" err="1">
                <a:solidFill>
                  <a:schemeClr val="bg1"/>
                </a:solidFill>
              </a:rPr>
              <a:t>stringBox</a:t>
            </a:r>
            <a:r>
              <a:rPr lang="en-IN" sz="1600" dirty="0">
                <a:solidFill>
                  <a:schemeClr val="bg1"/>
                </a:solidFill>
              </a:rPr>
              <a:t> = new Box&lt;&gt;();</a:t>
            </a:r>
          </a:p>
          <a:p>
            <a:r>
              <a:rPr lang="en-IN" sz="1600" dirty="0" err="1">
                <a:solidFill>
                  <a:schemeClr val="bg1"/>
                </a:solidFill>
              </a:rPr>
              <a:t>stringBox.set</a:t>
            </a:r>
            <a:r>
              <a:rPr lang="en-IN" sz="1600" dirty="0">
                <a:solidFill>
                  <a:schemeClr val="bg1"/>
                </a:solidFill>
              </a:rPr>
              <a:t>("Java");</a:t>
            </a:r>
          </a:p>
          <a:p>
            <a:r>
              <a:rPr lang="en-IN" sz="1600" dirty="0">
                <a:solidFill>
                  <a:schemeClr val="bg1"/>
                </a:solidFill>
              </a:rPr>
              <a:t>String s = </a:t>
            </a:r>
            <a:r>
              <a:rPr lang="en-IN" sz="1600" dirty="0" err="1">
                <a:solidFill>
                  <a:schemeClr val="bg1"/>
                </a:solidFill>
              </a:rPr>
              <a:t>stringBox.get</a:t>
            </a:r>
            <a:r>
              <a:rPr lang="en-IN" sz="1600" dirty="0">
                <a:solidFill>
                  <a:schemeClr val="bg1"/>
                </a:solidFill>
              </a:rPr>
              <a:t>();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Box&lt;Integer&gt; </a:t>
            </a:r>
            <a:r>
              <a:rPr lang="en-IN" sz="1600" dirty="0" err="1">
                <a:solidFill>
                  <a:schemeClr val="bg1"/>
                </a:solidFill>
              </a:rPr>
              <a:t>intBox</a:t>
            </a:r>
            <a:r>
              <a:rPr lang="en-IN" sz="1600" dirty="0">
                <a:solidFill>
                  <a:schemeClr val="bg1"/>
                </a:solidFill>
              </a:rPr>
              <a:t> = new Box&lt;&gt;();</a:t>
            </a:r>
          </a:p>
          <a:p>
            <a:r>
              <a:rPr lang="en-IN" sz="1600" dirty="0" err="1">
                <a:solidFill>
                  <a:schemeClr val="bg1"/>
                </a:solidFill>
              </a:rPr>
              <a:t>intBox.set</a:t>
            </a:r>
            <a:r>
              <a:rPr lang="en-IN" sz="1600" dirty="0">
                <a:solidFill>
                  <a:schemeClr val="bg1"/>
                </a:solidFill>
              </a:rPr>
              <a:t>(100);</a:t>
            </a:r>
          </a:p>
          <a:p>
            <a:r>
              <a:rPr lang="en-IN" sz="1600" dirty="0">
                <a:solidFill>
                  <a:schemeClr val="bg1"/>
                </a:solidFill>
              </a:rPr>
              <a:t>Integer n = </a:t>
            </a:r>
            <a:r>
              <a:rPr lang="en-IN" sz="1600" dirty="0" err="1">
                <a:solidFill>
                  <a:schemeClr val="bg1"/>
                </a:solidFill>
              </a:rPr>
              <a:t>intBox.get</a:t>
            </a:r>
            <a:r>
              <a:rPr lang="en-IN" sz="1600" dirty="0">
                <a:solidFill>
                  <a:schemeClr val="bg1"/>
                </a:solidFill>
              </a:rPr>
              <a:t>();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BB08E6B-7716-5CF6-AE73-EAB2A34D1D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6319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1028E-B82E-B363-EF28-0D27BB206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83355-98AB-4DCD-2269-764DDECDE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Generic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C46B7-EA05-050A-2478-42510B208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1059444"/>
            <a:ext cx="11784691" cy="56989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Generic Method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A </a:t>
            </a:r>
            <a:r>
              <a:rPr lang="en-US" sz="1800" b="1" dirty="0">
                <a:solidFill>
                  <a:schemeClr val="bg1"/>
                </a:solidFill>
              </a:rPr>
              <a:t>generic method</a:t>
            </a:r>
            <a:r>
              <a:rPr lang="en-US" sz="1800" dirty="0">
                <a:solidFill>
                  <a:schemeClr val="bg1"/>
                </a:solidFill>
              </a:rPr>
              <a:t> is a method that introduces its own type parameter. It can be inside a generic class or a non-generic class</a:t>
            </a:r>
            <a:r>
              <a:rPr lang="en-IN" sz="1800" dirty="0">
                <a:solidFill>
                  <a:schemeClr val="bg1"/>
                </a:solidFill>
              </a:rPr>
              <a:t>.</a:t>
            </a:r>
            <a:endParaRPr lang="en-IN" sz="18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56C97C-630F-E235-2CA9-BA34A1693673}"/>
              </a:ext>
            </a:extLst>
          </p:cNvPr>
          <p:cNvSpPr txBox="1"/>
          <p:nvPr/>
        </p:nvSpPr>
        <p:spPr>
          <a:xfrm>
            <a:off x="233991" y="2450123"/>
            <a:ext cx="4519247" cy="2308324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class Utility {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    public static &lt;T&gt; void </a:t>
            </a:r>
            <a:r>
              <a:rPr lang="en-IN" sz="1600" dirty="0" err="1">
                <a:solidFill>
                  <a:schemeClr val="bg1"/>
                </a:solidFill>
              </a:rPr>
              <a:t>printArray</a:t>
            </a:r>
            <a:r>
              <a:rPr lang="en-IN" sz="1600" dirty="0">
                <a:solidFill>
                  <a:schemeClr val="bg1"/>
                </a:solidFill>
              </a:rPr>
              <a:t>(T[] array)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for (T element : array)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    </a:t>
            </a:r>
            <a:r>
              <a:rPr lang="en-IN" sz="1600" dirty="0" err="1">
                <a:solidFill>
                  <a:schemeClr val="bg1"/>
                </a:solidFill>
              </a:rPr>
              <a:t>System.out.println</a:t>
            </a:r>
            <a:r>
              <a:rPr lang="en-IN" sz="1600" dirty="0">
                <a:solidFill>
                  <a:schemeClr val="bg1"/>
                </a:solidFill>
              </a:rPr>
              <a:t>(element);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}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}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C76706-ABED-B9F8-DE4C-F7B5B9C60C79}"/>
              </a:ext>
            </a:extLst>
          </p:cNvPr>
          <p:cNvSpPr txBox="1"/>
          <p:nvPr/>
        </p:nvSpPr>
        <p:spPr>
          <a:xfrm>
            <a:off x="5929071" y="2450123"/>
            <a:ext cx="5612298" cy="4016484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500" dirty="0">
                <a:solidFill>
                  <a:schemeClr val="bg1"/>
                </a:solidFill>
              </a:rPr>
              <a:t>class Box&lt;T&gt; {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private T value;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</a:t>
            </a:r>
            <a:r>
              <a:rPr lang="en-US" sz="1500" dirty="0">
                <a:solidFill>
                  <a:schemeClr val="bg1"/>
                </a:solidFill>
              </a:rPr>
              <a:t>public void set(T value) {</a:t>
            </a:r>
          </a:p>
          <a:p>
            <a:pPr lvl="1"/>
            <a:r>
              <a:rPr lang="en-US" sz="1500" dirty="0">
                <a:solidFill>
                  <a:schemeClr val="bg1"/>
                </a:solidFill>
              </a:rPr>
              <a:t>        </a:t>
            </a:r>
            <a:r>
              <a:rPr lang="en-US" sz="1500" dirty="0" err="1">
                <a:solidFill>
                  <a:schemeClr val="bg1"/>
                </a:solidFill>
              </a:rPr>
              <a:t>this.value</a:t>
            </a:r>
            <a:r>
              <a:rPr lang="en-US" sz="1500" dirty="0">
                <a:solidFill>
                  <a:schemeClr val="bg1"/>
                </a:solidFill>
              </a:rPr>
              <a:t> = value;</a:t>
            </a:r>
          </a:p>
          <a:p>
            <a:pPr lvl="1"/>
            <a:r>
              <a:rPr lang="en-US" sz="1500" dirty="0">
                <a:solidFill>
                  <a:schemeClr val="bg1"/>
                </a:solidFill>
              </a:rPr>
              <a:t>}</a:t>
            </a:r>
          </a:p>
          <a:p>
            <a:pPr lvl="1"/>
            <a:endParaRPr lang="en-US" sz="1500" dirty="0">
              <a:solidFill>
                <a:schemeClr val="bg1"/>
              </a:solidFill>
            </a:endParaRPr>
          </a:p>
          <a:p>
            <a:pPr lvl="1"/>
            <a:r>
              <a:rPr lang="en-US" sz="1500" dirty="0">
                <a:solidFill>
                  <a:schemeClr val="bg1"/>
                </a:solidFill>
              </a:rPr>
              <a:t>public T get() {</a:t>
            </a:r>
          </a:p>
          <a:p>
            <a:pPr lvl="1"/>
            <a:r>
              <a:rPr lang="en-US" sz="1500" dirty="0">
                <a:solidFill>
                  <a:schemeClr val="bg1"/>
                </a:solidFill>
              </a:rPr>
              <a:t>        return value;</a:t>
            </a:r>
          </a:p>
          <a:p>
            <a:pPr lvl="1"/>
            <a:r>
              <a:rPr lang="en-US" sz="1500" dirty="0">
                <a:solidFill>
                  <a:schemeClr val="bg1"/>
                </a:solidFill>
              </a:rPr>
              <a:t>}</a:t>
            </a:r>
            <a:endParaRPr lang="en-IN" sz="1500" dirty="0">
              <a:solidFill>
                <a:schemeClr val="bg1"/>
              </a:solidFill>
            </a:endParaRP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// Generic method with its own type parameter U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public &lt;U&gt; void </a:t>
            </a:r>
            <a:r>
              <a:rPr lang="en-IN" sz="1500" dirty="0" err="1">
                <a:solidFill>
                  <a:schemeClr val="bg1"/>
                </a:solidFill>
              </a:rPr>
              <a:t>printPair</a:t>
            </a:r>
            <a:r>
              <a:rPr lang="en-IN" sz="1500" dirty="0">
                <a:solidFill>
                  <a:schemeClr val="bg1"/>
                </a:solidFill>
              </a:rPr>
              <a:t>(T </a:t>
            </a:r>
            <a:r>
              <a:rPr lang="en-IN" sz="1500" dirty="0" err="1">
                <a:solidFill>
                  <a:schemeClr val="bg1"/>
                </a:solidFill>
              </a:rPr>
              <a:t>tValue</a:t>
            </a:r>
            <a:r>
              <a:rPr lang="en-IN" sz="1500" dirty="0">
                <a:solidFill>
                  <a:schemeClr val="bg1"/>
                </a:solidFill>
              </a:rPr>
              <a:t>, U </a:t>
            </a:r>
            <a:r>
              <a:rPr lang="en-IN" sz="1500" dirty="0" err="1">
                <a:solidFill>
                  <a:schemeClr val="bg1"/>
                </a:solidFill>
              </a:rPr>
              <a:t>uValue</a:t>
            </a:r>
            <a:r>
              <a:rPr lang="en-IN" sz="1500" dirty="0">
                <a:solidFill>
                  <a:schemeClr val="bg1"/>
                </a:solidFill>
              </a:rPr>
              <a:t>) {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System.out.println</a:t>
            </a:r>
            <a:r>
              <a:rPr lang="en-IN" sz="1500" dirty="0">
                <a:solidFill>
                  <a:schemeClr val="bg1"/>
                </a:solidFill>
              </a:rPr>
              <a:t>("T value: " + </a:t>
            </a:r>
            <a:r>
              <a:rPr lang="en-IN" sz="1500" dirty="0" err="1">
                <a:solidFill>
                  <a:schemeClr val="bg1"/>
                </a:solidFill>
              </a:rPr>
              <a:t>tValue</a:t>
            </a:r>
            <a:r>
              <a:rPr lang="en-IN" sz="1500" dirty="0">
                <a:solidFill>
                  <a:schemeClr val="bg1"/>
                </a:solidFill>
              </a:rPr>
              <a:t>);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System.out.println</a:t>
            </a:r>
            <a:r>
              <a:rPr lang="en-IN" sz="1500" dirty="0">
                <a:solidFill>
                  <a:schemeClr val="bg1"/>
                </a:solidFill>
              </a:rPr>
              <a:t>("U value: " + </a:t>
            </a:r>
            <a:r>
              <a:rPr lang="en-IN" sz="1500" dirty="0" err="1">
                <a:solidFill>
                  <a:schemeClr val="bg1"/>
                </a:solidFill>
              </a:rPr>
              <a:t>uValue</a:t>
            </a:r>
            <a:r>
              <a:rPr lang="en-IN" sz="1500" dirty="0">
                <a:solidFill>
                  <a:schemeClr val="bg1"/>
                </a:solidFill>
              </a:rPr>
              <a:t>);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15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241FC9-B147-CC03-154F-880F4ADC7936}"/>
              </a:ext>
            </a:extLst>
          </p:cNvPr>
          <p:cNvSpPr txBox="1"/>
          <p:nvPr/>
        </p:nvSpPr>
        <p:spPr>
          <a:xfrm>
            <a:off x="371972" y="2042713"/>
            <a:ext cx="42432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Non generic class with Generic Method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15A233-58F6-36DF-FCEB-224CA1D4047F}"/>
              </a:ext>
            </a:extLst>
          </p:cNvPr>
          <p:cNvSpPr txBox="1"/>
          <p:nvPr/>
        </p:nvSpPr>
        <p:spPr>
          <a:xfrm>
            <a:off x="6853666" y="2039749"/>
            <a:ext cx="37631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Generic class with Generic Method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E7DEAF1-2582-558A-66BB-B91845C953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1226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55A5F-71D8-2535-793D-F7D19E911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Generic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E0799-8355-3842-D6C4-EC344AB46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solidFill>
                  <a:schemeClr val="bg1"/>
                </a:solidFill>
              </a:rPr>
              <a:t>Generic Interface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A </a:t>
            </a:r>
            <a:r>
              <a:rPr lang="en-US" sz="1800" b="1" dirty="0">
                <a:solidFill>
                  <a:schemeClr val="bg1"/>
                </a:solidFill>
              </a:rPr>
              <a:t>generic interface</a:t>
            </a:r>
            <a:r>
              <a:rPr lang="en-US" sz="1800" dirty="0">
                <a:solidFill>
                  <a:schemeClr val="bg1"/>
                </a:solidFill>
              </a:rPr>
              <a:t> is an interface that is declared with type parameters.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9619FA-ABE7-0B19-742D-EFFE25C7B2C3}"/>
              </a:ext>
            </a:extLst>
          </p:cNvPr>
          <p:cNvSpPr txBox="1"/>
          <p:nvPr/>
        </p:nvSpPr>
        <p:spPr>
          <a:xfrm>
            <a:off x="6227235" y="1934816"/>
            <a:ext cx="5603631" cy="3046988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public class Main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public static void main(String[] </a:t>
            </a:r>
            <a:r>
              <a:rPr lang="en-IN" sz="1600" dirty="0" err="1">
                <a:solidFill>
                  <a:schemeClr val="bg1"/>
                </a:solidFill>
              </a:rPr>
              <a:t>args</a:t>
            </a:r>
            <a:r>
              <a:rPr lang="en-IN" sz="1600" dirty="0">
                <a:solidFill>
                  <a:schemeClr val="bg1"/>
                </a:solidFill>
              </a:rPr>
              <a:t>)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Pair&lt;String, Integer&gt; student = new 					</a:t>
            </a:r>
            <a:r>
              <a:rPr lang="en-IN" sz="1600" dirty="0" err="1">
                <a:solidFill>
                  <a:schemeClr val="bg1"/>
                </a:solidFill>
              </a:rPr>
              <a:t>KeyValue</a:t>
            </a:r>
            <a:r>
              <a:rPr lang="en-IN" sz="1600" dirty="0">
                <a:solidFill>
                  <a:schemeClr val="bg1"/>
                </a:solidFill>
              </a:rPr>
              <a:t>&lt;&gt;("Alice", 90);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        String name = </a:t>
            </a:r>
            <a:r>
              <a:rPr lang="en-IN" sz="1600" dirty="0" err="1">
                <a:solidFill>
                  <a:schemeClr val="bg1"/>
                </a:solidFill>
              </a:rPr>
              <a:t>student.getKey</a:t>
            </a:r>
            <a:r>
              <a:rPr lang="en-IN" sz="1600" dirty="0">
                <a:solidFill>
                  <a:schemeClr val="bg1"/>
                </a:solidFill>
              </a:rPr>
              <a:t>();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Integer marks = </a:t>
            </a:r>
            <a:r>
              <a:rPr lang="en-IN" sz="1600" dirty="0" err="1">
                <a:solidFill>
                  <a:schemeClr val="bg1"/>
                </a:solidFill>
              </a:rPr>
              <a:t>student.getValue</a:t>
            </a:r>
            <a:r>
              <a:rPr lang="en-IN" sz="1600" dirty="0">
                <a:solidFill>
                  <a:schemeClr val="bg1"/>
                </a:solidFill>
              </a:rPr>
              <a:t>();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System.out.println</a:t>
            </a:r>
            <a:r>
              <a:rPr lang="en-IN" sz="1600" dirty="0">
                <a:solidFill>
                  <a:schemeClr val="bg1"/>
                </a:solidFill>
              </a:rPr>
              <a:t>("Name: " + name);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System.out.println</a:t>
            </a:r>
            <a:r>
              <a:rPr lang="en-IN" sz="1600" dirty="0">
                <a:solidFill>
                  <a:schemeClr val="bg1"/>
                </a:solidFill>
              </a:rPr>
              <a:t>("Marks: " + marks);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16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0C7C2B-3E0A-7F6E-80D7-15EC25E299E4}"/>
              </a:ext>
            </a:extLst>
          </p:cNvPr>
          <p:cNvSpPr txBox="1"/>
          <p:nvPr/>
        </p:nvSpPr>
        <p:spPr>
          <a:xfrm>
            <a:off x="287219" y="1940171"/>
            <a:ext cx="5744307" cy="4278094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interface Pair&lt;K, V&gt; {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K </a:t>
            </a:r>
            <a:r>
              <a:rPr lang="en-US" sz="1600" dirty="0" err="1">
                <a:solidFill>
                  <a:schemeClr val="bg1"/>
                </a:solidFill>
              </a:rPr>
              <a:t>getKey</a:t>
            </a:r>
            <a:r>
              <a:rPr lang="en-US" sz="1600" dirty="0">
                <a:solidFill>
                  <a:schemeClr val="bg1"/>
                </a:solidFill>
              </a:rPr>
              <a:t>();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V </a:t>
            </a:r>
            <a:r>
              <a:rPr lang="en-US" sz="1600" dirty="0" err="1">
                <a:solidFill>
                  <a:schemeClr val="bg1"/>
                </a:solidFill>
              </a:rPr>
              <a:t>getValue</a:t>
            </a:r>
            <a:r>
              <a:rPr lang="en-US" sz="1600" dirty="0">
                <a:solidFill>
                  <a:schemeClr val="bg1"/>
                </a:solidFill>
              </a:rPr>
              <a:t>();</a:t>
            </a:r>
          </a:p>
          <a:p>
            <a:r>
              <a:rPr lang="en-US" sz="1600" dirty="0">
                <a:solidFill>
                  <a:schemeClr val="bg1"/>
                </a:solidFill>
              </a:rPr>
              <a:t>}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class </a:t>
            </a:r>
            <a:r>
              <a:rPr lang="en-IN" sz="1600" dirty="0" err="1">
                <a:solidFill>
                  <a:schemeClr val="bg1"/>
                </a:solidFill>
              </a:rPr>
              <a:t>KeyValue</a:t>
            </a:r>
            <a:r>
              <a:rPr lang="en-IN" sz="1600" dirty="0">
                <a:solidFill>
                  <a:schemeClr val="bg1"/>
                </a:solidFill>
              </a:rPr>
              <a:t>&lt;K, V&gt; implements Pair&lt;K, V&gt;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private K key;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private V value;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    public </a:t>
            </a:r>
            <a:r>
              <a:rPr lang="en-IN" sz="1600" dirty="0" err="1">
                <a:solidFill>
                  <a:schemeClr val="bg1"/>
                </a:solidFill>
              </a:rPr>
              <a:t>KeyValue</a:t>
            </a:r>
            <a:r>
              <a:rPr lang="en-IN" sz="1600" dirty="0">
                <a:solidFill>
                  <a:schemeClr val="bg1"/>
                </a:solidFill>
              </a:rPr>
              <a:t>(K key, V value)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this.key</a:t>
            </a:r>
            <a:r>
              <a:rPr lang="en-IN" sz="1600" dirty="0">
                <a:solidFill>
                  <a:schemeClr val="bg1"/>
                </a:solidFill>
              </a:rPr>
              <a:t> = key;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this.value</a:t>
            </a:r>
            <a:r>
              <a:rPr lang="en-IN" sz="1600" dirty="0">
                <a:solidFill>
                  <a:schemeClr val="bg1"/>
                </a:solidFill>
              </a:rPr>
              <a:t> = value;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}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    public K </a:t>
            </a:r>
            <a:r>
              <a:rPr lang="en-IN" sz="1600" dirty="0" err="1">
                <a:solidFill>
                  <a:schemeClr val="bg1"/>
                </a:solidFill>
              </a:rPr>
              <a:t>getKey</a:t>
            </a:r>
            <a:r>
              <a:rPr lang="en-IN" sz="1600" dirty="0">
                <a:solidFill>
                  <a:schemeClr val="bg1"/>
                </a:solidFill>
              </a:rPr>
              <a:t>() { return key; }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public V </a:t>
            </a:r>
            <a:r>
              <a:rPr lang="en-IN" sz="1600" dirty="0" err="1">
                <a:solidFill>
                  <a:schemeClr val="bg1"/>
                </a:solidFill>
              </a:rPr>
              <a:t>getValue</a:t>
            </a:r>
            <a:r>
              <a:rPr lang="en-IN" sz="1600" dirty="0">
                <a:solidFill>
                  <a:schemeClr val="bg1"/>
                </a:solidFill>
              </a:rPr>
              <a:t>() { return value; }</a:t>
            </a:r>
          </a:p>
          <a:p>
            <a:r>
              <a:rPr lang="en-IN" sz="16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1718D4D2-1829-0E15-A4F9-2177A63FED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8925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E4455-62F4-88BE-FD4B-57762D32F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Bounded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1533B-B97D-76D1-9629-0800B9941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Bounded Type Parameters in Java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A </a:t>
            </a:r>
            <a:r>
              <a:rPr lang="en-US" sz="1800" b="1" dirty="0">
                <a:solidFill>
                  <a:schemeClr val="bg1"/>
                </a:solidFill>
              </a:rPr>
              <a:t>bounded type parameter</a:t>
            </a:r>
            <a:r>
              <a:rPr lang="en-US" sz="1800" dirty="0">
                <a:solidFill>
                  <a:schemeClr val="bg1"/>
                </a:solidFill>
              </a:rPr>
              <a:t> restricts the types that can be used as arguments for a generic class or method. This ensures that the generic code can safely use methods from that bound. There are three ways to implement it:-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0F171B9-48E3-3560-E980-14B7112517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075922"/>
              </p:ext>
            </p:extLst>
          </p:nvPr>
        </p:nvGraphicFramePr>
        <p:xfrm>
          <a:off x="394648" y="2577061"/>
          <a:ext cx="10355415" cy="3325507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3451805">
                  <a:extLst>
                    <a:ext uri="{9D8B030D-6E8A-4147-A177-3AD203B41FA5}">
                      <a16:colId xmlns:a16="http://schemas.microsoft.com/office/drawing/2014/main" val="2722645396"/>
                    </a:ext>
                  </a:extLst>
                </a:gridCol>
                <a:gridCol w="3451805">
                  <a:extLst>
                    <a:ext uri="{9D8B030D-6E8A-4147-A177-3AD203B41FA5}">
                      <a16:colId xmlns:a16="http://schemas.microsoft.com/office/drawing/2014/main" val="4222392659"/>
                    </a:ext>
                  </a:extLst>
                </a:gridCol>
                <a:gridCol w="3451805">
                  <a:extLst>
                    <a:ext uri="{9D8B030D-6E8A-4147-A177-3AD203B41FA5}">
                      <a16:colId xmlns:a16="http://schemas.microsoft.com/office/drawing/2014/main" val="586785171"/>
                    </a:ext>
                  </a:extLst>
                </a:gridCol>
              </a:tblGrid>
              <a:tr h="5320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3772246"/>
                  </a:ext>
                </a:extLst>
              </a:tr>
              <a:tr h="931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Upper Bound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Restricts to a superclass or interface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&lt;T extends Number&gt;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968213"/>
                  </a:ext>
                </a:extLst>
              </a:tr>
              <a:tr h="931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Multiple Bounds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Restricts to one class + multiple interfaces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&lt;T extends Number &amp; Comparable&lt;T&gt;&gt;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0537520"/>
                  </a:ext>
                </a:extLst>
              </a:tr>
              <a:tr h="931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Method Bound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Bound applied to a generic 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&lt;T extends Comparable&lt;T&gt;&gt;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0535360"/>
                  </a:ext>
                </a:extLst>
              </a:tr>
            </a:tbl>
          </a:graphicData>
        </a:graphic>
      </p:graphicFrame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E872AAD-A55C-CE92-4FAB-16E1E3C9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0232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FE0E4-63FE-D65C-4CBA-AE080189C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Bounded Type {</a:t>
            </a:r>
            <a:r>
              <a:rPr lang="en-IN" sz="2000" dirty="0"/>
              <a:t>upper</a:t>
            </a:r>
            <a:r>
              <a:rPr lang="en-IN" sz="2400" dirty="0"/>
              <a:t> </a:t>
            </a:r>
            <a:r>
              <a:rPr lang="en-IN" sz="2000" dirty="0"/>
              <a:t>bound</a:t>
            </a:r>
            <a:r>
              <a:rPr lang="en-IN" sz="2400" dirty="0"/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8614E-79A9-4EA8-4F31-6E48312E4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1059445"/>
            <a:ext cx="11784691" cy="565787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>
                <a:solidFill>
                  <a:schemeClr val="bg1"/>
                </a:solidFill>
              </a:rPr>
              <a:t>Upper bound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Syntax:- </a:t>
            </a:r>
            <a:r>
              <a:rPr lang="en-IN" sz="1800" b="1" dirty="0">
                <a:solidFill>
                  <a:schemeClr val="bg1"/>
                </a:solidFill>
              </a:rPr>
              <a:t>&lt;T extends </a:t>
            </a:r>
            <a:r>
              <a:rPr lang="en-IN" sz="1800" b="1" dirty="0" err="1">
                <a:solidFill>
                  <a:schemeClr val="bg1"/>
                </a:solidFill>
              </a:rPr>
              <a:t>SomeClass</a:t>
            </a:r>
            <a:r>
              <a:rPr lang="en-IN" sz="1800" b="1" dirty="0">
                <a:solidFill>
                  <a:schemeClr val="bg1"/>
                </a:solidFill>
              </a:rPr>
              <a:t>&gt; or &lt;T extends </a:t>
            </a:r>
            <a:r>
              <a:rPr lang="en-IN" sz="1800" b="1" dirty="0" err="1">
                <a:solidFill>
                  <a:schemeClr val="bg1"/>
                </a:solidFill>
              </a:rPr>
              <a:t>SomeInterface</a:t>
            </a:r>
            <a:r>
              <a:rPr lang="en-IN" sz="1800" b="1" dirty="0">
                <a:solidFill>
                  <a:schemeClr val="bg1"/>
                </a:solidFill>
              </a:rPr>
              <a:t>&gt;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600" dirty="0">
                <a:solidFill>
                  <a:schemeClr val="bg1"/>
                </a:solidFill>
              </a:rPr>
              <a:t>class Calculator&lt;T extends Number&gt; {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bg1"/>
                </a:solidFill>
              </a:rPr>
              <a:t>    private T number;</a:t>
            </a:r>
          </a:p>
          <a:p>
            <a:pPr marL="0" indent="0">
              <a:buNone/>
            </a:pPr>
            <a:endParaRPr lang="en-IN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600" dirty="0">
                <a:solidFill>
                  <a:schemeClr val="bg1"/>
                </a:solidFill>
              </a:rPr>
              <a:t>    public Calculator(T number) {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this.number</a:t>
            </a:r>
            <a:r>
              <a:rPr lang="en-IN" sz="1600" dirty="0">
                <a:solidFill>
                  <a:schemeClr val="bg1"/>
                </a:solidFill>
              </a:rPr>
              <a:t> = number;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bg1"/>
                </a:solidFill>
              </a:rPr>
              <a:t>    }</a:t>
            </a:r>
          </a:p>
          <a:p>
            <a:pPr marL="0" indent="0">
              <a:buNone/>
            </a:pPr>
            <a:endParaRPr lang="en-IN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600" dirty="0">
                <a:solidFill>
                  <a:schemeClr val="bg1"/>
                </a:solidFill>
              </a:rPr>
              <a:t>    public double square() {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bg1"/>
                </a:solidFill>
              </a:rPr>
              <a:t>        return </a:t>
            </a:r>
            <a:r>
              <a:rPr lang="en-IN" sz="1600" dirty="0" err="1">
                <a:solidFill>
                  <a:schemeClr val="bg1"/>
                </a:solidFill>
              </a:rPr>
              <a:t>number.doubleValue</a:t>
            </a:r>
            <a:r>
              <a:rPr lang="en-IN" sz="1600" dirty="0">
                <a:solidFill>
                  <a:schemeClr val="bg1"/>
                </a:solidFill>
              </a:rPr>
              <a:t>() * </a:t>
            </a:r>
            <a:r>
              <a:rPr lang="en-IN" sz="1600" dirty="0" err="1">
                <a:solidFill>
                  <a:schemeClr val="bg1"/>
                </a:solidFill>
              </a:rPr>
              <a:t>number.doubleValue</a:t>
            </a:r>
            <a:r>
              <a:rPr lang="en-IN" sz="1600" dirty="0">
                <a:solidFill>
                  <a:schemeClr val="bg1"/>
                </a:solidFill>
              </a:rPr>
              <a:t>();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bg1"/>
                </a:solidFill>
              </a:rPr>
              <a:t>    }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bg1"/>
                </a:solidFill>
              </a:rPr>
              <a:t>}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667E5-8E18-9684-9F10-6C3F297197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0199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6B94C-6608-5255-5A0F-CA8D58886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Bounded Type {</a:t>
            </a:r>
            <a:r>
              <a:rPr lang="en-IN" sz="2000" dirty="0"/>
              <a:t>multiple</a:t>
            </a:r>
            <a:r>
              <a:rPr lang="en-IN" sz="2400" dirty="0"/>
              <a:t> </a:t>
            </a:r>
            <a:r>
              <a:rPr lang="en-IN" sz="2000" dirty="0"/>
              <a:t>bound</a:t>
            </a:r>
            <a:r>
              <a:rPr lang="en-IN" sz="2400" dirty="0"/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54E89-BECB-CC51-9DB9-CECCC85DD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1059444"/>
            <a:ext cx="11784691" cy="572235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1900" b="1" dirty="0">
                <a:solidFill>
                  <a:schemeClr val="bg1"/>
                </a:solidFill>
              </a:rPr>
              <a:t>Multiple</a:t>
            </a:r>
            <a:r>
              <a:rPr lang="en-IN" sz="1900" dirty="0">
                <a:solidFill>
                  <a:schemeClr val="bg1"/>
                </a:solidFill>
              </a:rPr>
              <a:t> </a:t>
            </a:r>
            <a:r>
              <a:rPr lang="en-IN" sz="1900" b="1" dirty="0">
                <a:solidFill>
                  <a:schemeClr val="bg1"/>
                </a:solidFill>
              </a:rPr>
              <a:t>bounds</a:t>
            </a:r>
          </a:p>
          <a:p>
            <a:pPr marL="0" indent="0">
              <a:buNone/>
            </a:pPr>
            <a:r>
              <a:rPr lang="en-IN" sz="1900" dirty="0">
                <a:solidFill>
                  <a:schemeClr val="bg1"/>
                </a:solidFill>
              </a:rPr>
              <a:t>Syntax:- </a:t>
            </a:r>
            <a:r>
              <a:rPr lang="fr-FR" sz="1900" b="1" dirty="0">
                <a:solidFill>
                  <a:schemeClr val="bg1"/>
                </a:solidFill>
              </a:rPr>
              <a:t>&lt;T </a:t>
            </a:r>
            <a:r>
              <a:rPr lang="fr-FR" sz="1900" b="1" dirty="0" err="1">
                <a:solidFill>
                  <a:schemeClr val="bg1"/>
                </a:solidFill>
              </a:rPr>
              <a:t>extends</a:t>
            </a:r>
            <a:r>
              <a:rPr lang="fr-FR" sz="1900" b="1" dirty="0">
                <a:solidFill>
                  <a:schemeClr val="bg1"/>
                </a:solidFill>
              </a:rPr>
              <a:t> </a:t>
            </a:r>
            <a:r>
              <a:rPr lang="fr-FR" sz="1900" b="1" dirty="0" err="1">
                <a:solidFill>
                  <a:schemeClr val="bg1"/>
                </a:solidFill>
              </a:rPr>
              <a:t>ClassName</a:t>
            </a:r>
            <a:r>
              <a:rPr lang="fr-FR" sz="1900" b="1" dirty="0">
                <a:solidFill>
                  <a:schemeClr val="bg1"/>
                </a:solidFill>
              </a:rPr>
              <a:t> &amp; Interface1 &amp; Interface2&gt;</a:t>
            </a:r>
          </a:p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Important rules: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900" dirty="0">
                <a:solidFill>
                  <a:schemeClr val="bg1"/>
                </a:solidFill>
              </a:rPr>
              <a:t>Only </a:t>
            </a:r>
            <a:r>
              <a:rPr lang="en-US" sz="1900" b="1" dirty="0">
                <a:solidFill>
                  <a:schemeClr val="bg1"/>
                </a:solidFill>
              </a:rPr>
              <a:t>one class</a:t>
            </a:r>
            <a:r>
              <a:rPr lang="en-US" sz="1900" dirty="0">
                <a:solidFill>
                  <a:schemeClr val="bg1"/>
                </a:solidFill>
              </a:rPr>
              <a:t> can be extended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900" dirty="0">
                <a:solidFill>
                  <a:schemeClr val="bg1"/>
                </a:solidFill>
              </a:rPr>
              <a:t>That class must be listed </a:t>
            </a:r>
            <a:r>
              <a:rPr lang="en-US" sz="1900" b="1" dirty="0">
                <a:solidFill>
                  <a:schemeClr val="bg1"/>
                </a:solidFill>
              </a:rPr>
              <a:t>first</a:t>
            </a:r>
            <a:endParaRPr lang="en-US" sz="1900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900" dirty="0">
                <a:solidFill>
                  <a:schemeClr val="bg1"/>
                </a:solidFill>
              </a:rPr>
              <a:t>Interfaces come after, separated by &amp;</a:t>
            </a:r>
          </a:p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class Data&lt;T extends Number &amp; Comparable&lt;T&gt;&gt; {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    private T value;</a:t>
            </a: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    public Data(T value) {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        </a:t>
            </a:r>
            <a:r>
              <a:rPr lang="en-US" sz="1600" dirty="0" err="1">
                <a:solidFill>
                  <a:schemeClr val="bg1"/>
                </a:solidFill>
              </a:rPr>
              <a:t>this.value</a:t>
            </a:r>
            <a:r>
              <a:rPr lang="en-US" sz="1600" dirty="0">
                <a:solidFill>
                  <a:schemeClr val="bg1"/>
                </a:solidFill>
              </a:rPr>
              <a:t> = value;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    }</a:t>
            </a: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    public </a:t>
            </a:r>
            <a:r>
              <a:rPr lang="en-US" sz="1600" dirty="0" err="1">
                <a:solidFill>
                  <a:schemeClr val="bg1"/>
                </a:solidFill>
              </a:rPr>
              <a:t>boolean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isGreater</a:t>
            </a:r>
            <a:r>
              <a:rPr lang="en-US" sz="1600" dirty="0">
                <a:solidFill>
                  <a:schemeClr val="bg1"/>
                </a:solidFill>
              </a:rPr>
              <a:t>(T other) {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        return </a:t>
            </a:r>
            <a:r>
              <a:rPr lang="en-US" sz="1600" dirty="0" err="1">
                <a:solidFill>
                  <a:schemeClr val="bg1"/>
                </a:solidFill>
              </a:rPr>
              <a:t>value.compareTo</a:t>
            </a:r>
            <a:r>
              <a:rPr lang="en-US" sz="1600" dirty="0">
                <a:solidFill>
                  <a:schemeClr val="bg1"/>
                </a:solidFill>
              </a:rPr>
              <a:t>(other) &gt; 0;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    }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}</a:t>
            </a:r>
          </a:p>
          <a:p>
            <a:pPr marL="0" indent="0">
              <a:buNone/>
            </a:pPr>
            <a:endParaRPr lang="en-IN" sz="1800" b="1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34EF1-4C5A-737B-336D-04C5E466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4153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C83F4-0A39-A3A8-D7C5-3E18BD782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2578F-43D4-70CC-547C-407F14B89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Bounded Type {</a:t>
            </a:r>
            <a:r>
              <a:rPr lang="en-IN" sz="2000" dirty="0"/>
              <a:t>method</a:t>
            </a:r>
            <a:r>
              <a:rPr lang="en-IN" sz="2400" dirty="0"/>
              <a:t> </a:t>
            </a:r>
            <a:r>
              <a:rPr lang="en-IN" sz="2000" dirty="0"/>
              <a:t>bound</a:t>
            </a:r>
            <a:r>
              <a:rPr lang="en-IN" sz="2400" dirty="0"/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1818D-A17F-6B81-4634-D2258BC6B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1059444"/>
            <a:ext cx="11784691" cy="57223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900" b="1" dirty="0">
                <a:solidFill>
                  <a:schemeClr val="bg1"/>
                </a:solidFill>
              </a:rPr>
              <a:t>Method</a:t>
            </a:r>
            <a:r>
              <a:rPr lang="en-IN" sz="1900" dirty="0">
                <a:solidFill>
                  <a:schemeClr val="bg1"/>
                </a:solidFill>
              </a:rPr>
              <a:t> </a:t>
            </a:r>
            <a:r>
              <a:rPr lang="en-IN" sz="1900" b="1" dirty="0">
                <a:solidFill>
                  <a:schemeClr val="bg1"/>
                </a:solidFill>
              </a:rPr>
              <a:t>bounds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Bounds can also be used in methods.</a:t>
            </a:r>
          </a:p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public class Utility {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    public static &lt;T extends Comparable&lt;T&gt;&gt; T </a:t>
            </a:r>
            <a:r>
              <a:rPr lang="en-US" sz="1600" dirty="0" err="1">
                <a:solidFill>
                  <a:schemeClr val="bg1"/>
                </a:solidFill>
              </a:rPr>
              <a:t>findMax</a:t>
            </a:r>
            <a:r>
              <a:rPr lang="en-US" sz="1600" dirty="0">
                <a:solidFill>
                  <a:schemeClr val="bg1"/>
                </a:solidFill>
              </a:rPr>
              <a:t>(T a, T b) {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        return (</a:t>
            </a:r>
            <a:r>
              <a:rPr lang="en-US" sz="1600" dirty="0" err="1">
                <a:solidFill>
                  <a:schemeClr val="bg1"/>
                </a:solidFill>
              </a:rPr>
              <a:t>a.compareTo</a:t>
            </a:r>
            <a:r>
              <a:rPr lang="en-US" sz="1600" dirty="0">
                <a:solidFill>
                  <a:schemeClr val="bg1"/>
                </a:solidFill>
              </a:rPr>
              <a:t>(b) &gt; 0) ? a : b;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    }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}</a:t>
            </a:r>
            <a:endParaRPr lang="en-IN" sz="1800" b="1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A0880-6ED9-09ED-7E3B-D7629A5A89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10855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8E34C-0225-C5BD-AF04-52734141F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Bounded Wildcard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03D4E-DDF7-BB33-356F-23E9D6154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1059445"/>
            <a:ext cx="11784691" cy="575752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Bounded wildcards are used when working with </a:t>
            </a:r>
            <a:r>
              <a:rPr lang="en-US" sz="1800" b="1" dirty="0">
                <a:solidFill>
                  <a:schemeClr val="bg1"/>
                </a:solidFill>
              </a:rPr>
              <a:t>generic collections or methods</a:t>
            </a:r>
            <a:r>
              <a:rPr lang="en-US" sz="1800" dirty="0">
                <a:solidFill>
                  <a:schemeClr val="bg1"/>
                </a:solidFill>
              </a:rPr>
              <a:t> and you want flexibility while still keeping type safety.</a:t>
            </a:r>
          </a:p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A </a:t>
            </a:r>
            <a:r>
              <a:rPr lang="en-US" sz="1800" b="1" dirty="0">
                <a:solidFill>
                  <a:schemeClr val="bg1"/>
                </a:solidFill>
              </a:rPr>
              <a:t>bounded wildcard</a:t>
            </a:r>
            <a:r>
              <a:rPr lang="en-US" sz="1800" dirty="0">
                <a:solidFill>
                  <a:schemeClr val="bg1"/>
                </a:solidFill>
              </a:rPr>
              <a:t> restricts the unknown type (?) to a specific range of types. There are two kinds:</a:t>
            </a:r>
          </a:p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solidFill>
                  <a:schemeClr val="bg1"/>
                </a:solidFill>
              </a:rPr>
              <a:t>Upper bounded wildcard </a:t>
            </a:r>
            <a:r>
              <a:rPr lang="en-US" sz="1800" dirty="0">
                <a:solidFill>
                  <a:schemeClr val="bg1"/>
                </a:solidFill>
              </a:rPr>
              <a:t>— ? extends Type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An upper bounded wildcard allows a generic reference to accept a specific type or any of its subclasses.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Syntax:- </a:t>
            </a:r>
            <a:r>
              <a:rPr lang="en-US" sz="1800" b="1" dirty="0">
                <a:solidFill>
                  <a:schemeClr val="bg1"/>
                </a:solidFill>
              </a:rPr>
              <a:t>List&lt;? extends Number&gt;</a:t>
            </a:r>
          </a:p>
          <a:p>
            <a:pPr marL="457200" lvl="1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r>
              <a:rPr lang="en-US" sz="1900" dirty="0">
                <a:solidFill>
                  <a:schemeClr val="bg1"/>
                </a:solidFill>
              </a:rPr>
              <a:t>This means: </a:t>
            </a:r>
            <a:r>
              <a:rPr lang="en-US" sz="1800" b="1" dirty="0">
                <a:solidFill>
                  <a:schemeClr val="bg1"/>
                </a:solidFill>
              </a:rPr>
              <a:t>The list can contain elements of type Number or any subclass like Integer, Double, etc.</a:t>
            </a:r>
          </a:p>
          <a:p>
            <a:pPr marL="457200" lvl="1" indent="0">
              <a:buNone/>
            </a:pPr>
            <a:endParaRPr lang="en-US" sz="200" b="1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public static void </a:t>
            </a:r>
            <a:r>
              <a:rPr lang="en-US" sz="1700" dirty="0" err="1">
                <a:solidFill>
                  <a:schemeClr val="bg1"/>
                </a:solidFill>
              </a:rPr>
              <a:t>printNumbers</a:t>
            </a:r>
            <a:r>
              <a:rPr lang="en-US" sz="1700" dirty="0">
                <a:solidFill>
                  <a:schemeClr val="bg1"/>
                </a:solidFill>
              </a:rPr>
              <a:t>(List&lt;? extends Number&gt; list) {</a:t>
            </a:r>
          </a:p>
          <a:p>
            <a:pPr marL="457200" lvl="1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    for (Number n : list) {</a:t>
            </a:r>
          </a:p>
          <a:p>
            <a:pPr marL="457200" lvl="1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        </a:t>
            </a:r>
            <a:r>
              <a:rPr lang="en-US" sz="1700" dirty="0" err="1">
                <a:solidFill>
                  <a:schemeClr val="bg1"/>
                </a:solidFill>
              </a:rPr>
              <a:t>System.out.println</a:t>
            </a:r>
            <a:r>
              <a:rPr lang="en-US" sz="1700" dirty="0">
                <a:solidFill>
                  <a:schemeClr val="bg1"/>
                </a:solidFill>
              </a:rPr>
              <a:t>(n);</a:t>
            </a:r>
          </a:p>
          <a:p>
            <a:pPr marL="457200" lvl="1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    }</a:t>
            </a:r>
          </a:p>
          <a:p>
            <a:pPr marL="457200" lvl="1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}</a:t>
            </a:r>
          </a:p>
          <a:p>
            <a:pPr marL="342900" indent="-342900">
              <a:buFont typeface="+mj-lt"/>
              <a:buAutoNum type="arabicPeriod"/>
            </a:pPr>
            <a:endParaRPr lang="en-US" sz="200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solidFill>
                  <a:schemeClr val="bg1"/>
                </a:solidFill>
              </a:rPr>
              <a:t>Lower bounded wildcard </a:t>
            </a:r>
            <a:r>
              <a:rPr lang="en-US" sz="1800" dirty="0">
                <a:solidFill>
                  <a:schemeClr val="bg1"/>
                </a:solidFill>
              </a:rPr>
              <a:t>— ? super Type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A lower bounded wildcard allows a generic reference to accept a specific type or any of its </a:t>
            </a:r>
            <a:r>
              <a:rPr lang="en-US" sz="1800" dirty="0" err="1">
                <a:solidFill>
                  <a:schemeClr val="bg1"/>
                </a:solidFill>
              </a:rPr>
              <a:t>superclasses</a:t>
            </a:r>
            <a:r>
              <a:rPr lang="en-US" sz="1800" dirty="0">
                <a:solidFill>
                  <a:schemeClr val="bg1"/>
                </a:solidFill>
              </a:rPr>
              <a:t>.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Syntax:- List&lt;? super Integer&gt;</a:t>
            </a:r>
          </a:p>
          <a:p>
            <a:pPr marL="457200" lvl="1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This means: </a:t>
            </a:r>
            <a:r>
              <a:rPr lang="en-US" sz="1800" b="1" dirty="0">
                <a:solidFill>
                  <a:schemeClr val="bg1"/>
                </a:solidFill>
              </a:rPr>
              <a:t>The list can hold Integer, Number, or Object.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6BB81-0F02-5FBC-AE7E-6BEFF83741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01885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83849-77D0-D5A2-18F5-CAD6BDC4A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Bounded Wildcard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EDA19-E53F-830A-47DC-6CBA20B5D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1059445"/>
            <a:ext cx="11784691" cy="53765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dirty="0">
                <a:solidFill>
                  <a:schemeClr val="bg1"/>
                </a:solidFill>
              </a:rPr>
              <a:t>public static void </a:t>
            </a:r>
            <a:r>
              <a:rPr lang="en-IN" sz="1600" dirty="0" err="1">
                <a:solidFill>
                  <a:schemeClr val="bg1"/>
                </a:solidFill>
              </a:rPr>
              <a:t>addIntegers</a:t>
            </a:r>
            <a:r>
              <a:rPr lang="en-IN" sz="1600" dirty="0">
                <a:solidFill>
                  <a:schemeClr val="bg1"/>
                </a:solidFill>
              </a:rPr>
              <a:t>(List&lt;? super Integer&gt; list) {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bg1"/>
                </a:solidFill>
              </a:rPr>
              <a:t>    </a:t>
            </a:r>
            <a:r>
              <a:rPr lang="en-IN" sz="1600" dirty="0" err="1">
                <a:solidFill>
                  <a:schemeClr val="bg1"/>
                </a:solidFill>
              </a:rPr>
              <a:t>list.add</a:t>
            </a:r>
            <a:r>
              <a:rPr lang="en-IN" sz="1600" dirty="0">
                <a:solidFill>
                  <a:schemeClr val="bg1"/>
                </a:solidFill>
              </a:rPr>
              <a:t>(10);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bg1"/>
                </a:solidFill>
              </a:rPr>
              <a:t>    </a:t>
            </a:r>
            <a:r>
              <a:rPr lang="en-IN" sz="1600" dirty="0" err="1">
                <a:solidFill>
                  <a:schemeClr val="bg1"/>
                </a:solidFill>
              </a:rPr>
              <a:t>list.add</a:t>
            </a:r>
            <a:r>
              <a:rPr lang="en-IN" sz="1600" dirty="0">
                <a:solidFill>
                  <a:schemeClr val="bg1"/>
                </a:solidFill>
              </a:rPr>
              <a:t>(20);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bg1"/>
                </a:solidFill>
              </a:rPr>
              <a:t>}</a:t>
            </a:r>
          </a:p>
          <a:p>
            <a:pPr marL="0" indent="0">
              <a:buNone/>
            </a:pPr>
            <a:endParaRPr lang="en-IN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600" b="1" dirty="0">
                <a:solidFill>
                  <a:schemeClr val="bg1"/>
                </a:solidFill>
              </a:rPr>
              <a:t>Valid calls:</a:t>
            </a:r>
            <a:r>
              <a:rPr lang="en-IN" sz="1600" dirty="0">
                <a:solidFill>
                  <a:schemeClr val="bg1"/>
                </a:solidFill>
              </a:rPr>
              <a:t>-</a:t>
            </a:r>
          </a:p>
          <a:p>
            <a:pPr marL="0" indent="0">
              <a:buNone/>
            </a:pPr>
            <a:endParaRPr lang="en-IN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600" dirty="0">
                <a:solidFill>
                  <a:schemeClr val="bg1"/>
                </a:solidFill>
              </a:rPr>
              <a:t>List&lt;Integer&gt; list1 = new </a:t>
            </a:r>
            <a:r>
              <a:rPr lang="en-IN" sz="1600" dirty="0" err="1">
                <a:solidFill>
                  <a:schemeClr val="bg1"/>
                </a:solidFill>
              </a:rPr>
              <a:t>ArrayList</a:t>
            </a:r>
            <a:r>
              <a:rPr lang="en-IN" sz="1600" dirty="0">
                <a:solidFill>
                  <a:schemeClr val="bg1"/>
                </a:solidFill>
              </a:rPr>
              <a:t>&lt;&gt;();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bg1"/>
                </a:solidFill>
              </a:rPr>
              <a:t>List&lt;Number&gt; list2 = new </a:t>
            </a:r>
            <a:r>
              <a:rPr lang="en-IN" sz="1600" dirty="0" err="1">
                <a:solidFill>
                  <a:schemeClr val="bg1"/>
                </a:solidFill>
              </a:rPr>
              <a:t>ArrayList</a:t>
            </a:r>
            <a:r>
              <a:rPr lang="en-IN" sz="1600" dirty="0">
                <a:solidFill>
                  <a:schemeClr val="bg1"/>
                </a:solidFill>
              </a:rPr>
              <a:t>&lt;&gt;();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bg1"/>
                </a:solidFill>
              </a:rPr>
              <a:t>List&lt;Object&gt; list3 = new </a:t>
            </a:r>
            <a:r>
              <a:rPr lang="en-IN" sz="1600" dirty="0" err="1">
                <a:solidFill>
                  <a:schemeClr val="bg1"/>
                </a:solidFill>
              </a:rPr>
              <a:t>ArrayList</a:t>
            </a:r>
            <a:r>
              <a:rPr lang="en-IN" sz="1600" dirty="0">
                <a:solidFill>
                  <a:schemeClr val="bg1"/>
                </a:solidFill>
              </a:rPr>
              <a:t>&lt;&gt;();</a:t>
            </a:r>
          </a:p>
          <a:p>
            <a:pPr marL="0" indent="0">
              <a:buNone/>
            </a:pPr>
            <a:endParaRPr lang="en-IN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600" dirty="0" err="1">
                <a:solidFill>
                  <a:schemeClr val="bg1"/>
                </a:solidFill>
              </a:rPr>
              <a:t>addIntegers</a:t>
            </a:r>
            <a:r>
              <a:rPr lang="en-IN" sz="1600" dirty="0">
                <a:solidFill>
                  <a:schemeClr val="bg1"/>
                </a:solidFill>
              </a:rPr>
              <a:t>(list1);</a:t>
            </a:r>
          </a:p>
          <a:p>
            <a:pPr marL="0" indent="0">
              <a:buNone/>
            </a:pPr>
            <a:r>
              <a:rPr lang="en-IN" sz="1600" dirty="0" err="1">
                <a:solidFill>
                  <a:schemeClr val="bg1"/>
                </a:solidFill>
              </a:rPr>
              <a:t>addIntegers</a:t>
            </a:r>
            <a:r>
              <a:rPr lang="en-IN" sz="1600" dirty="0">
                <a:solidFill>
                  <a:schemeClr val="bg1"/>
                </a:solidFill>
              </a:rPr>
              <a:t>(list2);</a:t>
            </a:r>
          </a:p>
          <a:p>
            <a:pPr marL="0" indent="0">
              <a:buNone/>
            </a:pPr>
            <a:r>
              <a:rPr lang="en-IN" sz="1600" dirty="0" err="1">
                <a:solidFill>
                  <a:schemeClr val="bg1"/>
                </a:solidFill>
              </a:rPr>
              <a:t>addIntegers</a:t>
            </a:r>
            <a:r>
              <a:rPr lang="en-IN" sz="1600" dirty="0">
                <a:solidFill>
                  <a:schemeClr val="bg1"/>
                </a:solidFill>
              </a:rPr>
              <a:t>(list3);</a:t>
            </a:r>
          </a:p>
          <a:p>
            <a:pPr marL="0" indent="0">
              <a:buNone/>
            </a:pPr>
            <a:endParaRPr lang="en-IN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C2FB1-2BC6-9B4E-B44C-A962634466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5732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3D020-780C-C8B4-2603-F2CC9024C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0104E-ECDA-0DDA-7075-645F00A86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Bounded Wildcard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0751D-2192-0D4C-01FD-323F167502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1059445"/>
            <a:ext cx="11784691" cy="53765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Key Difference</a:t>
            </a:r>
          </a:p>
          <a:p>
            <a:pPr marL="0" indent="0">
              <a:buNone/>
            </a:pPr>
            <a:endParaRPr lang="en-IN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600" dirty="0">
              <a:solidFill>
                <a:schemeClr val="bg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D9C053C-5CF6-11A5-C95A-F69873EC63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5304002"/>
              </p:ext>
            </p:extLst>
          </p:nvPr>
        </p:nvGraphicFramePr>
        <p:xfrm>
          <a:off x="188669" y="1600200"/>
          <a:ext cx="10537947" cy="2719755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{284E427A-3D55-4303-BF80-6455036E1DE7}</a:tableStyleId>
              </a:tblPr>
              <a:tblGrid>
                <a:gridCol w="3512649">
                  <a:extLst>
                    <a:ext uri="{9D8B030D-6E8A-4147-A177-3AD203B41FA5}">
                      <a16:colId xmlns:a16="http://schemas.microsoft.com/office/drawing/2014/main" val="2404499694"/>
                    </a:ext>
                  </a:extLst>
                </a:gridCol>
                <a:gridCol w="3512649">
                  <a:extLst>
                    <a:ext uri="{9D8B030D-6E8A-4147-A177-3AD203B41FA5}">
                      <a16:colId xmlns:a16="http://schemas.microsoft.com/office/drawing/2014/main" val="2284968792"/>
                    </a:ext>
                  </a:extLst>
                </a:gridCol>
                <a:gridCol w="3512649">
                  <a:extLst>
                    <a:ext uri="{9D8B030D-6E8A-4147-A177-3AD203B41FA5}">
                      <a16:colId xmlns:a16="http://schemas.microsoft.com/office/drawing/2014/main" val="298656325"/>
                    </a:ext>
                  </a:extLst>
                </a:gridCol>
              </a:tblGrid>
              <a:tr h="543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? extends 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? super 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8444572"/>
                  </a:ext>
                </a:extLst>
              </a:tr>
              <a:tr h="543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Accepts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 and subclasses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 and </a:t>
                      </a:r>
                      <a:r>
                        <a:rPr lang="en-IN" dirty="0" err="1"/>
                        <a:t>superclasses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4392817"/>
                  </a:ext>
                </a:extLst>
              </a:tr>
              <a:tr h="543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Safe to Read 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Object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2590105"/>
                  </a:ext>
                </a:extLst>
              </a:tr>
              <a:tr h="543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Safe to Add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 (T or subclass)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4782372"/>
                  </a:ext>
                </a:extLst>
              </a:tr>
              <a:tr h="543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Used When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You only read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You mainly add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8804213"/>
                  </a:ext>
                </a:extLst>
              </a:tr>
            </a:tbl>
          </a:graphicData>
        </a:graphic>
      </p:graphicFrame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AA77C06-EDC0-981E-2781-81FAE074E7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57686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3EE96-48FC-C81C-00E6-752790535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Bounded Wildcard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224B53-B036-CF1A-CA81-72785F56C07A}"/>
              </a:ext>
            </a:extLst>
          </p:cNvPr>
          <p:cNvSpPr txBox="1"/>
          <p:nvPr/>
        </p:nvSpPr>
        <p:spPr>
          <a:xfrm>
            <a:off x="146538" y="920262"/>
            <a:ext cx="5539154" cy="5463034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500" dirty="0">
                <a:solidFill>
                  <a:schemeClr val="bg1"/>
                </a:solidFill>
              </a:rPr>
              <a:t>public class </a:t>
            </a:r>
            <a:r>
              <a:rPr lang="en-IN" sz="1500" dirty="0" err="1">
                <a:solidFill>
                  <a:schemeClr val="bg1"/>
                </a:solidFill>
              </a:rPr>
              <a:t>WildcardDemo</a:t>
            </a:r>
            <a:r>
              <a:rPr lang="en-IN" sz="1500" dirty="0">
                <a:solidFill>
                  <a:schemeClr val="bg1"/>
                </a:solidFill>
              </a:rPr>
              <a:t> {</a:t>
            </a:r>
          </a:p>
          <a:p>
            <a:endParaRPr lang="en-IN" sz="2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// Upper bounded wildcard — we only READ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public static void </a:t>
            </a:r>
            <a:r>
              <a:rPr lang="en-IN" sz="1500" dirty="0" err="1">
                <a:solidFill>
                  <a:schemeClr val="bg1"/>
                </a:solidFill>
              </a:rPr>
              <a:t>printNumbers</a:t>
            </a:r>
            <a:r>
              <a:rPr lang="en-IN" sz="1500" dirty="0">
                <a:solidFill>
                  <a:schemeClr val="bg1"/>
                </a:solidFill>
              </a:rPr>
              <a:t>(List&lt;? extends Number&gt; list) {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System.out.println</a:t>
            </a:r>
            <a:r>
              <a:rPr lang="en-IN" sz="1500" dirty="0">
                <a:solidFill>
                  <a:schemeClr val="bg1"/>
                </a:solidFill>
              </a:rPr>
              <a:t>("Printing numbers:");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for (Number n : list) {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</a:t>
            </a:r>
            <a:r>
              <a:rPr lang="en-IN" sz="1500" dirty="0" err="1">
                <a:solidFill>
                  <a:schemeClr val="bg1"/>
                </a:solidFill>
              </a:rPr>
              <a:t>System.out.println</a:t>
            </a:r>
            <a:r>
              <a:rPr lang="en-IN" sz="1500" dirty="0">
                <a:solidFill>
                  <a:schemeClr val="bg1"/>
                </a:solidFill>
              </a:rPr>
              <a:t>(n);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}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// </a:t>
            </a:r>
            <a:r>
              <a:rPr lang="en-IN" sz="1500" dirty="0" err="1">
                <a:solidFill>
                  <a:schemeClr val="bg1"/>
                </a:solidFill>
              </a:rPr>
              <a:t>list.add</a:t>
            </a:r>
            <a:r>
              <a:rPr lang="en-IN" sz="1500" dirty="0">
                <a:solidFill>
                  <a:schemeClr val="bg1"/>
                </a:solidFill>
              </a:rPr>
              <a:t>(100); // Compile-time error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}</a:t>
            </a:r>
          </a:p>
          <a:p>
            <a:endParaRPr lang="en-IN" sz="2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// Lower bounded wildcard — we ADD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public static void </a:t>
            </a:r>
            <a:r>
              <a:rPr lang="en-IN" sz="1500" dirty="0" err="1">
                <a:solidFill>
                  <a:schemeClr val="bg1"/>
                </a:solidFill>
              </a:rPr>
              <a:t>addIntegers</a:t>
            </a:r>
            <a:r>
              <a:rPr lang="en-IN" sz="1500" dirty="0">
                <a:solidFill>
                  <a:schemeClr val="bg1"/>
                </a:solidFill>
              </a:rPr>
              <a:t>(List&lt;? super Integer&gt; list) {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System.out.println</a:t>
            </a:r>
            <a:r>
              <a:rPr lang="en-IN" sz="1500" dirty="0">
                <a:solidFill>
                  <a:schemeClr val="bg1"/>
                </a:solidFill>
              </a:rPr>
              <a:t>("Adding integers:");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list.add</a:t>
            </a:r>
            <a:r>
              <a:rPr lang="en-IN" sz="1500" dirty="0">
                <a:solidFill>
                  <a:schemeClr val="bg1"/>
                </a:solidFill>
              </a:rPr>
              <a:t>(10);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list.add</a:t>
            </a:r>
            <a:r>
              <a:rPr lang="en-IN" sz="1500" dirty="0">
                <a:solidFill>
                  <a:schemeClr val="bg1"/>
                </a:solidFill>
              </a:rPr>
              <a:t>(20);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list.add</a:t>
            </a:r>
            <a:r>
              <a:rPr lang="en-IN" sz="1500" dirty="0">
                <a:solidFill>
                  <a:schemeClr val="bg1"/>
                </a:solidFill>
              </a:rPr>
              <a:t>(30);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1500" dirty="0">
                <a:solidFill>
                  <a:schemeClr val="bg1"/>
                </a:solidFill>
              </a:rPr>
              <a:t>public static void main(String[] </a:t>
            </a:r>
            <a:r>
              <a:rPr lang="en-IN" sz="1500" dirty="0" err="1">
                <a:solidFill>
                  <a:schemeClr val="bg1"/>
                </a:solidFill>
              </a:rPr>
              <a:t>args</a:t>
            </a:r>
            <a:r>
              <a:rPr lang="en-IN" sz="1500" dirty="0">
                <a:solidFill>
                  <a:schemeClr val="bg1"/>
                </a:solidFill>
              </a:rPr>
              <a:t>) {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// Lists for testing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List&lt;Integer&gt; </a:t>
            </a:r>
            <a:r>
              <a:rPr lang="en-IN" sz="1500" dirty="0" err="1">
                <a:solidFill>
                  <a:schemeClr val="bg1"/>
                </a:solidFill>
              </a:rPr>
              <a:t>intList</a:t>
            </a:r>
            <a:r>
              <a:rPr lang="en-IN" sz="1500" dirty="0">
                <a:solidFill>
                  <a:schemeClr val="bg1"/>
                </a:solidFill>
              </a:rPr>
              <a:t> = new </a:t>
            </a:r>
            <a:r>
              <a:rPr lang="en-IN" sz="1500" dirty="0" err="1">
                <a:solidFill>
                  <a:schemeClr val="bg1"/>
                </a:solidFill>
              </a:rPr>
              <a:t>ArrayList</a:t>
            </a:r>
            <a:r>
              <a:rPr lang="en-IN" sz="1500" dirty="0">
                <a:solidFill>
                  <a:schemeClr val="bg1"/>
                </a:solidFill>
              </a:rPr>
              <a:t>&lt;&gt;();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List&lt;Double&gt; </a:t>
            </a:r>
            <a:r>
              <a:rPr lang="en-IN" sz="1500" dirty="0" err="1">
                <a:solidFill>
                  <a:schemeClr val="bg1"/>
                </a:solidFill>
              </a:rPr>
              <a:t>doubleList</a:t>
            </a:r>
            <a:r>
              <a:rPr lang="en-IN" sz="1500" dirty="0">
                <a:solidFill>
                  <a:schemeClr val="bg1"/>
                </a:solidFill>
              </a:rPr>
              <a:t> = new </a:t>
            </a:r>
            <a:r>
              <a:rPr lang="en-IN" sz="1500" dirty="0" err="1">
                <a:solidFill>
                  <a:schemeClr val="bg1"/>
                </a:solidFill>
              </a:rPr>
              <a:t>ArrayList</a:t>
            </a:r>
            <a:r>
              <a:rPr lang="en-IN" sz="1500" dirty="0">
                <a:solidFill>
                  <a:schemeClr val="bg1"/>
                </a:solidFill>
              </a:rPr>
              <a:t>&lt;&gt;();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List&lt;Number&gt; </a:t>
            </a:r>
            <a:r>
              <a:rPr lang="en-IN" sz="1500" dirty="0" err="1">
                <a:solidFill>
                  <a:schemeClr val="bg1"/>
                </a:solidFill>
              </a:rPr>
              <a:t>numberList</a:t>
            </a:r>
            <a:r>
              <a:rPr lang="en-IN" sz="1500" dirty="0">
                <a:solidFill>
                  <a:schemeClr val="bg1"/>
                </a:solidFill>
              </a:rPr>
              <a:t> = new </a:t>
            </a:r>
            <a:r>
              <a:rPr lang="en-IN" sz="1500" dirty="0" err="1">
                <a:solidFill>
                  <a:schemeClr val="bg1"/>
                </a:solidFill>
              </a:rPr>
              <a:t>ArrayList</a:t>
            </a:r>
            <a:r>
              <a:rPr lang="en-IN" sz="1500" dirty="0">
                <a:solidFill>
                  <a:schemeClr val="bg1"/>
                </a:solidFill>
              </a:rPr>
              <a:t>&lt;&gt;();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List&lt;Object&gt; </a:t>
            </a:r>
            <a:r>
              <a:rPr lang="en-IN" sz="1500" dirty="0" err="1">
                <a:solidFill>
                  <a:schemeClr val="bg1"/>
                </a:solidFill>
              </a:rPr>
              <a:t>objectList</a:t>
            </a:r>
            <a:r>
              <a:rPr lang="en-IN" sz="1500" dirty="0">
                <a:solidFill>
                  <a:schemeClr val="bg1"/>
                </a:solidFill>
              </a:rPr>
              <a:t> = new </a:t>
            </a:r>
            <a:r>
              <a:rPr lang="en-IN" sz="1500" dirty="0" err="1">
                <a:solidFill>
                  <a:schemeClr val="bg1"/>
                </a:solidFill>
              </a:rPr>
              <a:t>ArrayList</a:t>
            </a:r>
            <a:r>
              <a:rPr lang="en-IN" sz="1500" dirty="0">
                <a:solidFill>
                  <a:schemeClr val="bg1"/>
                </a:solidFill>
              </a:rPr>
              <a:t>&lt;&gt;();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F938E4-4372-9CE1-68BC-B8A9267CC274}"/>
              </a:ext>
            </a:extLst>
          </p:cNvPr>
          <p:cNvSpPr txBox="1"/>
          <p:nvPr/>
        </p:nvSpPr>
        <p:spPr>
          <a:xfrm>
            <a:off x="6207368" y="920262"/>
            <a:ext cx="5539154" cy="5293757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500" dirty="0">
                <a:solidFill>
                  <a:schemeClr val="bg1"/>
                </a:solidFill>
              </a:rPr>
              <a:t> </a:t>
            </a:r>
            <a:r>
              <a:rPr lang="en-IN" sz="1500" dirty="0" err="1">
                <a:solidFill>
                  <a:schemeClr val="bg1"/>
                </a:solidFill>
              </a:rPr>
              <a:t>intList.add</a:t>
            </a:r>
            <a:r>
              <a:rPr lang="en-IN" sz="1500" dirty="0">
                <a:solidFill>
                  <a:schemeClr val="bg1"/>
                </a:solidFill>
              </a:rPr>
              <a:t>(1);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intList.add</a:t>
            </a:r>
            <a:r>
              <a:rPr lang="en-IN" sz="1500" dirty="0">
                <a:solidFill>
                  <a:schemeClr val="bg1"/>
                </a:solidFill>
              </a:rPr>
              <a:t>(2);</a:t>
            </a:r>
          </a:p>
          <a:p>
            <a:endParaRPr lang="en-IN" sz="2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doubleList.add</a:t>
            </a:r>
            <a:r>
              <a:rPr lang="en-IN" sz="1500" dirty="0">
                <a:solidFill>
                  <a:schemeClr val="bg1"/>
                </a:solidFill>
              </a:rPr>
              <a:t>(5.5);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doubleList.add</a:t>
            </a:r>
            <a:r>
              <a:rPr lang="en-IN" sz="1500" dirty="0">
                <a:solidFill>
                  <a:schemeClr val="bg1"/>
                </a:solidFill>
              </a:rPr>
              <a:t>(6.6);</a:t>
            </a:r>
          </a:p>
          <a:p>
            <a:endParaRPr lang="en-IN" sz="2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numberList.add</a:t>
            </a:r>
            <a:r>
              <a:rPr lang="en-IN" sz="1500" dirty="0">
                <a:solidFill>
                  <a:schemeClr val="bg1"/>
                </a:solidFill>
              </a:rPr>
              <a:t>(100);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numberList.add</a:t>
            </a:r>
            <a:r>
              <a:rPr lang="en-IN" sz="1500" dirty="0">
                <a:solidFill>
                  <a:schemeClr val="bg1"/>
                </a:solidFill>
              </a:rPr>
              <a:t>(200.5);</a:t>
            </a:r>
          </a:p>
          <a:p>
            <a:endParaRPr lang="en-IN" sz="2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  // --- Using Upper Bounded Wildcard ---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printNumbers</a:t>
            </a:r>
            <a:r>
              <a:rPr lang="en-IN" sz="1500" dirty="0">
                <a:solidFill>
                  <a:schemeClr val="bg1"/>
                </a:solidFill>
              </a:rPr>
              <a:t>(</a:t>
            </a:r>
            <a:r>
              <a:rPr lang="en-IN" sz="1500" dirty="0" err="1">
                <a:solidFill>
                  <a:schemeClr val="bg1"/>
                </a:solidFill>
              </a:rPr>
              <a:t>intList</a:t>
            </a:r>
            <a:r>
              <a:rPr lang="en-IN" sz="1500" dirty="0">
                <a:solidFill>
                  <a:schemeClr val="bg1"/>
                </a:solidFill>
              </a:rPr>
              <a:t>);      // Integer is a subclass of Number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printNumbers</a:t>
            </a:r>
            <a:r>
              <a:rPr lang="en-IN" sz="1500" dirty="0">
                <a:solidFill>
                  <a:schemeClr val="bg1"/>
                </a:solidFill>
              </a:rPr>
              <a:t>(</a:t>
            </a:r>
            <a:r>
              <a:rPr lang="en-IN" sz="1500" dirty="0" err="1">
                <a:solidFill>
                  <a:schemeClr val="bg1"/>
                </a:solidFill>
              </a:rPr>
              <a:t>doubleList</a:t>
            </a:r>
            <a:r>
              <a:rPr lang="en-IN" sz="1500" dirty="0">
                <a:solidFill>
                  <a:schemeClr val="bg1"/>
                </a:solidFill>
              </a:rPr>
              <a:t>);   // Double is a subclass of Number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printNumbers</a:t>
            </a:r>
            <a:r>
              <a:rPr lang="en-IN" sz="1500" dirty="0">
                <a:solidFill>
                  <a:schemeClr val="bg1"/>
                </a:solidFill>
              </a:rPr>
              <a:t>(</a:t>
            </a:r>
            <a:r>
              <a:rPr lang="en-IN" sz="1500" dirty="0" err="1">
                <a:solidFill>
                  <a:schemeClr val="bg1"/>
                </a:solidFill>
              </a:rPr>
              <a:t>numberList</a:t>
            </a:r>
            <a:r>
              <a:rPr lang="en-IN" sz="1500" dirty="0">
                <a:solidFill>
                  <a:schemeClr val="bg1"/>
                </a:solidFill>
              </a:rPr>
              <a:t>);   // Number itself</a:t>
            </a:r>
          </a:p>
          <a:p>
            <a:endParaRPr lang="en-IN" sz="2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  // --- Using Lower Bounded Wildcard ---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addIntegers</a:t>
            </a:r>
            <a:r>
              <a:rPr lang="en-IN" sz="1500" dirty="0">
                <a:solidFill>
                  <a:schemeClr val="bg1"/>
                </a:solidFill>
              </a:rPr>
              <a:t>(</a:t>
            </a:r>
            <a:r>
              <a:rPr lang="en-IN" sz="1500" dirty="0" err="1">
                <a:solidFill>
                  <a:schemeClr val="bg1"/>
                </a:solidFill>
              </a:rPr>
              <a:t>intList</a:t>
            </a:r>
            <a:r>
              <a:rPr lang="en-IN" sz="1500" dirty="0">
                <a:solidFill>
                  <a:schemeClr val="bg1"/>
                </a:solidFill>
              </a:rPr>
              <a:t>);       // Integer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addIntegers</a:t>
            </a:r>
            <a:r>
              <a:rPr lang="en-IN" sz="1500" dirty="0">
                <a:solidFill>
                  <a:schemeClr val="bg1"/>
                </a:solidFill>
              </a:rPr>
              <a:t>(</a:t>
            </a:r>
            <a:r>
              <a:rPr lang="en-IN" sz="1500" dirty="0" err="1">
                <a:solidFill>
                  <a:schemeClr val="bg1"/>
                </a:solidFill>
              </a:rPr>
              <a:t>numberList</a:t>
            </a:r>
            <a:r>
              <a:rPr lang="en-IN" sz="1500" dirty="0">
                <a:solidFill>
                  <a:schemeClr val="bg1"/>
                </a:solidFill>
              </a:rPr>
              <a:t>);    // Number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addIntegers</a:t>
            </a:r>
            <a:r>
              <a:rPr lang="en-IN" sz="1500" dirty="0">
                <a:solidFill>
                  <a:schemeClr val="bg1"/>
                </a:solidFill>
              </a:rPr>
              <a:t>(</a:t>
            </a:r>
            <a:r>
              <a:rPr lang="en-IN" sz="1500" dirty="0" err="1">
                <a:solidFill>
                  <a:schemeClr val="bg1"/>
                </a:solidFill>
              </a:rPr>
              <a:t>objectList</a:t>
            </a:r>
            <a:r>
              <a:rPr lang="en-IN" sz="1500" dirty="0">
                <a:solidFill>
                  <a:schemeClr val="bg1"/>
                </a:solidFill>
              </a:rPr>
              <a:t>);    // Object</a:t>
            </a:r>
          </a:p>
          <a:p>
            <a:endParaRPr lang="en-IN" sz="2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System.out.println</a:t>
            </a:r>
            <a:r>
              <a:rPr lang="en-IN" sz="1500" dirty="0">
                <a:solidFill>
                  <a:schemeClr val="bg1"/>
                </a:solidFill>
              </a:rPr>
              <a:t>("\</a:t>
            </a:r>
            <a:r>
              <a:rPr lang="en-IN" sz="1500" dirty="0" err="1">
                <a:solidFill>
                  <a:schemeClr val="bg1"/>
                </a:solidFill>
              </a:rPr>
              <a:t>nAfter</a:t>
            </a:r>
            <a:r>
              <a:rPr lang="en-IN" sz="1500" dirty="0">
                <a:solidFill>
                  <a:schemeClr val="bg1"/>
                </a:solidFill>
              </a:rPr>
              <a:t> adding integers:");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System.out.println</a:t>
            </a:r>
            <a:r>
              <a:rPr lang="en-IN" sz="1500" dirty="0">
                <a:solidFill>
                  <a:schemeClr val="bg1"/>
                </a:solidFill>
              </a:rPr>
              <a:t>("</a:t>
            </a:r>
            <a:r>
              <a:rPr lang="en-IN" sz="1500" dirty="0" err="1">
                <a:solidFill>
                  <a:schemeClr val="bg1"/>
                </a:solidFill>
              </a:rPr>
              <a:t>intList</a:t>
            </a:r>
            <a:r>
              <a:rPr lang="en-IN" sz="1500" dirty="0">
                <a:solidFill>
                  <a:schemeClr val="bg1"/>
                </a:solidFill>
              </a:rPr>
              <a:t>: " + </a:t>
            </a:r>
            <a:r>
              <a:rPr lang="en-IN" sz="1500" dirty="0" err="1">
                <a:solidFill>
                  <a:schemeClr val="bg1"/>
                </a:solidFill>
              </a:rPr>
              <a:t>intList</a:t>
            </a:r>
            <a:r>
              <a:rPr lang="en-IN" sz="1500" dirty="0">
                <a:solidFill>
                  <a:schemeClr val="bg1"/>
                </a:solidFill>
              </a:rPr>
              <a:t>);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System.out.println</a:t>
            </a:r>
            <a:r>
              <a:rPr lang="en-IN" sz="1500" dirty="0">
                <a:solidFill>
                  <a:schemeClr val="bg1"/>
                </a:solidFill>
              </a:rPr>
              <a:t>("</a:t>
            </a:r>
            <a:r>
              <a:rPr lang="en-IN" sz="1500" dirty="0" err="1">
                <a:solidFill>
                  <a:schemeClr val="bg1"/>
                </a:solidFill>
              </a:rPr>
              <a:t>numberList</a:t>
            </a:r>
            <a:r>
              <a:rPr lang="en-IN" sz="1500" dirty="0">
                <a:solidFill>
                  <a:schemeClr val="bg1"/>
                </a:solidFill>
              </a:rPr>
              <a:t>: " + </a:t>
            </a:r>
            <a:r>
              <a:rPr lang="en-IN" sz="1500" dirty="0" err="1">
                <a:solidFill>
                  <a:schemeClr val="bg1"/>
                </a:solidFill>
              </a:rPr>
              <a:t>numberList</a:t>
            </a:r>
            <a:r>
              <a:rPr lang="en-IN" sz="1500" dirty="0">
                <a:solidFill>
                  <a:schemeClr val="bg1"/>
                </a:solidFill>
              </a:rPr>
              <a:t>);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System.out.println</a:t>
            </a:r>
            <a:r>
              <a:rPr lang="en-IN" sz="1500" dirty="0">
                <a:solidFill>
                  <a:schemeClr val="bg1"/>
                </a:solidFill>
              </a:rPr>
              <a:t>("</a:t>
            </a:r>
            <a:r>
              <a:rPr lang="en-IN" sz="1500" dirty="0" err="1">
                <a:solidFill>
                  <a:schemeClr val="bg1"/>
                </a:solidFill>
              </a:rPr>
              <a:t>objectList</a:t>
            </a:r>
            <a:r>
              <a:rPr lang="en-IN" sz="1500" dirty="0">
                <a:solidFill>
                  <a:schemeClr val="bg1"/>
                </a:solidFill>
              </a:rPr>
              <a:t>: " + </a:t>
            </a:r>
            <a:r>
              <a:rPr lang="en-IN" sz="1500" dirty="0" err="1">
                <a:solidFill>
                  <a:schemeClr val="bg1"/>
                </a:solidFill>
              </a:rPr>
              <a:t>objectList</a:t>
            </a:r>
            <a:r>
              <a:rPr lang="en-IN" sz="1500" dirty="0">
                <a:solidFill>
                  <a:schemeClr val="bg1"/>
                </a:solidFill>
              </a:rPr>
              <a:t>);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}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BED0C17F-1297-070C-F4B2-80EAC3BEF9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64343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AF1F8-E09E-EEFD-DCDD-ED3EFECA0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Bauhaus 93" panose="04030905020B02020C02" pitchFamily="82" charset="0"/>
              </a:rPr>
              <a:t>Thank you!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F2CC60C-CCCA-D126-A44D-7042E9DE44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3366522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1140</TotalTime>
  <Words>2123</Words>
  <Application>Microsoft Office PowerPoint</Application>
  <PresentationFormat>Widescreen</PresentationFormat>
  <Paragraphs>350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Agency FB</vt:lpstr>
      <vt:lpstr>Aptos</vt:lpstr>
      <vt:lpstr>Arial</vt:lpstr>
      <vt:lpstr>Arial Black</vt:lpstr>
      <vt:lpstr>Bauhaus 93</vt:lpstr>
      <vt:lpstr>Trebuchet MS</vt:lpstr>
      <vt:lpstr>Berlin</vt:lpstr>
      <vt:lpstr>&lt;ai/&gt; &lt;IQ/&gt; LABS</vt:lpstr>
      <vt:lpstr>Generics {Agenda}</vt:lpstr>
      <vt:lpstr>Generics &amp; Type Safety</vt:lpstr>
      <vt:lpstr>Generics &amp; Type Safety</vt:lpstr>
      <vt:lpstr>Generics &amp; Collections</vt:lpstr>
      <vt:lpstr>Generics &amp; Collections</vt:lpstr>
      <vt:lpstr>Generic Class</vt:lpstr>
      <vt:lpstr>Generic Method</vt:lpstr>
      <vt:lpstr>Generic Interface</vt:lpstr>
      <vt:lpstr>Bounded Type</vt:lpstr>
      <vt:lpstr>Bounded Type {upper bound}</vt:lpstr>
      <vt:lpstr>Bounded Type {multiple bound}</vt:lpstr>
      <vt:lpstr>Bounded Type {method bound}</vt:lpstr>
      <vt:lpstr>Bounded Wildcard</vt:lpstr>
      <vt:lpstr>Bounded Wildcard</vt:lpstr>
      <vt:lpstr>Bounded Wildcard</vt:lpstr>
      <vt:lpstr>Bounded Wildcard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Slick Ark</dc:creator>
  <cp:lastModifiedBy>Slick Ark</cp:lastModifiedBy>
  <cp:revision>246</cp:revision>
  <dcterms:created xsi:type="dcterms:W3CDTF">2026-02-04T04:23:12Z</dcterms:created>
  <dcterms:modified xsi:type="dcterms:W3CDTF">2026-02-09T04:24:07Z</dcterms:modified>
</cp:coreProperties>
</file>