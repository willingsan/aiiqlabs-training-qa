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 r:id="rId2"/>
    <p:sldId id="258" r:id="rId3"/>
    <p:sldId id="259" r:id="rId4"/>
    <p:sldId id="265" r:id="rId5"/>
    <p:sldId id="267" r:id="rId6"/>
    <p:sldId id="268" r:id="rId7"/>
    <p:sldId id="266" r:id="rId8"/>
    <p:sldId id="260" r:id="rId9"/>
    <p:sldId id="269" r:id="rId10"/>
    <p:sldId id="270" r:id="rId11"/>
    <p:sldId id="271" r:id="rId12"/>
    <p:sldId id="272" r:id="rId13"/>
    <p:sldId id="273" r:id="rId14"/>
    <p:sldId id="274" r:id="rId15"/>
    <p:sldId id="275" r:id="rId16"/>
    <p:sldId id="276" r:id="rId17"/>
    <p:sldId id="277" r:id="rId18"/>
    <p:sldId id="279" r:id="rId19"/>
    <p:sldId id="280" r:id="rId20"/>
    <p:sldId id="284" r:id="rId21"/>
    <p:sldId id="281" r:id="rId22"/>
    <p:sldId id="283" r:id="rId23"/>
    <p:sldId id="282" r:id="rId24"/>
    <p:sldId id="286" r:id="rId25"/>
    <p:sldId id="285" r:id="rId26"/>
    <p:sldId id="287"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47" autoAdjust="0"/>
    <p:restoredTop sz="94660"/>
  </p:normalViewPr>
  <p:slideViewPr>
    <p:cSldViewPr snapToGrid="0">
      <p:cViewPr>
        <p:scale>
          <a:sx n="90" d="100"/>
          <a:sy n="90" d="100"/>
        </p:scale>
        <p:origin x="189" y="1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969DC-181F-4921-8B5F-0EF62F4CE89E}" type="doc">
      <dgm:prSet loTypeId="urn:microsoft.com/office/officeart/2005/8/layout/target3" loCatId="list" qsTypeId="urn:microsoft.com/office/officeart/2005/8/quickstyle/simple5" qsCatId="simple" csTypeId="urn:microsoft.com/office/officeart/2005/8/colors/accent1_2" csCatId="accent1" phldr="1"/>
      <dgm:spPr/>
      <dgm:t>
        <a:bodyPr/>
        <a:lstStyle/>
        <a:p>
          <a:endParaRPr lang="en-IN"/>
        </a:p>
      </dgm:t>
    </dgm:pt>
    <dgm:pt modelId="{BF07259D-CC92-40A2-B71A-EC53F9211F9A}">
      <dgm:prSet phldrT="[Text]" phldr="0" custT="1"/>
      <dgm:spPr/>
      <dgm:t>
        <a:bodyPr tIns="180000"/>
        <a:lstStyle/>
        <a:p>
          <a:pPr algn="l"/>
          <a:r>
            <a:rPr lang="en-IN" sz="3200" dirty="0"/>
            <a:t>Inheritance</a:t>
          </a:r>
        </a:p>
      </dgm:t>
    </dgm:pt>
    <dgm:pt modelId="{CDA5EB07-4899-4932-BD18-04FBCCD240D5}" type="parTrans" cxnId="{7C5D232D-E9B4-4960-B9C9-71A7B8F558DB}">
      <dgm:prSet/>
      <dgm:spPr/>
      <dgm:t>
        <a:bodyPr/>
        <a:lstStyle/>
        <a:p>
          <a:endParaRPr lang="en-IN"/>
        </a:p>
      </dgm:t>
    </dgm:pt>
    <dgm:pt modelId="{0B90EAA4-646A-462C-BE6B-22BCE114692F}" type="sibTrans" cxnId="{7C5D232D-E9B4-4960-B9C9-71A7B8F558DB}">
      <dgm:prSet/>
      <dgm:spPr/>
      <dgm:t>
        <a:bodyPr/>
        <a:lstStyle/>
        <a:p>
          <a:endParaRPr lang="en-IN"/>
        </a:p>
      </dgm:t>
    </dgm:pt>
    <dgm:pt modelId="{29513CEE-C872-4255-A290-C4BDE6E5CDB4}">
      <dgm:prSet phldrT="[Text]" phldr="0" custT="1"/>
      <dgm:spPr/>
      <dgm:t>
        <a:bodyPr tIns="180000" bIns="180000"/>
        <a:lstStyle/>
        <a:p>
          <a:pPr algn="l"/>
          <a:r>
            <a:rPr lang="en-IN" sz="3200"/>
            <a:t>Polymorphism</a:t>
          </a:r>
          <a:endParaRPr lang="en-IN" sz="3200" dirty="0"/>
        </a:p>
      </dgm:t>
    </dgm:pt>
    <dgm:pt modelId="{92813842-A6E0-423F-864C-7A4FE3BBE7AA}" type="parTrans" cxnId="{1DB5F0D3-C7E7-4977-A2B2-0078BCE78EFC}">
      <dgm:prSet/>
      <dgm:spPr/>
      <dgm:t>
        <a:bodyPr/>
        <a:lstStyle/>
        <a:p>
          <a:endParaRPr lang="en-IN"/>
        </a:p>
      </dgm:t>
    </dgm:pt>
    <dgm:pt modelId="{DE6A4B1D-F319-4794-8014-0FFD2623E4CB}" type="sibTrans" cxnId="{1DB5F0D3-C7E7-4977-A2B2-0078BCE78EFC}">
      <dgm:prSet/>
      <dgm:spPr/>
      <dgm:t>
        <a:bodyPr/>
        <a:lstStyle/>
        <a:p>
          <a:endParaRPr lang="en-IN"/>
        </a:p>
      </dgm:t>
    </dgm:pt>
    <dgm:pt modelId="{870B91A1-7977-4CE3-B27C-6AE86C41D6F9}">
      <dgm:prSet phldrT="[Text]" phldr="0" custT="1"/>
      <dgm:spPr/>
      <dgm:t>
        <a:bodyPr tIns="180000" bIns="180000"/>
        <a:lstStyle/>
        <a:p>
          <a:pPr algn="l"/>
          <a:r>
            <a:rPr lang="en-IN" sz="3200"/>
            <a:t>Abstraction</a:t>
          </a:r>
          <a:endParaRPr lang="en-IN" sz="3200" dirty="0"/>
        </a:p>
      </dgm:t>
    </dgm:pt>
    <dgm:pt modelId="{4868F0FF-0A7D-4007-80CE-5DC4ED195136}" type="parTrans" cxnId="{6BD3B303-D7CC-40D7-88A1-7989F3A107CC}">
      <dgm:prSet/>
      <dgm:spPr/>
      <dgm:t>
        <a:bodyPr/>
        <a:lstStyle/>
        <a:p>
          <a:endParaRPr lang="en-IN"/>
        </a:p>
      </dgm:t>
    </dgm:pt>
    <dgm:pt modelId="{E7DBC3EA-52F7-4308-A19A-2140A9695EF9}" type="sibTrans" cxnId="{6BD3B303-D7CC-40D7-88A1-7989F3A107CC}">
      <dgm:prSet/>
      <dgm:spPr/>
      <dgm:t>
        <a:bodyPr/>
        <a:lstStyle/>
        <a:p>
          <a:endParaRPr lang="en-IN"/>
        </a:p>
      </dgm:t>
    </dgm:pt>
    <dgm:pt modelId="{2DAA2E28-82F9-43B0-83B3-950D45CBCD13}">
      <dgm:prSet phldrT="[Text]" phldr="0" custT="1"/>
      <dgm:spPr/>
      <dgm:t>
        <a:bodyPr tIns="180000" bIns="180000"/>
        <a:lstStyle/>
        <a:p>
          <a:pPr algn="l"/>
          <a:r>
            <a:rPr lang="en-IN" sz="3200"/>
            <a:t>Encapsulation</a:t>
          </a:r>
          <a:endParaRPr lang="en-IN" sz="3200" dirty="0"/>
        </a:p>
      </dgm:t>
    </dgm:pt>
    <dgm:pt modelId="{BB7DED97-54F9-4440-8108-BD0725F21F49}" type="parTrans" cxnId="{98AF5D4E-A359-4429-9096-3AFBCBD70C8F}">
      <dgm:prSet/>
      <dgm:spPr/>
      <dgm:t>
        <a:bodyPr/>
        <a:lstStyle/>
        <a:p>
          <a:endParaRPr lang="en-IN"/>
        </a:p>
      </dgm:t>
    </dgm:pt>
    <dgm:pt modelId="{907E4130-5DC0-4105-A3CE-388E04D15B98}" type="sibTrans" cxnId="{98AF5D4E-A359-4429-9096-3AFBCBD70C8F}">
      <dgm:prSet/>
      <dgm:spPr/>
      <dgm:t>
        <a:bodyPr/>
        <a:lstStyle/>
        <a:p>
          <a:endParaRPr lang="en-IN"/>
        </a:p>
      </dgm:t>
    </dgm:pt>
    <dgm:pt modelId="{DAFD03EE-4AA8-410E-82C6-45C1952E775A}">
      <dgm:prSet phldrT="[Text]" phldr="0" custT="1"/>
      <dgm:spPr/>
      <dgm:t>
        <a:bodyPr tIns="180000" bIns="180000"/>
        <a:lstStyle/>
        <a:p>
          <a:pPr algn="l"/>
          <a:r>
            <a:rPr lang="en-IN" sz="3200"/>
            <a:t>Interfaces vs Abstract Classes</a:t>
          </a:r>
          <a:endParaRPr lang="en-IN" sz="3200" dirty="0"/>
        </a:p>
      </dgm:t>
    </dgm:pt>
    <dgm:pt modelId="{32CDFF8D-66C6-42BC-AFB4-A5CB23575B0D}" type="parTrans" cxnId="{03E69AFC-DD79-4A18-92EF-F42B43221775}">
      <dgm:prSet/>
      <dgm:spPr/>
      <dgm:t>
        <a:bodyPr/>
        <a:lstStyle/>
        <a:p>
          <a:endParaRPr lang="en-IN"/>
        </a:p>
      </dgm:t>
    </dgm:pt>
    <dgm:pt modelId="{A7583725-F19B-4BCB-947F-452B135B48AD}" type="sibTrans" cxnId="{03E69AFC-DD79-4A18-92EF-F42B43221775}">
      <dgm:prSet/>
      <dgm:spPr/>
      <dgm:t>
        <a:bodyPr/>
        <a:lstStyle/>
        <a:p>
          <a:endParaRPr lang="en-IN"/>
        </a:p>
      </dgm:t>
    </dgm:pt>
    <dgm:pt modelId="{79FD3949-F916-40B1-B26E-7352F762B0F4}">
      <dgm:prSet phldrT="[Text]" phldr="0" custT="1"/>
      <dgm:spPr/>
      <dgm:t>
        <a:bodyPr tIns="180000" bIns="180000"/>
        <a:lstStyle/>
        <a:p>
          <a:pPr algn="l"/>
          <a:r>
            <a:rPr lang="en-IN" sz="3200"/>
            <a:t>Composition</a:t>
          </a:r>
          <a:endParaRPr lang="en-IN" sz="3200" dirty="0"/>
        </a:p>
      </dgm:t>
    </dgm:pt>
    <dgm:pt modelId="{4AA80D73-9F4E-4941-89F3-773E4FE9482F}" type="parTrans" cxnId="{7380166B-3FF4-40F9-AE72-7B34483A8375}">
      <dgm:prSet/>
      <dgm:spPr/>
      <dgm:t>
        <a:bodyPr/>
        <a:lstStyle/>
        <a:p>
          <a:endParaRPr lang="en-IN"/>
        </a:p>
      </dgm:t>
    </dgm:pt>
    <dgm:pt modelId="{8F0F8927-7E30-4498-998B-B1743346D32B}" type="sibTrans" cxnId="{7380166B-3FF4-40F9-AE72-7B34483A8375}">
      <dgm:prSet/>
      <dgm:spPr/>
      <dgm:t>
        <a:bodyPr/>
        <a:lstStyle/>
        <a:p>
          <a:endParaRPr lang="en-IN"/>
        </a:p>
      </dgm:t>
    </dgm:pt>
    <dgm:pt modelId="{DE860416-E6AE-46B5-862B-CD2595D1ACD2}" type="pres">
      <dgm:prSet presAssocID="{6BD969DC-181F-4921-8B5F-0EF62F4CE89E}" presName="Name0" presStyleCnt="0">
        <dgm:presLayoutVars>
          <dgm:chMax val="7"/>
          <dgm:dir/>
          <dgm:animLvl val="lvl"/>
          <dgm:resizeHandles val="exact"/>
        </dgm:presLayoutVars>
      </dgm:prSet>
      <dgm:spPr/>
    </dgm:pt>
    <dgm:pt modelId="{DD66BBEE-7F67-4E6F-A56A-94C435C76A0E}" type="pres">
      <dgm:prSet presAssocID="{BF07259D-CC92-40A2-B71A-EC53F9211F9A}" presName="circle1" presStyleLbl="node1" presStyleIdx="0" presStyleCnt="6"/>
      <dgm:spPr/>
    </dgm:pt>
    <dgm:pt modelId="{FDE74903-F762-4C18-A9EA-82E9B3622505}" type="pres">
      <dgm:prSet presAssocID="{BF07259D-CC92-40A2-B71A-EC53F9211F9A}" presName="space" presStyleCnt="0"/>
      <dgm:spPr/>
    </dgm:pt>
    <dgm:pt modelId="{7340E5E1-75B9-4AC7-BC8E-760EBCEC593A}" type="pres">
      <dgm:prSet presAssocID="{BF07259D-CC92-40A2-B71A-EC53F9211F9A}" presName="rect1" presStyleLbl="alignAcc1" presStyleIdx="0" presStyleCnt="6"/>
      <dgm:spPr/>
    </dgm:pt>
    <dgm:pt modelId="{B254124F-857D-49BC-9076-E6B1C7264687}" type="pres">
      <dgm:prSet presAssocID="{29513CEE-C872-4255-A290-C4BDE6E5CDB4}" presName="vertSpace2" presStyleLbl="node1" presStyleIdx="0" presStyleCnt="6"/>
      <dgm:spPr/>
    </dgm:pt>
    <dgm:pt modelId="{1C92F080-F11E-41B4-9205-54B0EF12DEC9}" type="pres">
      <dgm:prSet presAssocID="{29513CEE-C872-4255-A290-C4BDE6E5CDB4}" presName="circle2" presStyleLbl="node1" presStyleIdx="1" presStyleCnt="6"/>
      <dgm:spPr/>
    </dgm:pt>
    <dgm:pt modelId="{A87E5B63-305F-4FCD-81E2-4C74958D6A27}" type="pres">
      <dgm:prSet presAssocID="{29513CEE-C872-4255-A290-C4BDE6E5CDB4}" presName="rect2" presStyleLbl="alignAcc1" presStyleIdx="1" presStyleCnt="6"/>
      <dgm:spPr/>
    </dgm:pt>
    <dgm:pt modelId="{62CB1E3F-0141-49A4-BA9C-C109765B1F98}" type="pres">
      <dgm:prSet presAssocID="{870B91A1-7977-4CE3-B27C-6AE86C41D6F9}" presName="vertSpace3" presStyleLbl="node1" presStyleIdx="1" presStyleCnt="6"/>
      <dgm:spPr/>
    </dgm:pt>
    <dgm:pt modelId="{78F08F96-F342-40B9-97BB-A45CB8663AC7}" type="pres">
      <dgm:prSet presAssocID="{870B91A1-7977-4CE3-B27C-6AE86C41D6F9}" presName="circle3" presStyleLbl="node1" presStyleIdx="2" presStyleCnt="6"/>
      <dgm:spPr/>
    </dgm:pt>
    <dgm:pt modelId="{AC3FE768-A7A6-4622-8658-F4C9B6760D50}" type="pres">
      <dgm:prSet presAssocID="{870B91A1-7977-4CE3-B27C-6AE86C41D6F9}" presName="rect3" presStyleLbl="alignAcc1" presStyleIdx="2" presStyleCnt="6"/>
      <dgm:spPr/>
    </dgm:pt>
    <dgm:pt modelId="{F2475A5A-8F32-49D1-83B4-CE26502F43E9}" type="pres">
      <dgm:prSet presAssocID="{2DAA2E28-82F9-43B0-83B3-950D45CBCD13}" presName="vertSpace4" presStyleLbl="node1" presStyleIdx="2" presStyleCnt="6"/>
      <dgm:spPr/>
    </dgm:pt>
    <dgm:pt modelId="{6FC20D63-93DD-487A-B6AF-EB4EB046618C}" type="pres">
      <dgm:prSet presAssocID="{2DAA2E28-82F9-43B0-83B3-950D45CBCD13}" presName="circle4" presStyleLbl="node1" presStyleIdx="3" presStyleCnt="6"/>
      <dgm:spPr/>
    </dgm:pt>
    <dgm:pt modelId="{2FA5931F-CC03-40E6-B5DB-F4209AF7D170}" type="pres">
      <dgm:prSet presAssocID="{2DAA2E28-82F9-43B0-83B3-950D45CBCD13}" presName="rect4" presStyleLbl="alignAcc1" presStyleIdx="3" presStyleCnt="6"/>
      <dgm:spPr/>
    </dgm:pt>
    <dgm:pt modelId="{9583558F-C54C-474D-8F4E-E303506A21F5}" type="pres">
      <dgm:prSet presAssocID="{DAFD03EE-4AA8-410E-82C6-45C1952E775A}" presName="vertSpace5" presStyleLbl="node1" presStyleIdx="3" presStyleCnt="6"/>
      <dgm:spPr/>
    </dgm:pt>
    <dgm:pt modelId="{B035C65A-5981-4BF9-A8F4-F289D2556554}" type="pres">
      <dgm:prSet presAssocID="{DAFD03EE-4AA8-410E-82C6-45C1952E775A}" presName="circle5" presStyleLbl="node1" presStyleIdx="4" presStyleCnt="6"/>
      <dgm:spPr/>
    </dgm:pt>
    <dgm:pt modelId="{414D5045-F4D0-4009-8125-F9BED4E985DD}" type="pres">
      <dgm:prSet presAssocID="{DAFD03EE-4AA8-410E-82C6-45C1952E775A}" presName="rect5" presStyleLbl="alignAcc1" presStyleIdx="4" presStyleCnt="6"/>
      <dgm:spPr/>
    </dgm:pt>
    <dgm:pt modelId="{34764DA3-60FA-4912-A68D-426E36330D87}" type="pres">
      <dgm:prSet presAssocID="{79FD3949-F916-40B1-B26E-7352F762B0F4}" presName="vertSpace6" presStyleLbl="node1" presStyleIdx="4" presStyleCnt="6"/>
      <dgm:spPr/>
    </dgm:pt>
    <dgm:pt modelId="{322D7596-8AE1-4347-8D6B-40C80BFB80F6}" type="pres">
      <dgm:prSet presAssocID="{79FD3949-F916-40B1-B26E-7352F762B0F4}" presName="circle6" presStyleLbl="node1" presStyleIdx="5" presStyleCnt="6"/>
      <dgm:spPr/>
    </dgm:pt>
    <dgm:pt modelId="{87538816-F9BD-4DEF-99B0-4F74F8F3C1B1}" type="pres">
      <dgm:prSet presAssocID="{79FD3949-F916-40B1-B26E-7352F762B0F4}" presName="rect6" presStyleLbl="alignAcc1" presStyleIdx="5" presStyleCnt="6"/>
      <dgm:spPr/>
    </dgm:pt>
    <dgm:pt modelId="{AE2DCCCF-C4D9-4127-A2D1-BA19241541A9}" type="pres">
      <dgm:prSet presAssocID="{BF07259D-CC92-40A2-B71A-EC53F9211F9A}" presName="rect1ParTxNoCh" presStyleLbl="alignAcc1" presStyleIdx="5" presStyleCnt="6">
        <dgm:presLayoutVars>
          <dgm:chMax val="1"/>
          <dgm:bulletEnabled val="1"/>
        </dgm:presLayoutVars>
      </dgm:prSet>
      <dgm:spPr/>
    </dgm:pt>
    <dgm:pt modelId="{E0EA8316-8BED-40DF-AAEE-E26166C99A2E}" type="pres">
      <dgm:prSet presAssocID="{29513CEE-C872-4255-A290-C4BDE6E5CDB4}" presName="rect2ParTxNoCh" presStyleLbl="alignAcc1" presStyleIdx="5" presStyleCnt="6">
        <dgm:presLayoutVars>
          <dgm:chMax val="1"/>
          <dgm:bulletEnabled val="1"/>
        </dgm:presLayoutVars>
      </dgm:prSet>
      <dgm:spPr/>
    </dgm:pt>
    <dgm:pt modelId="{9E956095-B2E2-48EE-891F-740FFF3AECC9}" type="pres">
      <dgm:prSet presAssocID="{870B91A1-7977-4CE3-B27C-6AE86C41D6F9}" presName="rect3ParTxNoCh" presStyleLbl="alignAcc1" presStyleIdx="5" presStyleCnt="6">
        <dgm:presLayoutVars>
          <dgm:chMax val="1"/>
          <dgm:bulletEnabled val="1"/>
        </dgm:presLayoutVars>
      </dgm:prSet>
      <dgm:spPr/>
    </dgm:pt>
    <dgm:pt modelId="{DB1E75E6-69BC-4118-85D1-0EBB0809B74C}" type="pres">
      <dgm:prSet presAssocID="{2DAA2E28-82F9-43B0-83B3-950D45CBCD13}" presName="rect4ParTxNoCh" presStyleLbl="alignAcc1" presStyleIdx="5" presStyleCnt="6">
        <dgm:presLayoutVars>
          <dgm:chMax val="1"/>
          <dgm:bulletEnabled val="1"/>
        </dgm:presLayoutVars>
      </dgm:prSet>
      <dgm:spPr/>
    </dgm:pt>
    <dgm:pt modelId="{54174DB5-90A0-4B9B-B5F4-6AF9D089C281}" type="pres">
      <dgm:prSet presAssocID="{DAFD03EE-4AA8-410E-82C6-45C1952E775A}" presName="rect5ParTxNoCh" presStyleLbl="alignAcc1" presStyleIdx="5" presStyleCnt="6">
        <dgm:presLayoutVars>
          <dgm:chMax val="1"/>
          <dgm:bulletEnabled val="1"/>
        </dgm:presLayoutVars>
      </dgm:prSet>
      <dgm:spPr/>
    </dgm:pt>
    <dgm:pt modelId="{34511D7C-951F-4278-B042-805D677A85AE}" type="pres">
      <dgm:prSet presAssocID="{79FD3949-F916-40B1-B26E-7352F762B0F4}" presName="rect6ParTxNoCh" presStyleLbl="alignAcc1" presStyleIdx="5" presStyleCnt="6">
        <dgm:presLayoutVars>
          <dgm:chMax val="1"/>
          <dgm:bulletEnabled val="1"/>
        </dgm:presLayoutVars>
      </dgm:prSet>
      <dgm:spPr/>
    </dgm:pt>
  </dgm:ptLst>
  <dgm:cxnLst>
    <dgm:cxn modelId="{6BD3B303-D7CC-40D7-88A1-7989F3A107CC}" srcId="{6BD969DC-181F-4921-8B5F-0EF62F4CE89E}" destId="{870B91A1-7977-4CE3-B27C-6AE86C41D6F9}" srcOrd="2" destOrd="0" parTransId="{4868F0FF-0A7D-4007-80CE-5DC4ED195136}" sibTransId="{E7DBC3EA-52F7-4308-A19A-2140A9695EF9}"/>
    <dgm:cxn modelId="{2C52C30E-0D27-4FCA-B48A-649CCC0D8D51}" type="presOf" srcId="{79FD3949-F916-40B1-B26E-7352F762B0F4}" destId="{34511D7C-951F-4278-B042-805D677A85AE}" srcOrd="1" destOrd="0" presId="urn:microsoft.com/office/officeart/2005/8/layout/target3"/>
    <dgm:cxn modelId="{2C5FC812-45D5-418B-BCFD-96C05CE31ABB}" type="presOf" srcId="{6BD969DC-181F-4921-8B5F-0EF62F4CE89E}" destId="{DE860416-E6AE-46B5-862B-CD2595D1ACD2}" srcOrd="0" destOrd="0" presId="urn:microsoft.com/office/officeart/2005/8/layout/target3"/>
    <dgm:cxn modelId="{7C5D232D-E9B4-4960-B9C9-71A7B8F558DB}" srcId="{6BD969DC-181F-4921-8B5F-0EF62F4CE89E}" destId="{BF07259D-CC92-40A2-B71A-EC53F9211F9A}" srcOrd="0" destOrd="0" parTransId="{CDA5EB07-4899-4932-BD18-04FBCCD240D5}" sibTransId="{0B90EAA4-646A-462C-BE6B-22BCE114692F}"/>
    <dgm:cxn modelId="{C82B625D-F7FC-470A-9E6E-5DB2B93D2F90}" type="presOf" srcId="{DAFD03EE-4AA8-410E-82C6-45C1952E775A}" destId="{414D5045-F4D0-4009-8125-F9BED4E985DD}" srcOrd="0" destOrd="0" presId="urn:microsoft.com/office/officeart/2005/8/layout/target3"/>
    <dgm:cxn modelId="{0E94955D-3693-42C8-9FD9-01432B62D61E}" type="presOf" srcId="{29513CEE-C872-4255-A290-C4BDE6E5CDB4}" destId="{A87E5B63-305F-4FCD-81E2-4C74958D6A27}" srcOrd="0" destOrd="0" presId="urn:microsoft.com/office/officeart/2005/8/layout/target3"/>
    <dgm:cxn modelId="{B9748D48-19F4-4E34-8D1E-CFD69FE68F78}" type="presOf" srcId="{BF07259D-CC92-40A2-B71A-EC53F9211F9A}" destId="{7340E5E1-75B9-4AC7-BC8E-760EBCEC593A}" srcOrd="0" destOrd="0" presId="urn:microsoft.com/office/officeart/2005/8/layout/target3"/>
    <dgm:cxn modelId="{7380166B-3FF4-40F9-AE72-7B34483A8375}" srcId="{6BD969DC-181F-4921-8B5F-0EF62F4CE89E}" destId="{79FD3949-F916-40B1-B26E-7352F762B0F4}" srcOrd="5" destOrd="0" parTransId="{4AA80D73-9F4E-4941-89F3-773E4FE9482F}" sibTransId="{8F0F8927-7E30-4498-998B-B1743346D32B}"/>
    <dgm:cxn modelId="{98AF5D4E-A359-4429-9096-3AFBCBD70C8F}" srcId="{6BD969DC-181F-4921-8B5F-0EF62F4CE89E}" destId="{2DAA2E28-82F9-43B0-83B3-950D45CBCD13}" srcOrd="3" destOrd="0" parTransId="{BB7DED97-54F9-4440-8108-BD0725F21F49}" sibTransId="{907E4130-5DC0-4105-A3CE-388E04D15B98}"/>
    <dgm:cxn modelId="{4EEE604F-09B2-4316-90A1-F021BC329E24}" type="presOf" srcId="{DAFD03EE-4AA8-410E-82C6-45C1952E775A}" destId="{54174DB5-90A0-4B9B-B5F4-6AF9D089C281}" srcOrd="1" destOrd="0" presId="urn:microsoft.com/office/officeart/2005/8/layout/target3"/>
    <dgm:cxn modelId="{444A1B52-ACD4-4514-B73F-C8C33A07A017}" type="presOf" srcId="{870B91A1-7977-4CE3-B27C-6AE86C41D6F9}" destId="{9E956095-B2E2-48EE-891F-740FFF3AECC9}" srcOrd="1" destOrd="0" presId="urn:microsoft.com/office/officeart/2005/8/layout/target3"/>
    <dgm:cxn modelId="{DC092A89-00D9-4349-B60E-DED9603718B9}" type="presOf" srcId="{29513CEE-C872-4255-A290-C4BDE6E5CDB4}" destId="{E0EA8316-8BED-40DF-AAEE-E26166C99A2E}" srcOrd="1" destOrd="0" presId="urn:microsoft.com/office/officeart/2005/8/layout/target3"/>
    <dgm:cxn modelId="{D92F6AA3-8DC3-4A3D-9A72-9E50E9B446C2}" type="presOf" srcId="{2DAA2E28-82F9-43B0-83B3-950D45CBCD13}" destId="{2FA5931F-CC03-40E6-B5DB-F4209AF7D170}" srcOrd="0" destOrd="0" presId="urn:microsoft.com/office/officeart/2005/8/layout/target3"/>
    <dgm:cxn modelId="{1DB5F0D3-C7E7-4977-A2B2-0078BCE78EFC}" srcId="{6BD969DC-181F-4921-8B5F-0EF62F4CE89E}" destId="{29513CEE-C872-4255-A290-C4BDE6E5CDB4}" srcOrd="1" destOrd="0" parTransId="{92813842-A6E0-423F-864C-7A4FE3BBE7AA}" sibTransId="{DE6A4B1D-F319-4794-8014-0FFD2623E4CB}"/>
    <dgm:cxn modelId="{B3D374D4-E24B-46A4-9D27-56178AE41B34}" type="presOf" srcId="{BF07259D-CC92-40A2-B71A-EC53F9211F9A}" destId="{AE2DCCCF-C4D9-4127-A2D1-BA19241541A9}" srcOrd="1" destOrd="0" presId="urn:microsoft.com/office/officeart/2005/8/layout/target3"/>
    <dgm:cxn modelId="{C44C7ADE-B3FD-4F74-885B-41D8731676C8}" type="presOf" srcId="{2DAA2E28-82F9-43B0-83B3-950D45CBCD13}" destId="{DB1E75E6-69BC-4118-85D1-0EBB0809B74C}" srcOrd="1" destOrd="0" presId="urn:microsoft.com/office/officeart/2005/8/layout/target3"/>
    <dgm:cxn modelId="{0405F0E6-C474-4E9F-852D-214BFEA7D084}" type="presOf" srcId="{79FD3949-F916-40B1-B26E-7352F762B0F4}" destId="{87538816-F9BD-4DEF-99B0-4F74F8F3C1B1}" srcOrd="0" destOrd="0" presId="urn:microsoft.com/office/officeart/2005/8/layout/target3"/>
    <dgm:cxn modelId="{DB7E52F0-3A21-42D4-9734-0C5733E08495}" type="presOf" srcId="{870B91A1-7977-4CE3-B27C-6AE86C41D6F9}" destId="{AC3FE768-A7A6-4622-8658-F4C9B6760D50}" srcOrd="0" destOrd="0" presId="urn:microsoft.com/office/officeart/2005/8/layout/target3"/>
    <dgm:cxn modelId="{03E69AFC-DD79-4A18-92EF-F42B43221775}" srcId="{6BD969DC-181F-4921-8B5F-0EF62F4CE89E}" destId="{DAFD03EE-4AA8-410E-82C6-45C1952E775A}" srcOrd="4" destOrd="0" parTransId="{32CDFF8D-66C6-42BC-AFB4-A5CB23575B0D}" sibTransId="{A7583725-F19B-4BCB-947F-452B135B48AD}"/>
    <dgm:cxn modelId="{A15BE67A-6750-4650-8738-EDAD6AFC28DE}" type="presParOf" srcId="{DE860416-E6AE-46B5-862B-CD2595D1ACD2}" destId="{DD66BBEE-7F67-4E6F-A56A-94C435C76A0E}" srcOrd="0" destOrd="0" presId="urn:microsoft.com/office/officeart/2005/8/layout/target3"/>
    <dgm:cxn modelId="{3223D544-F4DF-466A-BCC5-D1858842068D}" type="presParOf" srcId="{DE860416-E6AE-46B5-862B-CD2595D1ACD2}" destId="{FDE74903-F762-4C18-A9EA-82E9B3622505}" srcOrd="1" destOrd="0" presId="urn:microsoft.com/office/officeart/2005/8/layout/target3"/>
    <dgm:cxn modelId="{F9F17FAA-59BF-457D-AF9C-F83D9268917F}" type="presParOf" srcId="{DE860416-E6AE-46B5-862B-CD2595D1ACD2}" destId="{7340E5E1-75B9-4AC7-BC8E-760EBCEC593A}" srcOrd="2" destOrd="0" presId="urn:microsoft.com/office/officeart/2005/8/layout/target3"/>
    <dgm:cxn modelId="{EA737104-BAF6-4461-88B0-9FF297B13851}" type="presParOf" srcId="{DE860416-E6AE-46B5-862B-CD2595D1ACD2}" destId="{B254124F-857D-49BC-9076-E6B1C7264687}" srcOrd="3" destOrd="0" presId="urn:microsoft.com/office/officeart/2005/8/layout/target3"/>
    <dgm:cxn modelId="{8C8ECAA3-5A45-415A-BE7B-9A2D82B938A0}" type="presParOf" srcId="{DE860416-E6AE-46B5-862B-CD2595D1ACD2}" destId="{1C92F080-F11E-41B4-9205-54B0EF12DEC9}" srcOrd="4" destOrd="0" presId="urn:microsoft.com/office/officeart/2005/8/layout/target3"/>
    <dgm:cxn modelId="{DEFC58F4-9137-4888-BB6C-52637020FD65}" type="presParOf" srcId="{DE860416-E6AE-46B5-862B-CD2595D1ACD2}" destId="{A87E5B63-305F-4FCD-81E2-4C74958D6A27}" srcOrd="5" destOrd="0" presId="urn:microsoft.com/office/officeart/2005/8/layout/target3"/>
    <dgm:cxn modelId="{DAF56E7F-1E3F-4000-8598-5617314F248C}" type="presParOf" srcId="{DE860416-E6AE-46B5-862B-CD2595D1ACD2}" destId="{62CB1E3F-0141-49A4-BA9C-C109765B1F98}" srcOrd="6" destOrd="0" presId="urn:microsoft.com/office/officeart/2005/8/layout/target3"/>
    <dgm:cxn modelId="{EDD97C8B-D7A0-46B1-B20C-DF0EDE1628CC}" type="presParOf" srcId="{DE860416-E6AE-46B5-862B-CD2595D1ACD2}" destId="{78F08F96-F342-40B9-97BB-A45CB8663AC7}" srcOrd="7" destOrd="0" presId="urn:microsoft.com/office/officeart/2005/8/layout/target3"/>
    <dgm:cxn modelId="{4A70E448-4806-42FD-B80C-16218464F1C2}" type="presParOf" srcId="{DE860416-E6AE-46B5-862B-CD2595D1ACD2}" destId="{AC3FE768-A7A6-4622-8658-F4C9B6760D50}" srcOrd="8" destOrd="0" presId="urn:microsoft.com/office/officeart/2005/8/layout/target3"/>
    <dgm:cxn modelId="{8E0C035E-EEA2-4A72-A9D6-6859B26B4B10}" type="presParOf" srcId="{DE860416-E6AE-46B5-862B-CD2595D1ACD2}" destId="{F2475A5A-8F32-49D1-83B4-CE26502F43E9}" srcOrd="9" destOrd="0" presId="urn:microsoft.com/office/officeart/2005/8/layout/target3"/>
    <dgm:cxn modelId="{2F064B4B-7B1A-48CC-844B-BFC32AA2E0BC}" type="presParOf" srcId="{DE860416-E6AE-46B5-862B-CD2595D1ACD2}" destId="{6FC20D63-93DD-487A-B6AF-EB4EB046618C}" srcOrd="10" destOrd="0" presId="urn:microsoft.com/office/officeart/2005/8/layout/target3"/>
    <dgm:cxn modelId="{A5223B8A-9B48-4728-BE6C-19AE25D84A09}" type="presParOf" srcId="{DE860416-E6AE-46B5-862B-CD2595D1ACD2}" destId="{2FA5931F-CC03-40E6-B5DB-F4209AF7D170}" srcOrd="11" destOrd="0" presId="urn:microsoft.com/office/officeart/2005/8/layout/target3"/>
    <dgm:cxn modelId="{4065F7A7-883C-44D9-9357-D76C9457DDC2}" type="presParOf" srcId="{DE860416-E6AE-46B5-862B-CD2595D1ACD2}" destId="{9583558F-C54C-474D-8F4E-E303506A21F5}" srcOrd="12" destOrd="0" presId="urn:microsoft.com/office/officeart/2005/8/layout/target3"/>
    <dgm:cxn modelId="{3AEB6B52-5F38-4B85-AC7A-58BBB6675BC1}" type="presParOf" srcId="{DE860416-E6AE-46B5-862B-CD2595D1ACD2}" destId="{B035C65A-5981-4BF9-A8F4-F289D2556554}" srcOrd="13" destOrd="0" presId="urn:microsoft.com/office/officeart/2005/8/layout/target3"/>
    <dgm:cxn modelId="{55ED22D3-37A5-465C-84DF-0BEB41FBC6CC}" type="presParOf" srcId="{DE860416-E6AE-46B5-862B-CD2595D1ACD2}" destId="{414D5045-F4D0-4009-8125-F9BED4E985DD}" srcOrd="14" destOrd="0" presId="urn:microsoft.com/office/officeart/2005/8/layout/target3"/>
    <dgm:cxn modelId="{0E83908F-DC5D-4DDF-A432-0CAD41DA9AE2}" type="presParOf" srcId="{DE860416-E6AE-46B5-862B-CD2595D1ACD2}" destId="{34764DA3-60FA-4912-A68D-426E36330D87}" srcOrd="15" destOrd="0" presId="urn:microsoft.com/office/officeart/2005/8/layout/target3"/>
    <dgm:cxn modelId="{1DF60412-465C-465E-AAE6-8E2A01634BDA}" type="presParOf" srcId="{DE860416-E6AE-46B5-862B-CD2595D1ACD2}" destId="{322D7596-8AE1-4347-8D6B-40C80BFB80F6}" srcOrd="16" destOrd="0" presId="urn:microsoft.com/office/officeart/2005/8/layout/target3"/>
    <dgm:cxn modelId="{D47B5BAA-2FDC-4DA0-9507-6C9132030CBC}" type="presParOf" srcId="{DE860416-E6AE-46B5-862B-CD2595D1ACD2}" destId="{87538816-F9BD-4DEF-99B0-4F74F8F3C1B1}" srcOrd="17" destOrd="0" presId="urn:microsoft.com/office/officeart/2005/8/layout/target3"/>
    <dgm:cxn modelId="{A238F773-EC2D-450B-929D-25C13150D21C}" type="presParOf" srcId="{DE860416-E6AE-46B5-862B-CD2595D1ACD2}" destId="{AE2DCCCF-C4D9-4127-A2D1-BA19241541A9}" srcOrd="18" destOrd="0" presId="urn:microsoft.com/office/officeart/2005/8/layout/target3"/>
    <dgm:cxn modelId="{7596CB44-6B7D-4AC7-B02E-FD5BA8898DED}" type="presParOf" srcId="{DE860416-E6AE-46B5-862B-CD2595D1ACD2}" destId="{E0EA8316-8BED-40DF-AAEE-E26166C99A2E}" srcOrd="19" destOrd="0" presId="urn:microsoft.com/office/officeart/2005/8/layout/target3"/>
    <dgm:cxn modelId="{7EE73F01-C320-483F-B8BF-49B76DFCBD3E}" type="presParOf" srcId="{DE860416-E6AE-46B5-862B-CD2595D1ACD2}" destId="{9E956095-B2E2-48EE-891F-740FFF3AECC9}" srcOrd="20" destOrd="0" presId="urn:microsoft.com/office/officeart/2005/8/layout/target3"/>
    <dgm:cxn modelId="{324F3426-9B43-40DC-BF2F-930C5B6AFAC2}" type="presParOf" srcId="{DE860416-E6AE-46B5-862B-CD2595D1ACD2}" destId="{DB1E75E6-69BC-4118-85D1-0EBB0809B74C}" srcOrd="21" destOrd="0" presId="urn:microsoft.com/office/officeart/2005/8/layout/target3"/>
    <dgm:cxn modelId="{76EF63C4-2302-4864-99A4-CE66E47C56C3}" type="presParOf" srcId="{DE860416-E6AE-46B5-862B-CD2595D1ACD2}" destId="{54174DB5-90A0-4B9B-B5F4-6AF9D089C281}" srcOrd="22" destOrd="0" presId="urn:microsoft.com/office/officeart/2005/8/layout/target3"/>
    <dgm:cxn modelId="{A636F38B-0F62-4FCA-8D65-B39999EAEDE1}" type="presParOf" srcId="{DE860416-E6AE-46B5-862B-CD2595D1ACD2}" destId="{34511D7C-951F-4278-B042-805D677A85AE}" srcOrd="23"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947ADB-733C-40BA-8187-2D20CAE48038}" type="doc">
      <dgm:prSet loTypeId="urn:microsoft.com/office/officeart/2005/8/layout/orgChart1" loCatId="hierarchy" qsTypeId="urn:microsoft.com/office/officeart/2005/8/quickstyle/3d6" qsCatId="3D" csTypeId="urn:microsoft.com/office/officeart/2005/8/colors/accent0_3" csCatId="mainScheme" phldr="1"/>
      <dgm:spPr/>
      <dgm:t>
        <a:bodyPr/>
        <a:lstStyle/>
        <a:p>
          <a:endParaRPr lang="en-IN"/>
        </a:p>
      </dgm:t>
    </dgm:pt>
    <dgm:pt modelId="{B68FDE23-F0AA-4E1E-9C20-2BE9C5465C83}">
      <dgm:prSet phldrT="[Text]" phldr="0" custT="1"/>
      <dgm:spPr/>
      <dgm:t>
        <a:bodyPr/>
        <a:lstStyle/>
        <a:p>
          <a:r>
            <a:rPr lang="en-IN" sz="1800" dirty="0"/>
            <a:t>Vehicle</a:t>
          </a:r>
        </a:p>
      </dgm:t>
    </dgm:pt>
    <dgm:pt modelId="{068D5591-1D6B-451D-80F9-5D4F9BF69B8E}" type="parTrans" cxnId="{7DE705C9-D47E-48A9-89C2-E9DF9E5217D4}">
      <dgm:prSet/>
      <dgm:spPr/>
      <dgm:t>
        <a:bodyPr/>
        <a:lstStyle/>
        <a:p>
          <a:endParaRPr lang="en-IN"/>
        </a:p>
      </dgm:t>
    </dgm:pt>
    <dgm:pt modelId="{AAE495FA-BAE3-4CF3-BD46-024CF2FE097C}" type="sibTrans" cxnId="{7DE705C9-D47E-48A9-89C2-E9DF9E5217D4}">
      <dgm:prSet/>
      <dgm:spPr/>
      <dgm:t>
        <a:bodyPr/>
        <a:lstStyle/>
        <a:p>
          <a:endParaRPr lang="en-IN"/>
        </a:p>
      </dgm:t>
    </dgm:pt>
    <dgm:pt modelId="{36A8ED34-1F93-4B0A-9932-0FAAE6D4F63C}" type="asst">
      <dgm:prSet phldrT="[Text]" phldr="0" custT="1"/>
      <dgm:spPr/>
      <dgm:t>
        <a:bodyPr/>
        <a:lstStyle/>
        <a:p>
          <a:r>
            <a:rPr lang="en-IN" sz="1800" dirty="0"/>
            <a:t>Car</a:t>
          </a:r>
        </a:p>
      </dgm:t>
    </dgm:pt>
    <dgm:pt modelId="{04EA41E1-F425-412C-8CF7-34B99F3A262B}" type="parTrans" cxnId="{234E6E25-9EA9-47B0-9F5D-651A0A37F808}">
      <dgm:prSet/>
      <dgm:spPr/>
      <dgm:t>
        <a:bodyPr/>
        <a:lstStyle/>
        <a:p>
          <a:endParaRPr lang="en-IN"/>
        </a:p>
      </dgm:t>
    </dgm:pt>
    <dgm:pt modelId="{8F2D2069-72C1-4C22-9C85-FF496FC1CE56}" type="sibTrans" cxnId="{234E6E25-9EA9-47B0-9F5D-651A0A37F808}">
      <dgm:prSet/>
      <dgm:spPr/>
      <dgm:t>
        <a:bodyPr/>
        <a:lstStyle/>
        <a:p>
          <a:endParaRPr lang="en-IN"/>
        </a:p>
      </dgm:t>
    </dgm:pt>
    <dgm:pt modelId="{8D529F64-12FF-454E-AC4B-128384ED429B}">
      <dgm:prSet phldrT="[Text]" phldr="0" custT="1"/>
      <dgm:spPr/>
      <dgm:t>
        <a:bodyPr/>
        <a:lstStyle/>
        <a:p>
          <a:r>
            <a:rPr lang="en-IN" sz="1800" dirty="0"/>
            <a:t>Bike</a:t>
          </a:r>
        </a:p>
      </dgm:t>
    </dgm:pt>
    <dgm:pt modelId="{C8E9F5BA-5968-4D5B-915B-54F08F606DC5}" type="parTrans" cxnId="{0B5604BA-67C5-4112-B34D-F416FD8752F6}">
      <dgm:prSet/>
      <dgm:spPr/>
      <dgm:t>
        <a:bodyPr/>
        <a:lstStyle/>
        <a:p>
          <a:endParaRPr lang="en-IN"/>
        </a:p>
      </dgm:t>
    </dgm:pt>
    <dgm:pt modelId="{5900E75F-C3B6-4E29-B0EE-7EB4878AA258}" type="sibTrans" cxnId="{0B5604BA-67C5-4112-B34D-F416FD8752F6}">
      <dgm:prSet/>
      <dgm:spPr/>
      <dgm:t>
        <a:bodyPr/>
        <a:lstStyle/>
        <a:p>
          <a:endParaRPr lang="en-IN"/>
        </a:p>
      </dgm:t>
    </dgm:pt>
    <dgm:pt modelId="{63AF0D5C-26AF-4F2A-BD31-0EDDE990D034}" type="asst">
      <dgm:prSet phldrT="[Text]" phldr="0" custT="1"/>
      <dgm:spPr/>
      <dgm:t>
        <a:bodyPr/>
        <a:lstStyle/>
        <a:p>
          <a:r>
            <a:rPr lang="en-IN" sz="1800"/>
            <a:t>ICE car</a:t>
          </a:r>
          <a:endParaRPr lang="en-IN" sz="1800" dirty="0"/>
        </a:p>
      </dgm:t>
    </dgm:pt>
    <dgm:pt modelId="{4F0098D6-8D7D-4FF0-8620-12EFE558A9E1}" type="parTrans" cxnId="{09F5F678-B914-4AE0-AD76-9CA93B8B9290}">
      <dgm:prSet/>
      <dgm:spPr/>
      <dgm:t>
        <a:bodyPr/>
        <a:lstStyle/>
        <a:p>
          <a:endParaRPr lang="en-IN"/>
        </a:p>
      </dgm:t>
    </dgm:pt>
    <dgm:pt modelId="{E94318ED-2F18-4CCE-B8F9-B9F3CE3FC9D7}" type="sibTrans" cxnId="{09F5F678-B914-4AE0-AD76-9CA93B8B9290}">
      <dgm:prSet/>
      <dgm:spPr/>
      <dgm:t>
        <a:bodyPr/>
        <a:lstStyle/>
        <a:p>
          <a:endParaRPr lang="en-IN"/>
        </a:p>
      </dgm:t>
    </dgm:pt>
    <dgm:pt modelId="{FDAE4AE5-3758-40F7-AB43-3CD1871D19D9}" type="asst">
      <dgm:prSet phldrT="[Text]" phldr="0" custT="1"/>
      <dgm:spPr/>
      <dgm:t>
        <a:bodyPr/>
        <a:lstStyle/>
        <a:p>
          <a:r>
            <a:rPr lang="en-IN" sz="1800" dirty="0"/>
            <a:t>Electric car</a:t>
          </a:r>
        </a:p>
      </dgm:t>
    </dgm:pt>
    <dgm:pt modelId="{5348EC79-F30C-477D-B839-CB585576CD63}" type="parTrans" cxnId="{93B1AE79-D889-4DD5-ACB3-94247420E92C}">
      <dgm:prSet/>
      <dgm:spPr/>
      <dgm:t>
        <a:bodyPr/>
        <a:lstStyle/>
        <a:p>
          <a:endParaRPr lang="en-IN"/>
        </a:p>
      </dgm:t>
    </dgm:pt>
    <dgm:pt modelId="{05F8441D-6E88-4219-AB59-F817FD5E9F17}" type="sibTrans" cxnId="{93B1AE79-D889-4DD5-ACB3-94247420E92C}">
      <dgm:prSet/>
      <dgm:spPr/>
      <dgm:t>
        <a:bodyPr/>
        <a:lstStyle/>
        <a:p>
          <a:endParaRPr lang="en-IN"/>
        </a:p>
      </dgm:t>
    </dgm:pt>
    <dgm:pt modelId="{BB260DD8-8C8F-4B6F-8D84-15C025C6CB81}" type="pres">
      <dgm:prSet presAssocID="{9F947ADB-733C-40BA-8187-2D20CAE48038}" presName="hierChild1" presStyleCnt="0">
        <dgm:presLayoutVars>
          <dgm:orgChart val="1"/>
          <dgm:chPref val="1"/>
          <dgm:dir/>
          <dgm:animOne val="branch"/>
          <dgm:animLvl val="lvl"/>
          <dgm:resizeHandles/>
        </dgm:presLayoutVars>
      </dgm:prSet>
      <dgm:spPr/>
    </dgm:pt>
    <dgm:pt modelId="{13B37C02-0C8F-4C51-A3A2-BF13076CD2D8}" type="pres">
      <dgm:prSet presAssocID="{B68FDE23-F0AA-4E1E-9C20-2BE9C5465C83}" presName="hierRoot1" presStyleCnt="0">
        <dgm:presLayoutVars>
          <dgm:hierBranch val="init"/>
        </dgm:presLayoutVars>
      </dgm:prSet>
      <dgm:spPr/>
    </dgm:pt>
    <dgm:pt modelId="{ACB5EDA9-4215-40E5-A5D6-B10282C1CD27}" type="pres">
      <dgm:prSet presAssocID="{B68FDE23-F0AA-4E1E-9C20-2BE9C5465C83}" presName="rootComposite1" presStyleCnt="0"/>
      <dgm:spPr/>
    </dgm:pt>
    <dgm:pt modelId="{EEE873F9-6608-4BC4-B7CD-B80536F387BA}" type="pres">
      <dgm:prSet presAssocID="{B68FDE23-F0AA-4E1E-9C20-2BE9C5465C83}" presName="rootText1" presStyleLbl="node0" presStyleIdx="0" presStyleCnt="1" custLinFactNeighborX="-93392" custLinFactNeighborY="3042">
        <dgm:presLayoutVars>
          <dgm:chPref val="3"/>
        </dgm:presLayoutVars>
      </dgm:prSet>
      <dgm:spPr/>
    </dgm:pt>
    <dgm:pt modelId="{E993437C-D0D9-4680-AAFB-25D4D13BE3C2}" type="pres">
      <dgm:prSet presAssocID="{B68FDE23-F0AA-4E1E-9C20-2BE9C5465C83}" presName="rootConnector1" presStyleLbl="node1" presStyleIdx="0" presStyleCnt="0"/>
      <dgm:spPr/>
    </dgm:pt>
    <dgm:pt modelId="{2E64DBF5-8914-4012-8522-09C8050972DD}" type="pres">
      <dgm:prSet presAssocID="{B68FDE23-F0AA-4E1E-9C20-2BE9C5465C83}" presName="hierChild2" presStyleCnt="0"/>
      <dgm:spPr/>
    </dgm:pt>
    <dgm:pt modelId="{D1BDB83E-2765-442D-8B23-EAB97155453A}" type="pres">
      <dgm:prSet presAssocID="{C8E9F5BA-5968-4D5B-915B-54F08F606DC5}" presName="Name37" presStyleLbl="parChTrans1D2" presStyleIdx="0" presStyleCnt="2"/>
      <dgm:spPr/>
    </dgm:pt>
    <dgm:pt modelId="{C5134AED-5293-4D0E-A67B-66D74091C233}" type="pres">
      <dgm:prSet presAssocID="{8D529F64-12FF-454E-AC4B-128384ED429B}" presName="hierRoot2" presStyleCnt="0">
        <dgm:presLayoutVars>
          <dgm:hierBranch val="init"/>
        </dgm:presLayoutVars>
      </dgm:prSet>
      <dgm:spPr/>
    </dgm:pt>
    <dgm:pt modelId="{456E0232-3EAE-4CAC-B40F-3DC01198A373}" type="pres">
      <dgm:prSet presAssocID="{8D529F64-12FF-454E-AC4B-128384ED429B}" presName="rootComposite" presStyleCnt="0"/>
      <dgm:spPr/>
    </dgm:pt>
    <dgm:pt modelId="{D4DE32F4-3B31-4040-AF53-4C29882EA0E2}" type="pres">
      <dgm:prSet presAssocID="{8D529F64-12FF-454E-AC4B-128384ED429B}" presName="rootText" presStyleLbl="node2" presStyleIdx="0" presStyleCnt="1" custLinFactY="-100000" custLinFactNeighborX="98615" custLinFactNeighborY="-120084">
        <dgm:presLayoutVars>
          <dgm:chPref val="3"/>
        </dgm:presLayoutVars>
      </dgm:prSet>
      <dgm:spPr/>
    </dgm:pt>
    <dgm:pt modelId="{86ADBEA7-8F8B-4DFA-85BF-6EC1DCD7D017}" type="pres">
      <dgm:prSet presAssocID="{8D529F64-12FF-454E-AC4B-128384ED429B}" presName="rootConnector" presStyleLbl="node2" presStyleIdx="0" presStyleCnt="1"/>
      <dgm:spPr/>
    </dgm:pt>
    <dgm:pt modelId="{65614CE0-E687-4DC7-9480-682FFA14B84E}" type="pres">
      <dgm:prSet presAssocID="{8D529F64-12FF-454E-AC4B-128384ED429B}" presName="hierChild4" presStyleCnt="0"/>
      <dgm:spPr/>
    </dgm:pt>
    <dgm:pt modelId="{D8001133-FE11-4B5C-BD23-C107F08B1FB0}" type="pres">
      <dgm:prSet presAssocID="{8D529F64-12FF-454E-AC4B-128384ED429B}" presName="hierChild5" presStyleCnt="0"/>
      <dgm:spPr/>
    </dgm:pt>
    <dgm:pt modelId="{3FF0DEC6-CF6C-472E-AECE-F7F411CBF096}" type="pres">
      <dgm:prSet presAssocID="{B68FDE23-F0AA-4E1E-9C20-2BE9C5465C83}" presName="hierChild3" presStyleCnt="0"/>
      <dgm:spPr/>
    </dgm:pt>
    <dgm:pt modelId="{9B1EA4B9-763F-4705-A3D6-6A5F52BB33C2}" type="pres">
      <dgm:prSet presAssocID="{04EA41E1-F425-412C-8CF7-34B99F3A262B}" presName="Name111" presStyleLbl="parChTrans1D2" presStyleIdx="1" presStyleCnt="2"/>
      <dgm:spPr/>
    </dgm:pt>
    <dgm:pt modelId="{C2D82915-5028-4125-9BB1-8F67E918E46E}" type="pres">
      <dgm:prSet presAssocID="{36A8ED34-1F93-4B0A-9932-0FAAE6D4F63C}" presName="hierRoot3" presStyleCnt="0">
        <dgm:presLayoutVars>
          <dgm:hierBranch val="init"/>
        </dgm:presLayoutVars>
      </dgm:prSet>
      <dgm:spPr/>
    </dgm:pt>
    <dgm:pt modelId="{9B68F7AA-8DE3-49B8-AA9D-94718897CC56}" type="pres">
      <dgm:prSet presAssocID="{36A8ED34-1F93-4B0A-9932-0FAAE6D4F63C}" presName="rootComposite3" presStyleCnt="0"/>
      <dgm:spPr/>
    </dgm:pt>
    <dgm:pt modelId="{A3674923-81DA-42B5-84A4-AB86EED7CA50}" type="pres">
      <dgm:prSet presAssocID="{36A8ED34-1F93-4B0A-9932-0FAAE6D4F63C}" presName="rootText3" presStyleLbl="asst1" presStyleIdx="0" presStyleCnt="3" custLinFactX="-42046" custLinFactNeighborX="-100000" custLinFactNeighborY="-7172">
        <dgm:presLayoutVars>
          <dgm:chPref val="3"/>
        </dgm:presLayoutVars>
      </dgm:prSet>
      <dgm:spPr/>
    </dgm:pt>
    <dgm:pt modelId="{1CD64F5F-BC2F-47E1-BA94-30C3F8D85162}" type="pres">
      <dgm:prSet presAssocID="{36A8ED34-1F93-4B0A-9932-0FAAE6D4F63C}" presName="rootConnector3" presStyleLbl="asst1" presStyleIdx="0" presStyleCnt="3"/>
      <dgm:spPr/>
    </dgm:pt>
    <dgm:pt modelId="{287DB746-F435-47C8-BABD-13B47E3B4CB8}" type="pres">
      <dgm:prSet presAssocID="{36A8ED34-1F93-4B0A-9932-0FAAE6D4F63C}" presName="hierChild6" presStyleCnt="0"/>
      <dgm:spPr/>
    </dgm:pt>
    <dgm:pt modelId="{094BFC96-AEC1-4396-ADD5-9FD31DF79C20}" type="pres">
      <dgm:prSet presAssocID="{36A8ED34-1F93-4B0A-9932-0FAAE6D4F63C}" presName="hierChild7" presStyleCnt="0"/>
      <dgm:spPr/>
    </dgm:pt>
    <dgm:pt modelId="{B5D66214-F702-4EB0-80AD-7C310512914B}" type="pres">
      <dgm:prSet presAssocID="{4F0098D6-8D7D-4FF0-8620-12EFE558A9E1}" presName="Name111" presStyleLbl="parChTrans1D3" presStyleIdx="0" presStyleCnt="2"/>
      <dgm:spPr/>
    </dgm:pt>
    <dgm:pt modelId="{A3BB06B0-841F-471B-AA64-A47FDA43BC01}" type="pres">
      <dgm:prSet presAssocID="{63AF0D5C-26AF-4F2A-BD31-0EDDE990D034}" presName="hierRoot3" presStyleCnt="0">
        <dgm:presLayoutVars>
          <dgm:hierBranch val="init"/>
        </dgm:presLayoutVars>
      </dgm:prSet>
      <dgm:spPr/>
    </dgm:pt>
    <dgm:pt modelId="{20ED34FC-2A68-4130-B70B-7ACE6A040437}" type="pres">
      <dgm:prSet presAssocID="{63AF0D5C-26AF-4F2A-BD31-0EDDE990D034}" presName="rootComposite3" presStyleCnt="0"/>
      <dgm:spPr/>
    </dgm:pt>
    <dgm:pt modelId="{7252F786-A1C2-43B5-8EFD-1151BDB00816}" type="pres">
      <dgm:prSet presAssocID="{63AF0D5C-26AF-4F2A-BD31-0EDDE990D034}" presName="rootText3" presStyleLbl="asst1" presStyleIdx="1" presStyleCnt="3" custLinFactX="-83543" custLinFactY="10059" custLinFactNeighborX="-100000" custLinFactNeighborY="100000">
        <dgm:presLayoutVars>
          <dgm:chPref val="3"/>
        </dgm:presLayoutVars>
      </dgm:prSet>
      <dgm:spPr/>
    </dgm:pt>
    <dgm:pt modelId="{78DE5F70-514D-4B00-AC9A-52621AE28491}" type="pres">
      <dgm:prSet presAssocID="{63AF0D5C-26AF-4F2A-BD31-0EDDE990D034}" presName="rootConnector3" presStyleLbl="asst1" presStyleIdx="1" presStyleCnt="3"/>
      <dgm:spPr/>
    </dgm:pt>
    <dgm:pt modelId="{BF2BAC2D-655C-42EF-9287-4AFE5867EA05}" type="pres">
      <dgm:prSet presAssocID="{63AF0D5C-26AF-4F2A-BD31-0EDDE990D034}" presName="hierChild6" presStyleCnt="0"/>
      <dgm:spPr/>
    </dgm:pt>
    <dgm:pt modelId="{B7D83EC7-A88C-48AE-888B-F1CCEE5C0FB1}" type="pres">
      <dgm:prSet presAssocID="{63AF0D5C-26AF-4F2A-BD31-0EDDE990D034}" presName="hierChild7" presStyleCnt="0"/>
      <dgm:spPr/>
    </dgm:pt>
    <dgm:pt modelId="{5FF347F5-53C7-4F70-8014-218E886214E8}" type="pres">
      <dgm:prSet presAssocID="{5348EC79-F30C-477D-B839-CB585576CD63}" presName="Name111" presStyleLbl="parChTrans1D3" presStyleIdx="1" presStyleCnt="2"/>
      <dgm:spPr/>
    </dgm:pt>
    <dgm:pt modelId="{AFC8E35F-05F9-494E-B560-BA80554CF56E}" type="pres">
      <dgm:prSet presAssocID="{FDAE4AE5-3758-40F7-AB43-3CD1871D19D9}" presName="hierRoot3" presStyleCnt="0">
        <dgm:presLayoutVars>
          <dgm:hierBranch val="init"/>
        </dgm:presLayoutVars>
      </dgm:prSet>
      <dgm:spPr/>
    </dgm:pt>
    <dgm:pt modelId="{7280686A-19F7-4B26-A56C-AE8B4FFB8408}" type="pres">
      <dgm:prSet presAssocID="{FDAE4AE5-3758-40F7-AB43-3CD1871D19D9}" presName="rootComposite3" presStyleCnt="0"/>
      <dgm:spPr/>
    </dgm:pt>
    <dgm:pt modelId="{68AFCCEE-55DE-40D3-BDA7-D8E50E13E4B8}" type="pres">
      <dgm:prSet presAssocID="{FDAE4AE5-3758-40F7-AB43-3CD1871D19D9}" presName="rootText3" presStyleLbl="asst1" presStyleIdx="2" presStyleCnt="3" custLinFactY="10060" custLinFactNeighborX="-98457" custLinFactNeighborY="100000">
        <dgm:presLayoutVars>
          <dgm:chPref val="3"/>
        </dgm:presLayoutVars>
      </dgm:prSet>
      <dgm:spPr/>
    </dgm:pt>
    <dgm:pt modelId="{87067EC8-34EE-43AF-AED7-A91D30D46FC5}" type="pres">
      <dgm:prSet presAssocID="{FDAE4AE5-3758-40F7-AB43-3CD1871D19D9}" presName="rootConnector3" presStyleLbl="asst1" presStyleIdx="2" presStyleCnt="3"/>
      <dgm:spPr/>
    </dgm:pt>
    <dgm:pt modelId="{0DBDC893-D4F5-48C2-825B-F5E026CCF702}" type="pres">
      <dgm:prSet presAssocID="{FDAE4AE5-3758-40F7-AB43-3CD1871D19D9}" presName="hierChild6" presStyleCnt="0"/>
      <dgm:spPr/>
    </dgm:pt>
    <dgm:pt modelId="{CB1C0C58-C98A-49C4-94A6-0233CD80B21F}" type="pres">
      <dgm:prSet presAssocID="{FDAE4AE5-3758-40F7-AB43-3CD1871D19D9}" presName="hierChild7" presStyleCnt="0"/>
      <dgm:spPr/>
    </dgm:pt>
  </dgm:ptLst>
  <dgm:cxnLst>
    <dgm:cxn modelId="{C3B5AC06-43EF-4E49-B304-E67A5BE78FE5}" type="presOf" srcId="{63AF0D5C-26AF-4F2A-BD31-0EDDE990D034}" destId="{78DE5F70-514D-4B00-AC9A-52621AE28491}" srcOrd="1" destOrd="0" presId="urn:microsoft.com/office/officeart/2005/8/layout/orgChart1"/>
    <dgm:cxn modelId="{42C47213-2BAE-4CEA-BD89-CDD42B5294DE}" type="presOf" srcId="{8D529F64-12FF-454E-AC4B-128384ED429B}" destId="{D4DE32F4-3B31-4040-AF53-4C29882EA0E2}" srcOrd="0" destOrd="0" presId="urn:microsoft.com/office/officeart/2005/8/layout/orgChart1"/>
    <dgm:cxn modelId="{6ED0A714-FF97-4B7A-95A6-D817D215F1C1}" type="presOf" srcId="{4F0098D6-8D7D-4FF0-8620-12EFE558A9E1}" destId="{B5D66214-F702-4EB0-80AD-7C310512914B}" srcOrd="0" destOrd="0" presId="urn:microsoft.com/office/officeart/2005/8/layout/orgChart1"/>
    <dgm:cxn modelId="{234E6E25-9EA9-47B0-9F5D-651A0A37F808}" srcId="{B68FDE23-F0AA-4E1E-9C20-2BE9C5465C83}" destId="{36A8ED34-1F93-4B0A-9932-0FAAE6D4F63C}" srcOrd="0" destOrd="0" parTransId="{04EA41E1-F425-412C-8CF7-34B99F3A262B}" sibTransId="{8F2D2069-72C1-4C22-9C85-FF496FC1CE56}"/>
    <dgm:cxn modelId="{D11ABD2D-392B-4CA1-AEBC-CAE704B38FAE}" type="presOf" srcId="{36A8ED34-1F93-4B0A-9932-0FAAE6D4F63C}" destId="{1CD64F5F-BC2F-47E1-BA94-30C3F8D85162}" srcOrd="1" destOrd="0" presId="urn:microsoft.com/office/officeart/2005/8/layout/orgChart1"/>
    <dgm:cxn modelId="{0D8A9C31-A547-4D1B-A806-61B9DC59F913}" type="presOf" srcId="{FDAE4AE5-3758-40F7-AB43-3CD1871D19D9}" destId="{87067EC8-34EE-43AF-AED7-A91D30D46FC5}" srcOrd="1" destOrd="0" presId="urn:microsoft.com/office/officeart/2005/8/layout/orgChart1"/>
    <dgm:cxn modelId="{8C56CE5C-F6B7-445C-A785-57B6C33C321E}" type="presOf" srcId="{63AF0D5C-26AF-4F2A-BD31-0EDDE990D034}" destId="{7252F786-A1C2-43B5-8EFD-1151BDB00816}" srcOrd="0" destOrd="0" presId="urn:microsoft.com/office/officeart/2005/8/layout/orgChart1"/>
    <dgm:cxn modelId="{500B7F47-1734-4EA0-BDDF-FA47709C2636}" type="presOf" srcId="{B68FDE23-F0AA-4E1E-9C20-2BE9C5465C83}" destId="{E993437C-D0D9-4680-AAFB-25D4D13BE3C2}" srcOrd="1" destOrd="0" presId="urn:microsoft.com/office/officeart/2005/8/layout/orgChart1"/>
    <dgm:cxn modelId="{E373C570-6A5D-4641-8BD2-1DD1A06CAA7E}" type="presOf" srcId="{5348EC79-F30C-477D-B839-CB585576CD63}" destId="{5FF347F5-53C7-4F70-8014-218E886214E8}" srcOrd="0" destOrd="0" presId="urn:microsoft.com/office/officeart/2005/8/layout/orgChart1"/>
    <dgm:cxn modelId="{3B53F554-E89A-4983-95BF-80200CD67C79}" type="presOf" srcId="{04EA41E1-F425-412C-8CF7-34B99F3A262B}" destId="{9B1EA4B9-763F-4705-A3D6-6A5F52BB33C2}" srcOrd="0" destOrd="0" presId="urn:microsoft.com/office/officeart/2005/8/layout/orgChart1"/>
    <dgm:cxn modelId="{09F5F678-B914-4AE0-AD76-9CA93B8B9290}" srcId="{36A8ED34-1F93-4B0A-9932-0FAAE6D4F63C}" destId="{63AF0D5C-26AF-4F2A-BD31-0EDDE990D034}" srcOrd="0" destOrd="0" parTransId="{4F0098D6-8D7D-4FF0-8620-12EFE558A9E1}" sibTransId="{E94318ED-2F18-4CCE-B8F9-B9F3CE3FC9D7}"/>
    <dgm:cxn modelId="{93B1AE79-D889-4DD5-ACB3-94247420E92C}" srcId="{36A8ED34-1F93-4B0A-9932-0FAAE6D4F63C}" destId="{FDAE4AE5-3758-40F7-AB43-3CD1871D19D9}" srcOrd="1" destOrd="0" parTransId="{5348EC79-F30C-477D-B839-CB585576CD63}" sibTransId="{05F8441D-6E88-4219-AB59-F817FD5E9F17}"/>
    <dgm:cxn modelId="{0681C695-3668-41B6-92B7-10EF9E19E19A}" type="presOf" srcId="{C8E9F5BA-5968-4D5B-915B-54F08F606DC5}" destId="{D1BDB83E-2765-442D-8B23-EAB97155453A}" srcOrd="0" destOrd="0" presId="urn:microsoft.com/office/officeart/2005/8/layout/orgChart1"/>
    <dgm:cxn modelId="{42C087A8-D778-45FC-BC64-2A23261128D6}" type="presOf" srcId="{B68FDE23-F0AA-4E1E-9C20-2BE9C5465C83}" destId="{EEE873F9-6608-4BC4-B7CD-B80536F387BA}" srcOrd="0" destOrd="0" presId="urn:microsoft.com/office/officeart/2005/8/layout/orgChart1"/>
    <dgm:cxn modelId="{0B5604BA-67C5-4112-B34D-F416FD8752F6}" srcId="{B68FDE23-F0AA-4E1E-9C20-2BE9C5465C83}" destId="{8D529F64-12FF-454E-AC4B-128384ED429B}" srcOrd="1" destOrd="0" parTransId="{C8E9F5BA-5968-4D5B-915B-54F08F606DC5}" sibTransId="{5900E75F-C3B6-4E29-B0EE-7EB4878AA258}"/>
    <dgm:cxn modelId="{FCA2F2C1-2845-470C-B8C5-BE0C57B7644B}" type="presOf" srcId="{8D529F64-12FF-454E-AC4B-128384ED429B}" destId="{86ADBEA7-8F8B-4DFA-85BF-6EC1DCD7D017}" srcOrd="1" destOrd="0" presId="urn:microsoft.com/office/officeart/2005/8/layout/orgChart1"/>
    <dgm:cxn modelId="{7DE705C9-D47E-48A9-89C2-E9DF9E5217D4}" srcId="{9F947ADB-733C-40BA-8187-2D20CAE48038}" destId="{B68FDE23-F0AA-4E1E-9C20-2BE9C5465C83}" srcOrd="0" destOrd="0" parTransId="{068D5591-1D6B-451D-80F9-5D4F9BF69B8E}" sibTransId="{AAE495FA-BAE3-4CF3-BD46-024CF2FE097C}"/>
    <dgm:cxn modelId="{E2A1C8DA-E41A-4444-8C52-CA923B8A4F1C}" type="presOf" srcId="{36A8ED34-1F93-4B0A-9932-0FAAE6D4F63C}" destId="{A3674923-81DA-42B5-84A4-AB86EED7CA50}" srcOrd="0" destOrd="0" presId="urn:microsoft.com/office/officeart/2005/8/layout/orgChart1"/>
    <dgm:cxn modelId="{49D7F6E2-D160-44A3-98A9-EAA3496E7909}" type="presOf" srcId="{9F947ADB-733C-40BA-8187-2D20CAE48038}" destId="{BB260DD8-8C8F-4B6F-8D84-15C025C6CB81}" srcOrd="0" destOrd="0" presId="urn:microsoft.com/office/officeart/2005/8/layout/orgChart1"/>
    <dgm:cxn modelId="{92D061EA-5D0E-433F-AAEE-214D595E6F69}" type="presOf" srcId="{FDAE4AE5-3758-40F7-AB43-3CD1871D19D9}" destId="{68AFCCEE-55DE-40D3-BDA7-D8E50E13E4B8}" srcOrd="0" destOrd="0" presId="urn:microsoft.com/office/officeart/2005/8/layout/orgChart1"/>
    <dgm:cxn modelId="{67E33E3B-47E9-4A13-B461-3BD7385B04E7}" type="presParOf" srcId="{BB260DD8-8C8F-4B6F-8D84-15C025C6CB81}" destId="{13B37C02-0C8F-4C51-A3A2-BF13076CD2D8}" srcOrd="0" destOrd="0" presId="urn:microsoft.com/office/officeart/2005/8/layout/orgChart1"/>
    <dgm:cxn modelId="{5C2457D6-A304-42EC-88C1-FB7C6ED5659A}" type="presParOf" srcId="{13B37C02-0C8F-4C51-A3A2-BF13076CD2D8}" destId="{ACB5EDA9-4215-40E5-A5D6-B10282C1CD27}" srcOrd="0" destOrd="0" presId="urn:microsoft.com/office/officeart/2005/8/layout/orgChart1"/>
    <dgm:cxn modelId="{2C3ED66D-93D3-4BC7-99A3-B9312E59DB74}" type="presParOf" srcId="{ACB5EDA9-4215-40E5-A5D6-B10282C1CD27}" destId="{EEE873F9-6608-4BC4-B7CD-B80536F387BA}" srcOrd="0" destOrd="0" presId="urn:microsoft.com/office/officeart/2005/8/layout/orgChart1"/>
    <dgm:cxn modelId="{F1BDC9D8-C7B8-4B12-9AEB-AD0306A42ADC}" type="presParOf" srcId="{ACB5EDA9-4215-40E5-A5D6-B10282C1CD27}" destId="{E993437C-D0D9-4680-AAFB-25D4D13BE3C2}" srcOrd="1" destOrd="0" presId="urn:microsoft.com/office/officeart/2005/8/layout/orgChart1"/>
    <dgm:cxn modelId="{43B2962C-01A6-4958-8DD1-AC0506475B9B}" type="presParOf" srcId="{13B37C02-0C8F-4C51-A3A2-BF13076CD2D8}" destId="{2E64DBF5-8914-4012-8522-09C8050972DD}" srcOrd="1" destOrd="0" presId="urn:microsoft.com/office/officeart/2005/8/layout/orgChart1"/>
    <dgm:cxn modelId="{62256BB3-A502-41CC-B7A7-3B17F8C213AC}" type="presParOf" srcId="{2E64DBF5-8914-4012-8522-09C8050972DD}" destId="{D1BDB83E-2765-442D-8B23-EAB97155453A}" srcOrd="0" destOrd="0" presId="urn:microsoft.com/office/officeart/2005/8/layout/orgChart1"/>
    <dgm:cxn modelId="{A468BA77-A2D7-4683-AA6D-3EF36D2C7555}" type="presParOf" srcId="{2E64DBF5-8914-4012-8522-09C8050972DD}" destId="{C5134AED-5293-4D0E-A67B-66D74091C233}" srcOrd="1" destOrd="0" presId="urn:microsoft.com/office/officeart/2005/8/layout/orgChart1"/>
    <dgm:cxn modelId="{DBFB3825-86B5-4F4A-AD4F-7CE1E0508E4E}" type="presParOf" srcId="{C5134AED-5293-4D0E-A67B-66D74091C233}" destId="{456E0232-3EAE-4CAC-B40F-3DC01198A373}" srcOrd="0" destOrd="0" presId="urn:microsoft.com/office/officeart/2005/8/layout/orgChart1"/>
    <dgm:cxn modelId="{6C62E0AC-D7F4-46A5-A607-9AC6C6E851A9}" type="presParOf" srcId="{456E0232-3EAE-4CAC-B40F-3DC01198A373}" destId="{D4DE32F4-3B31-4040-AF53-4C29882EA0E2}" srcOrd="0" destOrd="0" presId="urn:microsoft.com/office/officeart/2005/8/layout/orgChart1"/>
    <dgm:cxn modelId="{952CF0BE-D4D9-4FC8-997C-EFDB2B9DF4A0}" type="presParOf" srcId="{456E0232-3EAE-4CAC-B40F-3DC01198A373}" destId="{86ADBEA7-8F8B-4DFA-85BF-6EC1DCD7D017}" srcOrd="1" destOrd="0" presId="urn:microsoft.com/office/officeart/2005/8/layout/orgChart1"/>
    <dgm:cxn modelId="{A0DFAC07-9CFD-421B-9190-7561E66A1DD8}" type="presParOf" srcId="{C5134AED-5293-4D0E-A67B-66D74091C233}" destId="{65614CE0-E687-4DC7-9480-682FFA14B84E}" srcOrd="1" destOrd="0" presId="urn:microsoft.com/office/officeart/2005/8/layout/orgChart1"/>
    <dgm:cxn modelId="{00B5D653-AB70-44E6-8585-9394F92DE416}" type="presParOf" srcId="{C5134AED-5293-4D0E-A67B-66D74091C233}" destId="{D8001133-FE11-4B5C-BD23-C107F08B1FB0}" srcOrd="2" destOrd="0" presId="urn:microsoft.com/office/officeart/2005/8/layout/orgChart1"/>
    <dgm:cxn modelId="{4A7C38B3-6BFD-4CD1-846A-4F8CB742F6F1}" type="presParOf" srcId="{13B37C02-0C8F-4C51-A3A2-BF13076CD2D8}" destId="{3FF0DEC6-CF6C-472E-AECE-F7F411CBF096}" srcOrd="2" destOrd="0" presId="urn:microsoft.com/office/officeart/2005/8/layout/orgChart1"/>
    <dgm:cxn modelId="{9D762DE7-3C5A-47CE-B5BB-C3292DD97AC9}" type="presParOf" srcId="{3FF0DEC6-CF6C-472E-AECE-F7F411CBF096}" destId="{9B1EA4B9-763F-4705-A3D6-6A5F52BB33C2}" srcOrd="0" destOrd="0" presId="urn:microsoft.com/office/officeart/2005/8/layout/orgChart1"/>
    <dgm:cxn modelId="{B7728691-2CAA-4EB3-97AA-1FEE0C7BADE9}" type="presParOf" srcId="{3FF0DEC6-CF6C-472E-AECE-F7F411CBF096}" destId="{C2D82915-5028-4125-9BB1-8F67E918E46E}" srcOrd="1" destOrd="0" presId="urn:microsoft.com/office/officeart/2005/8/layout/orgChart1"/>
    <dgm:cxn modelId="{846E5F46-2B6C-4D8B-9CF4-8798133A8153}" type="presParOf" srcId="{C2D82915-5028-4125-9BB1-8F67E918E46E}" destId="{9B68F7AA-8DE3-49B8-AA9D-94718897CC56}" srcOrd="0" destOrd="0" presId="urn:microsoft.com/office/officeart/2005/8/layout/orgChart1"/>
    <dgm:cxn modelId="{7F295809-CF5B-4A5C-8498-A7A9ADA8D546}" type="presParOf" srcId="{9B68F7AA-8DE3-49B8-AA9D-94718897CC56}" destId="{A3674923-81DA-42B5-84A4-AB86EED7CA50}" srcOrd="0" destOrd="0" presId="urn:microsoft.com/office/officeart/2005/8/layout/orgChart1"/>
    <dgm:cxn modelId="{36A75973-8671-4EC3-8E17-01979D649AC3}" type="presParOf" srcId="{9B68F7AA-8DE3-49B8-AA9D-94718897CC56}" destId="{1CD64F5F-BC2F-47E1-BA94-30C3F8D85162}" srcOrd="1" destOrd="0" presId="urn:microsoft.com/office/officeart/2005/8/layout/orgChart1"/>
    <dgm:cxn modelId="{0690AA0F-6F5F-4820-B05F-EECB6D41F551}" type="presParOf" srcId="{C2D82915-5028-4125-9BB1-8F67E918E46E}" destId="{287DB746-F435-47C8-BABD-13B47E3B4CB8}" srcOrd="1" destOrd="0" presId="urn:microsoft.com/office/officeart/2005/8/layout/orgChart1"/>
    <dgm:cxn modelId="{79ED94D3-446C-4D90-B855-404133685432}" type="presParOf" srcId="{C2D82915-5028-4125-9BB1-8F67E918E46E}" destId="{094BFC96-AEC1-4396-ADD5-9FD31DF79C20}" srcOrd="2" destOrd="0" presId="urn:microsoft.com/office/officeart/2005/8/layout/orgChart1"/>
    <dgm:cxn modelId="{B17DEB27-5AF0-40F3-AC7A-A6835D26542E}" type="presParOf" srcId="{094BFC96-AEC1-4396-ADD5-9FD31DF79C20}" destId="{B5D66214-F702-4EB0-80AD-7C310512914B}" srcOrd="0" destOrd="0" presId="urn:microsoft.com/office/officeart/2005/8/layout/orgChart1"/>
    <dgm:cxn modelId="{92F1F34F-C673-452C-9C2E-A26AA7AB1A3E}" type="presParOf" srcId="{094BFC96-AEC1-4396-ADD5-9FD31DF79C20}" destId="{A3BB06B0-841F-471B-AA64-A47FDA43BC01}" srcOrd="1" destOrd="0" presId="urn:microsoft.com/office/officeart/2005/8/layout/orgChart1"/>
    <dgm:cxn modelId="{EEF4EF7F-04EE-4F60-8B2B-7AE2C96A47B3}" type="presParOf" srcId="{A3BB06B0-841F-471B-AA64-A47FDA43BC01}" destId="{20ED34FC-2A68-4130-B70B-7ACE6A040437}" srcOrd="0" destOrd="0" presId="urn:microsoft.com/office/officeart/2005/8/layout/orgChart1"/>
    <dgm:cxn modelId="{3053AD73-C605-4D7E-84F1-F4A1BC9AF987}" type="presParOf" srcId="{20ED34FC-2A68-4130-B70B-7ACE6A040437}" destId="{7252F786-A1C2-43B5-8EFD-1151BDB00816}" srcOrd="0" destOrd="0" presId="urn:microsoft.com/office/officeart/2005/8/layout/orgChart1"/>
    <dgm:cxn modelId="{76A0BE61-1A53-4BEB-B32E-27D6BEA7DC94}" type="presParOf" srcId="{20ED34FC-2A68-4130-B70B-7ACE6A040437}" destId="{78DE5F70-514D-4B00-AC9A-52621AE28491}" srcOrd="1" destOrd="0" presId="urn:microsoft.com/office/officeart/2005/8/layout/orgChart1"/>
    <dgm:cxn modelId="{CFE85794-93AE-4EAB-B1F6-84269F7837A3}" type="presParOf" srcId="{A3BB06B0-841F-471B-AA64-A47FDA43BC01}" destId="{BF2BAC2D-655C-42EF-9287-4AFE5867EA05}" srcOrd="1" destOrd="0" presId="urn:microsoft.com/office/officeart/2005/8/layout/orgChart1"/>
    <dgm:cxn modelId="{D4F9334A-F3A6-4EFD-86DA-A283ADAEB147}" type="presParOf" srcId="{A3BB06B0-841F-471B-AA64-A47FDA43BC01}" destId="{B7D83EC7-A88C-48AE-888B-F1CCEE5C0FB1}" srcOrd="2" destOrd="0" presId="urn:microsoft.com/office/officeart/2005/8/layout/orgChart1"/>
    <dgm:cxn modelId="{3150B611-1D4B-4281-83C9-ACF7BAEFB785}" type="presParOf" srcId="{094BFC96-AEC1-4396-ADD5-9FD31DF79C20}" destId="{5FF347F5-53C7-4F70-8014-218E886214E8}" srcOrd="2" destOrd="0" presId="urn:microsoft.com/office/officeart/2005/8/layout/orgChart1"/>
    <dgm:cxn modelId="{8F8C024B-0B30-4E3C-AB11-269F5B637486}" type="presParOf" srcId="{094BFC96-AEC1-4396-ADD5-9FD31DF79C20}" destId="{AFC8E35F-05F9-494E-B560-BA80554CF56E}" srcOrd="3" destOrd="0" presId="urn:microsoft.com/office/officeart/2005/8/layout/orgChart1"/>
    <dgm:cxn modelId="{FB6D956D-A3B6-44EF-AEC6-8EBE7DB612FD}" type="presParOf" srcId="{AFC8E35F-05F9-494E-B560-BA80554CF56E}" destId="{7280686A-19F7-4B26-A56C-AE8B4FFB8408}" srcOrd="0" destOrd="0" presId="urn:microsoft.com/office/officeart/2005/8/layout/orgChart1"/>
    <dgm:cxn modelId="{72BCA565-7A0B-425A-8F94-94FECFDD9620}" type="presParOf" srcId="{7280686A-19F7-4B26-A56C-AE8B4FFB8408}" destId="{68AFCCEE-55DE-40D3-BDA7-D8E50E13E4B8}" srcOrd="0" destOrd="0" presId="urn:microsoft.com/office/officeart/2005/8/layout/orgChart1"/>
    <dgm:cxn modelId="{D40F3094-20BC-478B-A41B-D65D137EC991}" type="presParOf" srcId="{7280686A-19F7-4B26-A56C-AE8B4FFB8408}" destId="{87067EC8-34EE-43AF-AED7-A91D30D46FC5}" srcOrd="1" destOrd="0" presId="urn:microsoft.com/office/officeart/2005/8/layout/orgChart1"/>
    <dgm:cxn modelId="{2C55F2D2-002F-4609-BCB7-CDCA019D932C}" type="presParOf" srcId="{AFC8E35F-05F9-494E-B560-BA80554CF56E}" destId="{0DBDC893-D4F5-48C2-825B-F5E026CCF702}" srcOrd="1" destOrd="0" presId="urn:microsoft.com/office/officeart/2005/8/layout/orgChart1"/>
    <dgm:cxn modelId="{430E607E-10F3-4FBE-A136-8ACBD68CF79A}" type="presParOf" srcId="{AFC8E35F-05F9-494E-B560-BA80554CF56E}" destId="{CB1C0C58-C98A-49C4-94A6-0233CD80B21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9F947ADB-733C-40BA-8187-2D20CAE48038}" type="doc">
      <dgm:prSet loTypeId="urn:microsoft.com/office/officeart/2005/8/layout/orgChart1" loCatId="hierarchy" qsTypeId="urn:microsoft.com/office/officeart/2005/8/quickstyle/3d6" qsCatId="3D" csTypeId="urn:microsoft.com/office/officeart/2005/8/colors/accent0_3" csCatId="mainScheme" phldr="1"/>
      <dgm:spPr/>
      <dgm:t>
        <a:bodyPr/>
        <a:lstStyle/>
        <a:p>
          <a:endParaRPr lang="en-IN"/>
        </a:p>
      </dgm:t>
    </dgm:pt>
    <dgm:pt modelId="{B68FDE23-F0AA-4E1E-9C20-2BE9C5465C83}">
      <dgm:prSet phldrT="[Text]" phldr="0" custT="1"/>
      <dgm:spPr/>
      <dgm:t>
        <a:bodyPr/>
        <a:lstStyle/>
        <a:p>
          <a:r>
            <a:rPr lang="en-IN" sz="1800" dirty="0"/>
            <a:t>Vehicle</a:t>
          </a:r>
        </a:p>
      </dgm:t>
    </dgm:pt>
    <dgm:pt modelId="{068D5591-1D6B-451D-80F9-5D4F9BF69B8E}" type="parTrans" cxnId="{7DE705C9-D47E-48A9-89C2-E9DF9E5217D4}">
      <dgm:prSet/>
      <dgm:spPr/>
      <dgm:t>
        <a:bodyPr/>
        <a:lstStyle/>
        <a:p>
          <a:endParaRPr lang="en-IN"/>
        </a:p>
      </dgm:t>
    </dgm:pt>
    <dgm:pt modelId="{AAE495FA-BAE3-4CF3-BD46-024CF2FE097C}" type="sibTrans" cxnId="{7DE705C9-D47E-48A9-89C2-E9DF9E5217D4}">
      <dgm:prSet/>
      <dgm:spPr/>
      <dgm:t>
        <a:bodyPr/>
        <a:lstStyle/>
        <a:p>
          <a:endParaRPr lang="en-IN"/>
        </a:p>
      </dgm:t>
    </dgm:pt>
    <dgm:pt modelId="{36A8ED34-1F93-4B0A-9932-0FAAE6D4F63C}" type="asst">
      <dgm:prSet phldrT="[Text]" phldr="0" custT="1"/>
      <dgm:spPr/>
      <dgm:t>
        <a:bodyPr/>
        <a:lstStyle/>
        <a:p>
          <a:r>
            <a:rPr lang="en-IN" sz="1800" dirty="0"/>
            <a:t>Car</a:t>
          </a:r>
        </a:p>
      </dgm:t>
    </dgm:pt>
    <dgm:pt modelId="{04EA41E1-F425-412C-8CF7-34B99F3A262B}" type="parTrans" cxnId="{234E6E25-9EA9-47B0-9F5D-651A0A37F808}">
      <dgm:prSet/>
      <dgm:spPr/>
      <dgm:t>
        <a:bodyPr/>
        <a:lstStyle/>
        <a:p>
          <a:endParaRPr lang="en-IN"/>
        </a:p>
      </dgm:t>
    </dgm:pt>
    <dgm:pt modelId="{8F2D2069-72C1-4C22-9C85-FF496FC1CE56}" type="sibTrans" cxnId="{234E6E25-9EA9-47B0-9F5D-651A0A37F808}">
      <dgm:prSet/>
      <dgm:spPr/>
      <dgm:t>
        <a:bodyPr/>
        <a:lstStyle/>
        <a:p>
          <a:endParaRPr lang="en-IN"/>
        </a:p>
      </dgm:t>
    </dgm:pt>
    <dgm:pt modelId="{8D529F64-12FF-454E-AC4B-128384ED429B}">
      <dgm:prSet phldrT="[Text]" phldr="0" custT="1"/>
      <dgm:spPr/>
      <dgm:t>
        <a:bodyPr/>
        <a:lstStyle/>
        <a:p>
          <a:r>
            <a:rPr lang="en-IN" sz="1800" dirty="0"/>
            <a:t>Bike</a:t>
          </a:r>
        </a:p>
      </dgm:t>
    </dgm:pt>
    <dgm:pt modelId="{C8E9F5BA-5968-4D5B-915B-54F08F606DC5}" type="parTrans" cxnId="{0B5604BA-67C5-4112-B34D-F416FD8752F6}">
      <dgm:prSet/>
      <dgm:spPr/>
      <dgm:t>
        <a:bodyPr/>
        <a:lstStyle/>
        <a:p>
          <a:endParaRPr lang="en-IN"/>
        </a:p>
      </dgm:t>
    </dgm:pt>
    <dgm:pt modelId="{5900E75F-C3B6-4E29-B0EE-7EB4878AA258}" type="sibTrans" cxnId="{0B5604BA-67C5-4112-B34D-F416FD8752F6}">
      <dgm:prSet/>
      <dgm:spPr/>
      <dgm:t>
        <a:bodyPr/>
        <a:lstStyle/>
        <a:p>
          <a:endParaRPr lang="en-IN"/>
        </a:p>
      </dgm:t>
    </dgm:pt>
    <dgm:pt modelId="{63AF0D5C-26AF-4F2A-BD31-0EDDE990D034}" type="asst">
      <dgm:prSet phldrT="[Text]" phldr="0" custT="1"/>
      <dgm:spPr/>
      <dgm:t>
        <a:bodyPr/>
        <a:lstStyle/>
        <a:p>
          <a:r>
            <a:rPr lang="en-IN" sz="1800" dirty="0"/>
            <a:t>ICE car</a:t>
          </a:r>
        </a:p>
      </dgm:t>
    </dgm:pt>
    <dgm:pt modelId="{4F0098D6-8D7D-4FF0-8620-12EFE558A9E1}" type="parTrans" cxnId="{09F5F678-B914-4AE0-AD76-9CA93B8B9290}">
      <dgm:prSet/>
      <dgm:spPr/>
      <dgm:t>
        <a:bodyPr/>
        <a:lstStyle/>
        <a:p>
          <a:endParaRPr lang="en-IN"/>
        </a:p>
      </dgm:t>
    </dgm:pt>
    <dgm:pt modelId="{E94318ED-2F18-4CCE-B8F9-B9F3CE3FC9D7}" type="sibTrans" cxnId="{09F5F678-B914-4AE0-AD76-9CA93B8B9290}">
      <dgm:prSet/>
      <dgm:spPr/>
      <dgm:t>
        <a:bodyPr/>
        <a:lstStyle/>
        <a:p>
          <a:endParaRPr lang="en-IN"/>
        </a:p>
      </dgm:t>
    </dgm:pt>
    <dgm:pt modelId="{FDAE4AE5-3758-40F7-AB43-3CD1871D19D9}" type="asst">
      <dgm:prSet phldrT="[Text]" phldr="0" custT="1"/>
      <dgm:spPr/>
      <dgm:t>
        <a:bodyPr/>
        <a:lstStyle/>
        <a:p>
          <a:r>
            <a:rPr lang="en-IN" sz="1800" dirty="0"/>
            <a:t>Electric car</a:t>
          </a:r>
        </a:p>
      </dgm:t>
    </dgm:pt>
    <dgm:pt modelId="{5348EC79-F30C-477D-B839-CB585576CD63}" type="parTrans" cxnId="{93B1AE79-D889-4DD5-ACB3-94247420E92C}">
      <dgm:prSet/>
      <dgm:spPr/>
      <dgm:t>
        <a:bodyPr/>
        <a:lstStyle/>
        <a:p>
          <a:endParaRPr lang="en-IN"/>
        </a:p>
      </dgm:t>
    </dgm:pt>
    <dgm:pt modelId="{05F8441D-6E88-4219-AB59-F817FD5E9F17}" type="sibTrans" cxnId="{93B1AE79-D889-4DD5-ACB3-94247420E92C}">
      <dgm:prSet/>
      <dgm:spPr/>
      <dgm:t>
        <a:bodyPr/>
        <a:lstStyle/>
        <a:p>
          <a:endParaRPr lang="en-IN"/>
        </a:p>
      </dgm:t>
    </dgm:pt>
    <dgm:pt modelId="{7488EBAA-A7C3-462E-A6CA-6BC16250DEE4}" type="asst">
      <dgm:prSet phldrT="[Text]" phldr="0" custT="1"/>
      <dgm:spPr/>
      <dgm:t>
        <a:bodyPr/>
        <a:lstStyle/>
        <a:p>
          <a:r>
            <a:rPr lang="en-IN" sz="1800"/>
            <a:t>Petrol</a:t>
          </a:r>
          <a:endParaRPr lang="en-IN" sz="1800" dirty="0"/>
        </a:p>
      </dgm:t>
    </dgm:pt>
    <dgm:pt modelId="{45D0F21B-E940-4021-986A-55AEB5EFD50B}" type="parTrans" cxnId="{74D384A3-B087-422C-8E10-FCCBE701EFF2}">
      <dgm:prSet/>
      <dgm:spPr/>
      <dgm:t>
        <a:bodyPr/>
        <a:lstStyle/>
        <a:p>
          <a:endParaRPr lang="en-IN"/>
        </a:p>
      </dgm:t>
    </dgm:pt>
    <dgm:pt modelId="{38355821-0F4E-4814-84AD-572B58CECF71}" type="sibTrans" cxnId="{74D384A3-B087-422C-8E10-FCCBE701EFF2}">
      <dgm:prSet/>
      <dgm:spPr/>
      <dgm:t>
        <a:bodyPr/>
        <a:lstStyle/>
        <a:p>
          <a:endParaRPr lang="en-IN"/>
        </a:p>
      </dgm:t>
    </dgm:pt>
    <dgm:pt modelId="{FD8EE242-463E-4260-8154-269397CDB99C}" type="asst">
      <dgm:prSet phldrT="[Text]" phldr="0" custT="1"/>
      <dgm:spPr/>
      <dgm:t>
        <a:bodyPr/>
        <a:lstStyle/>
        <a:p>
          <a:r>
            <a:rPr lang="en-IN" sz="1800"/>
            <a:t>Diesel</a:t>
          </a:r>
          <a:endParaRPr lang="en-IN" sz="1800" dirty="0"/>
        </a:p>
      </dgm:t>
    </dgm:pt>
    <dgm:pt modelId="{041FB651-AB7A-45FF-AAE2-DDF54977DB24}" type="parTrans" cxnId="{AF4A54C9-939D-4DC1-AD4C-181B529F17B8}">
      <dgm:prSet/>
      <dgm:spPr/>
      <dgm:t>
        <a:bodyPr/>
        <a:lstStyle/>
        <a:p>
          <a:endParaRPr lang="en-IN"/>
        </a:p>
      </dgm:t>
    </dgm:pt>
    <dgm:pt modelId="{EBF31A10-DC35-430B-8F13-263A5E13DB12}" type="sibTrans" cxnId="{AF4A54C9-939D-4DC1-AD4C-181B529F17B8}">
      <dgm:prSet/>
      <dgm:spPr/>
      <dgm:t>
        <a:bodyPr/>
        <a:lstStyle/>
        <a:p>
          <a:endParaRPr lang="en-IN"/>
        </a:p>
      </dgm:t>
    </dgm:pt>
    <dgm:pt modelId="{3DE17334-54E4-4A35-BAC7-706BCD6E6E26}" type="pres">
      <dgm:prSet presAssocID="{9F947ADB-733C-40BA-8187-2D20CAE48038}" presName="hierChild1" presStyleCnt="0">
        <dgm:presLayoutVars>
          <dgm:orgChart val="1"/>
          <dgm:chPref val="1"/>
          <dgm:dir/>
          <dgm:animOne val="branch"/>
          <dgm:animLvl val="lvl"/>
          <dgm:resizeHandles/>
        </dgm:presLayoutVars>
      </dgm:prSet>
      <dgm:spPr/>
    </dgm:pt>
    <dgm:pt modelId="{75E00E9F-D858-4C61-A8AE-ECE712B82D08}" type="pres">
      <dgm:prSet presAssocID="{B68FDE23-F0AA-4E1E-9C20-2BE9C5465C83}" presName="hierRoot1" presStyleCnt="0">
        <dgm:presLayoutVars>
          <dgm:hierBranch val="init"/>
        </dgm:presLayoutVars>
      </dgm:prSet>
      <dgm:spPr/>
    </dgm:pt>
    <dgm:pt modelId="{D2A9AA67-CD0D-490A-8924-3E6DD4F1545E}" type="pres">
      <dgm:prSet presAssocID="{B68FDE23-F0AA-4E1E-9C20-2BE9C5465C83}" presName="rootComposite1" presStyleCnt="0"/>
      <dgm:spPr/>
    </dgm:pt>
    <dgm:pt modelId="{B5E48934-F2DB-411C-97A5-0D5630EBFE27}" type="pres">
      <dgm:prSet presAssocID="{B68FDE23-F0AA-4E1E-9C20-2BE9C5465C83}" presName="rootText1" presStyleLbl="node0" presStyleIdx="0" presStyleCnt="1" custLinFactX="-50337" custLinFactNeighborX="-100000" custLinFactNeighborY="26687">
        <dgm:presLayoutVars>
          <dgm:chPref val="3"/>
        </dgm:presLayoutVars>
      </dgm:prSet>
      <dgm:spPr/>
    </dgm:pt>
    <dgm:pt modelId="{921158A8-E8D7-4D3A-93AB-08F4D9AAAA40}" type="pres">
      <dgm:prSet presAssocID="{B68FDE23-F0AA-4E1E-9C20-2BE9C5465C83}" presName="rootConnector1" presStyleLbl="node1" presStyleIdx="0" presStyleCnt="0"/>
      <dgm:spPr/>
    </dgm:pt>
    <dgm:pt modelId="{C825C31B-858A-4EB8-9C91-189F7527202D}" type="pres">
      <dgm:prSet presAssocID="{B68FDE23-F0AA-4E1E-9C20-2BE9C5465C83}" presName="hierChild2" presStyleCnt="0"/>
      <dgm:spPr/>
    </dgm:pt>
    <dgm:pt modelId="{3F609B19-9C75-41AC-AAE9-B8EAAB753F6E}" type="pres">
      <dgm:prSet presAssocID="{C8E9F5BA-5968-4D5B-915B-54F08F606DC5}" presName="Name37" presStyleLbl="parChTrans1D2" presStyleIdx="0" presStyleCnt="2"/>
      <dgm:spPr/>
    </dgm:pt>
    <dgm:pt modelId="{F27510EA-45B0-4D3B-A2A1-3A3B0C586428}" type="pres">
      <dgm:prSet presAssocID="{8D529F64-12FF-454E-AC4B-128384ED429B}" presName="hierRoot2" presStyleCnt="0">
        <dgm:presLayoutVars>
          <dgm:hierBranch val="init"/>
        </dgm:presLayoutVars>
      </dgm:prSet>
      <dgm:spPr/>
    </dgm:pt>
    <dgm:pt modelId="{0C227698-79E6-4911-9256-C5F3AECC00EC}" type="pres">
      <dgm:prSet presAssocID="{8D529F64-12FF-454E-AC4B-128384ED429B}" presName="rootComposite" presStyleCnt="0"/>
      <dgm:spPr/>
    </dgm:pt>
    <dgm:pt modelId="{6495F786-FB5D-4286-847E-1F72735F57CF}" type="pres">
      <dgm:prSet presAssocID="{8D529F64-12FF-454E-AC4B-128384ED429B}" presName="rootText" presStyleLbl="node2" presStyleIdx="0" presStyleCnt="1" custLinFactY="-100000" custLinFactNeighborX="57810" custLinFactNeighborY="-160641">
        <dgm:presLayoutVars>
          <dgm:chPref val="3"/>
        </dgm:presLayoutVars>
      </dgm:prSet>
      <dgm:spPr/>
    </dgm:pt>
    <dgm:pt modelId="{97EF25B0-EE2C-4670-992C-43BC590CEA13}" type="pres">
      <dgm:prSet presAssocID="{8D529F64-12FF-454E-AC4B-128384ED429B}" presName="rootConnector" presStyleLbl="node2" presStyleIdx="0" presStyleCnt="1"/>
      <dgm:spPr/>
    </dgm:pt>
    <dgm:pt modelId="{C1DC0D5A-DE52-4C6F-BE03-8D6879EB4D05}" type="pres">
      <dgm:prSet presAssocID="{8D529F64-12FF-454E-AC4B-128384ED429B}" presName="hierChild4" presStyleCnt="0"/>
      <dgm:spPr/>
    </dgm:pt>
    <dgm:pt modelId="{5A8C5A98-6D9E-4C5C-AE62-D0927E665D7E}" type="pres">
      <dgm:prSet presAssocID="{8D529F64-12FF-454E-AC4B-128384ED429B}" presName="hierChild5" presStyleCnt="0"/>
      <dgm:spPr/>
    </dgm:pt>
    <dgm:pt modelId="{C5D2FD2E-C665-4613-95E9-B23BAB3E5DB5}" type="pres">
      <dgm:prSet presAssocID="{B68FDE23-F0AA-4E1E-9C20-2BE9C5465C83}" presName="hierChild3" presStyleCnt="0"/>
      <dgm:spPr/>
    </dgm:pt>
    <dgm:pt modelId="{41AB42A6-8CAD-4CAF-ACF9-F92A84ABF038}" type="pres">
      <dgm:prSet presAssocID="{04EA41E1-F425-412C-8CF7-34B99F3A262B}" presName="Name111" presStyleLbl="parChTrans1D2" presStyleIdx="1" presStyleCnt="2"/>
      <dgm:spPr/>
    </dgm:pt>
    <dgm:pt modelId="{3EB57885-72A1-427E-89D6-620545384B84}" type="pres">
      <dgm:prSet presAssocID="{36A8ED34-1F93-4B0A-9932-0FAAE6D4F63C}" presName="hierRoot3" presStyleCnt="0">
        <dgm:presLayoutVars>
          <dgm:hierBranch val="init"/>
        </dgm:presLayoutVars>
      </dgm:prSet>
      <dgm:spPr/>
    </dgm:pt>
    <dgm:pt modelId="{FE339D3C-83A8-4E3C-97DA-5F62C40561AE}" type="pres">
      <dgm:prSet presAssocID="{36A8ED34-1F93-4B0A-9932-0FAAE6D4F63C}" presName="rootComposite3" presStyleCnt="0"/>
      <dgm:spPr/>
    </dgm:pt>
    <dgm:pt modelId="{5592F9C8-D7D4-4099-956E-6F1B1E19FA5C}" type="pres">
      <dgm:prSet presAssocID="{36A8ED34-1F93-4B0A-9932-0FAAE6D4F63C}" presName="rootText3" presStyleLbl="asst1" presStyleIdx="0" presStyleCnt="5" custLinFactX="-100000" custLinFactNeighborX="-148635" custLinFactNeighborY="94480">
        <dgm:presLayoutVars>
          <dgm:chPref val="3"/>
        </dgm:presLayoutVars>
      </dgm:prSet>
      <dgm:spPr/>
    </dgm:pt>
    <dgm:pt modelId="{97E43B89-E83F-4D94-9D15-1D644CC696AC}" type="pres">
      <dgm:prSet presAssocID="{36A8ED34-1F93-4B0A-9932-0FAAE6D4F63C}" presName="rootConnector3" presStyleLbl="asst1" presStyleIdx="0" presStyleCnt="5"/>
      <dgm:spPr/>
    </dgm:pt>
    <dgm:pt modelId="{D63BD21C-763C-4762-A640-164BBEEA2FFC}" type="pres">
      <dgm:prSet presAssocID="{36A8ED34-1F93-4B0A-9932-0FAAE6D4F63C}" presName="hierChild6" presStyleCnt="0"/>
      <dgm:spPr/>
    </dgm:pt>
    <dgm:pt modelId="{670FA2CE-7B54-4B1C-AE9E-537D97EF7BA5}" type="pres">
      <dgm:prSet presAssocID="{36A8ED34-1F93-4B0A-9932-0FAAE6D4F63C}" presName="hierChild7" presStyleCnt="0"/>
      <dgm:spPr/>
    </dgm:pt>
    <dgm:pt modelId="{FF021E8C-DF05-4FBC-9358-3D21ED36F5FA}" type="pres">
      <dgm:prSet presAssocID="{4F0098D6-8D7D-4FF0-8620-12EFE558A9E1}" presName="Name111" presStyleLbl="parChTrans1D3" presStyleIdx="0" presStyleCnt="2"/>
      <dgm:spPr/>
    </dgm:pt>
    <dgm:pt modelId="{62584AEE-D62B-4784-8F6B-DBA7DA32233E}" type="pres">
      <dgm:prSet presAssocID="{63AF0D5C-26AF-4F2A-BD31-0EDDE990D034}" presName="hierRoot3" presStyleCnt="0">
        <dgm:presLayoutVars>
          <dgm:hierBranch val="init"/>
        </dgm:presLayoutVars>
      </dgm:prSet>
      <dgm:spPr/>
    </dgm:pt>
    <dgm:pt modelId="{4CECF90A-E708-4D51-92AA-C03FE4881472}" type="pres">
      <dgm:prSet presAssocID="{63AF0D5C-26AF-4F2A-BD31-0EDDE990D034}" presName="rootComposite3" presStyleCnt="0"/>
      <dgm:spPr/>
    </dgm:pt>
    <dgm:pt modelId="{992C9403-ADFB-4101-8250-E6DA4331DC56}" type="pres">
      <dgm:prSet presAssocID="{63AF0D5C-26AF-4F2A-BD31-0EDDE990D034}" presName="rootText3" presStyleLbl="asst1" presStyleIdx="1" presStyleCnt="5" custLinFactX="-96150" custLinFactY="29877" custLinFactNeighborX="-100000" custLinFactNeighborY="100000">
        <dgm:presLayoutVars>
          <dgm:chPref val="3"/>
        </dgm:presLayoutVars>
      </dgm:prSet>
      <dgm:spPr/>
    </dgm:pt>
    <dgm:pt modelId="{FCC31E4D-A24A-4B7A-AB92-4BDA1E56CFCC}" type="pres">
      <dgm:prSet presAssocID="{63AF0D5C-26AF-4F2A-BD31-0EDDE990D034}" presName="rootConnector3" presStyleLbl="asst1" presStyleIdx="1" presStyleCnt="5"/>
      <dgm:spPr/>
    </dgm:pt>
    <dgm:pt modelId="{233E921B-6BEF-4FA6-880B-12BC6BF6F4D4}" type="pres">
      <dgm:prSet presAssocID="{63AF0D5C-26AF-4F2A-BD31-0EDDE990D034}" presName="hierChild6" presStyleCnt="0"/>
      <dgm:spPr/>
    </dgm:pt>
    <dgm:pt modelId="{6C913B15-20A2-4E30-9E30-D3B7DEC228B1}" type="pres">
      <dgm:prSet presAssocID="{63AF0D5C-26AF-4F2A-BD31-0EDDE990D034}" presName="hierChild7" presStyleCnt="0"/>
      <dgm:spPr/>
    </dgm:pt>
    <dgm:pt modelId="{4396190F-6250-40AD-B014-5A4F3284E7D0}" type="pres">
      <dgm:prSet presAssocID="{45D0F21B-E940-4021-986A-55AEB5EFD50B}" presName="Name111" presStyleLbl="parChTrans1D4" presStyleIdx="0" presStyleCnt="2"/>
      <dgm:spPr/>
    </dgm:pt>
    <dgm:pt modelId="{F4592C35-62FB-47B7-A6BB-D3AA6D52EAC4}" type="pres">
      <dgm:prSet presAssocID="{7488EBAA-A7C3-462E-A6CA-6BC16250DEE4}" presName="hierRoot3" presStyleCnt="0">
        <dgm:presLayoutVars>
          <dgm:hierBranch val="init"/>
        </dgm:presLayoutVars>
      </dgm:prSet>
      <dgm:spPr/>
    </dgm:pt>
    <dgm:pt modelId="{4B8F8FF9-E142-4082-B2F7-9F726AD5CC6E}" type="pres">
      <dgm:prSet presAssocID="{7488EBAA-A7C3-462E-A6CA-6BC16250DEE4}" presName="rootComposite3" presStyleCnt="0"/>
      <dgm:spPr/>
    </dgm:pt>
    <dgm:pt modelId="{D5E71B09-80AD-4F0E-9C12-019FFBDEE188}" type="pres">
      <dgm:prSet presAssocID="{7488EBAA-A7C3-462E-A6CA-6BC16250DEE4}" presName="rootText3" presStyleLbl="asst1" presStyleIdx="2" presStyleCnt="5" custLinFactX="-100000" custLinFactY="21871" custLinFactNeighborX="-102377" custLinFactNeighborY="100000">
        <dgm:presLayoutVars>
          <dgm:chPref val="3"/>
        </dgm:presLayoutVars>
      </dgm:prSet>
      <dgm:spPr/>
    </dgm:pt>
    <dgm:pt modelId="{5A543DA9-D758-40A0-B720-476516B52F28}" type="pres">
      <dgm:prSet presAssocID="{7488EBAA-A7C3-462E-A6CA-6BC16250DEE4}" presName="rootConnector3" presStyleLbl="asst1" presStyleIdx="2" presStyleCnt="5"/>
      <dgm:spPr/>
    </dgm:pt>
    <dgm:pt modelId="{556D82C2-9796-43B9-88B8-E961A09E879B}" type="pres">
      <dgm:prSet presAssocID="{7488EBAA-A7C3-462E-A6CA-6BC16250DEE4}" presName="hierChild6" presStyleCnt="0"/>
      <dgm:spPr/>
    </dgm:pt>
    <dgm:pt modelId="{80CD3BB4-134B-42DF-A71A-E88239006D35}" type="pres">
      <dgm:prSet presAssocID="{7488EBAA-A7C3-462E-A6CA-6BC16250DEE4}" presName="hierChild7" presStyleCnt="0"/>
      <dgm:spPr/>
    </dgm:pt>
    <dgm:pt modelId="{91A3045F-1302-42FF-8787-695260C060C3}" type="pres">
      <dgm:prSet presAssocID="{041FB651-AB7A-45FF-AAE2-DDF54977DB24}" presName="Name111" presStyleLbl="parChTrans1D4" presStyleIdx="1" presStyleCnt="2"/>
      <dgm:spPr/>
    </dgm:pt>
    <dgm:pt modelId="{D8012A60-E04F-4780-99E9-023C2CF06C7C}" type="pres">
      <dgm:prSet presAssocID="{FD8EE242-463E-4260-8154-269397CDB99C}" presName="hierRoot3" presStyleCnt="0">
        <dgm:presLayoutVars>
          <dgm:hierBranch val="init"/>
        </dgm:presLayoutVars>
      </dgm:prSet>
      <dgm:spPr/>
    </dgm:pt>
    <dgm:pt modelId="{CDD6F763-272F-4800-8F41-682599230E05}" type="pres">
      <dgm:prSet presAssocID="{FD8EE242-463E-4260-8154-269397CDB99C}" presName="rootComposite3" presStyleCnt="0"/>
      <dgm:spPr/>
    </dgm:pt>
    <dgm:pt modelId="{11002CDB-6CD5-4EFE-B06D-C68A8F328D12}" type="pres">
      <dgm:prSet presAssocID="{FD8EE242-463E-4260-8154-269397CDB99C}" presName="rootText3" presStyleLbl="asst1" presStyleIdx="3" presStyleCnt="5" custLinFactX="-92148" custLinFactY="21870" custLinFactNeighborX="-100000" custLinFactNeighborY="100000">
        <dgm:presLayoutVars>
          <dgm:chPref val="3"/>
        </dgm:presLayoutVars>
      </dgm:prSet>
      <dgm:spPr/>
    </dgm:pt>
    <dgm:pt modelId="{91BF6967-92E1-474D-9204-6792C729834B}" type="pres">
      <dgm:prSet presAssocID="{FD8EE242-463E-4260-8154-269397CDB99C}" presName="rootConnector3" presStyleLbl="asst1" presStyleIdx="3" presStyleCnt="5"/>
      <dgm:spPr/>
    </dgm:pt>
    <dgm:pt modelId="{AF118570-B602-4E0D-8406-53FE272FBE5B}" type="pres">
      <dgm:prSet presAssocID="{FD8EE242-463E-4260-8154-269397CDB99C}" presName="hierChild6" presStyleCnt="0"/>
      <dgm:spPr/>
    </dgm:pt>
    <dgm:pt modelId="{8CA3A97E-CBA6-4393-9B0D-2F9B3AB60C22}" type="pres">
      <dgm:prSet presAssocID="{FD8EE242-463E-4260-8154-269397CDB99C}" presName="hierChild7" presStyleCnt="0"/>
      <dgm:spPr/>
    </dgm:pt>
    <dgm:pt modelId="{2739F222-6EB2-46FB-A0CA-3F5575B99888}" type="pres">
      <dgm:prSet presAssocID="{5348EC79-F30C-477D-B839-CB585576CD63}" presName="Name111" presStyleLbl="parChTrans1D3" presStyleIdx="1" presStyleCnt="2"/>
      <dgm:spPr/>
    </dgm:pt>
    <dgm:pt modelId="{8177B0DF-6A3E-42D2-901C-352FD4180F3F}" type="pres">
      <dgm:prSet presAssocID="{FDAE4AE5-3758-40F7-AB43-3CD1871D19D9}" presName="hierRoot3" presStyleCnt="0">
        <dgm:presLayoutVars>
          <dgm:hierBranch val="init"/>
        </dgm:presLayoutVars>
      </dgm:prSet>
      <dgm:spPr/>
    </dgm:pt>
    <dgm:pt modelId="{EF2710D9-EEEB-4379-9295-6AF7ECE6AECA}" type="pres">
      <dgm:prSet presAssocID="{FDAE4AE5-3758-40F7-AB43-3CD1871D19D9}" presName="rootComposite3" presStyleCnt="0"/>
      <dgm:spPr/>
    </dgm:pt>
    <dgm:pt modelId="{E040D444-E22C-49EA-86C8-FEA569DF9EDF}" type="pres">
      <dgm:prSet presAssocID="{FDAE4AE5-3758-40F7-AB43-3CD1871D19D9}" presName="rootText3" presStyleLbl="asst1" presStyleIdx="4" presStyleCnt="5" custLinFactX="-100000" custLinFactY="29888" custLinFactNeighborX="-129064" custLinFactNeighborY="100000">
        <dgm:presLayoutVars>
          <dgm:chPref val="3"/>
        </dgm:presLayoutVars>
      </dgm:prSet>
      <dgm:spPr/>
    </dgm:pt>
    <dgm:pt modelId="{B857E827-E6E0-48A8-A53B-A212A5A15125}" type="pres">
      <dgm:prSet presAssocID="{FDAE4AE5-3758-40F7-AB43-3CD1871D19D9}" presName="rootConnector3" presStyleLbl="asst1" presStyleIdx="4" presStyleCnt="5"/>
      <dgm:spPr/>
    </dgm:pt>
    <dgm:pt modelId="{71F6F4DD-CD6D-43AF-A69B-FEE1C9C90F8F}" type="pres">
      <dgm:prSet presAssocID="{FDAE4AE5-3758-40F7-AB43-3CD1871D19D9}" presName="hierChild6" presStyleCnt="0"/>
      <dgm:spPr/>
    </dgm:pt>
    <dgm:pt modelId="{8BEE7307-D5BF-4F5D-9E92-B12215C84DF9}" type="pres">
      <dgm:prSet presAssocID="{FDAE4AE5-3758-40F7-AB43-3CD1871D19D9}" presName="hierChild7" presStyleCnt="0"/>
      <dgm:spPr/>
    </dgm:pt>
  </dgm:ptLst>
  <dgm:cxnLst>
    <dgm:cxn modelId="{22019C20-6DA2-4D89-94F0-141651506F12}" type="presOf" srcId="{FD8EE242-463E-4260-8154-269397CDB99C}" destId="{91BF6967-92E1-474D-9204-6792C729834B}" srcOrd="1" destOrd="0" presId="urn:microsoft.com/office/officeart/2005/8/layout/orgChart1"/>
    <dgm:cxn modelId="{234E6E25-9EA9-47B0-9F5D-651A0A37F808}" srcId="{B68FDE23-F0AA-4E1E-9C20-2BE9C5465C83}" destId="{36A8ED34-1F93-4B0A-9932-0FAAE6D4F63C}" srcOrd="0" destOrd="0" parTransId="{04EA41E1-F425-412C-8CF7-34B99F3A262B}" sibTransId="{8F2D2069-72C1-4C22-9C85-FF496FC1CE56}"/>
    <dgm:cxn modelId="{862A8E26-EC39-45DF-96CB-AF33DD7AD662}" type="presOf" srcId="{7488EBAA-A7C3-462E-A6CA-6BC16250DEE4}" destId="{D5E71B09-80AD-4F0E-9C12-019FFBDEE188}" srcOrd="0" destOrd="0" presId="urn:microsoft.com/office/officeart/2005/8/layout/orgChart1"/>
    <dgm:cxn modelId="{A4A0D633-B331-43FC-8001-F89F03325B69}" type="presOf" srcId="{36A8ED34-1F93-4B0A-9932-0FAAE6D4F63C}" destId="{97E43B89-E83F-4D94-9D15-1D644CC696AC}" srcOrd="1" destOrd="0" presId="urn:microsoft.com/office/officeart/2005/8/layout/orgChart1"/>
    <dgm:cxn modelId="{73860E3A-75F8-4CD6-98EB-02E04677BF9D}" type="presOf" srcId="{5348EC79-F30C-477D-B839-CB585576CD63}" destId="{2739F222-6EB2-46FB-A0CA-3F5575B99888}" srcOrd="0" destOrd="0" presId="urn:microsoft.com/office/officeart/2005/8/layout/orgChart1"/>
    <dgm:cxn modelId="{0525023C-AC32-4D60-AC5E-0D70E29CBCD4}" type="presOf" srcId="{9F947ADB-733C-40BA-8187-2D20CAE48038}" destId="{3DE17334-54E4-4A35-BAC7-706BCD6E6E26}" srcOrd="0" destOrd="0" presId="urn:microsoft.com/office/officeart/2005/8/layout/orgChart1"/>
    <dgm:cxn modelId="{5D2AE35E-ED70-4D20-ABA4-ADF1963B84C5}" type="presOf" srcId="{041FB651-AB7A-45FF-AAE2-DDF54977DB24}" destId="{91A3045F-1302-42FF-8787-695260C060C3}" srcOrd="0" destOrd="0" presId="urn:microsoft.com/office/officeart/2005/8/layout/orgChart1"/>
    <dgm:cxn modelId="{02268450-41D6-487D-9196-34138765E5E9}" type="presOf" srcId="{B68FDE23-F0AA-4E1E-9C20-2BE9C5465C83}" destId="{921158A8-E8D7-4D3A-93AB-08F4D9AAAA40}" srcOrd="1" destOrd="0" presId="urn:microsoft.com/office/officeart/2005/8/layout/orgChart1"/>
    <dgm:cxn modelId="{1A59F870-57E2-4E08-BE6C-2BC2379CB363}" type="presOf" srcId="{FDAE4AE5-3758-40F7-AB43-3CD1871D19D9}" destId="{B857E827-E6E0-48A8-A53B-A212A5A15125}" srcOrd="1" destOrd="0" presId="urn:microsoft.com/office/officeart/2005/8/layout/orgChart1"/>
    <dgm:cxn modelId="{09F5F678-B914-4AE0-AD76-9CA93B8B9290}" srcId="{36A8ED34-1F93-4B0A-9932-0FAAE6D4F63C}" destId="{63AF0D5C-26AF-4F2A-BD31-0EDDE990D034}" srcOrd="0" destOrd="0" parTransId="{4F0098D6-8D7D-4FF0-8620-12EFE558A9E1}" sibTransId="{E94318ED-2F18-4CCE-B8F9-B9F3CE3FC9D7}"/>
    <dgm:cxn modelId="{93B1AE79-D889-4DD5-ACB3-94247420E92C}" srcId="{36A8ED34-1F93-4B0A-9932-0FAAE6D4F63C}" destId="{FDAE4AE5-3758-40F7-AB43-3CD1871D19D9}" srcOrd="1" destOrd="0" parTransId="{5348EC79-F30C-477D-B839-CB585576CD63}" sibTransId="{05F8441D-6E88-4219-AB59-F817FD5E9F17}"/>
    <dgm:cxn modelId="{8FFB7088-E881-434E-9006-D773A8FB4F7E}" type="presOf" srcId="{8D529F64-12FF-454E-AC4B-128384ED429B}" destId="{97EF25B0-EE2C-4670-992C-43BC590CEA13}" srcOrd="1" destOrd="0" presId="urn:microsoft.com/office/officeart/2005/8/layout/orgChart1"/>
    <dgm:cxn modelId="{76750095-F7A3-4DE3-83AA-14B82850D7DD}" type="presOf" srcId="{4F0098D6-8D7D-4FF0-8620-12EFE558A9E1}" destId="{FF021E8C-DF05-4FBC-9358-3D21ED36F5FA}" srcOrd="0" destOrd="0" presId="urn:microsoft.com/office/officeart/2005/8/layout/orgChart1"/>
    <dgm:cxn modelId="{8A1A669E-632C-4C65-9492-39785223909E}" type="presOf" srcId="{04EA41E1-F425-412C-8CF7-34B99F3A262B}" destId="{41AB42A6-8CAD-4CAF-ACF9-F92A84ABF038}" srcOrd="0" destOrd="0" presId="urn:microsoft.com/office/officeart/2005/8/layout/orgChart1"/>
    <dgm:cxn modelId="{74D384A3-B087-422C-8E10-FCCBE701EFF2}" srcId="{63AF0D5C-26AF-4F2A-BD31-0EDDE990D034}" destId="{7488EBAA-A7C3-462E-A6CA-6BC16250DEE4}" srcOrd="0" destOrd="0" parTransId="{45D0F21B-E940-4021-986A-55AEB5EFD50B}" sibTransId="{38355821-0F4E-4814-84AD-572B58CECF71}"/>
    <dgm:cxn modelId="{E89767AB-FC0F-46DC-B199-AFB63B8A59E9}" type="presOf" srcId="{C8E9F5BA-5968-4D5B-915B-54F08F606DC5}" destId="{3F609B19-9C75-41AC-AAE9-B8EAAB753F6E}" srcOrd="0" destOrd="0" presId="urn:microsoft.com/office/officeart/2005/8/layout/orgChart1"/>
    <dgm:cxn modelId="{0B5604BA-67C5-4112-B34D-F416FD8752F6}" srcId="{B68FDE23-F0AA-4E1E-9C20-2BE9C5465C83}" destId="{8D529F64-12FF-454E-AC4B-128384ED429B}" srcOrd="1" destOrd="0" parTransId="{C8E9F5BA-5968-4D5B-915B-54F08F606DC5}" sibTransId="{5900E75F-C3B6-4E29-B0EE-7EB4878AA258}"/>
    <dgm:cxn modelId="{7014FDBC-CFAA-45D1-B4FC-60C92F231685}" type="presOf" srcId="{7488EBAA-A7C3-462E-A6CA-6BC16250DEE4}" destId="{5A543DA9-D758-40A0-B720-476516B52F28}" srcOrd="1" destOrd="0" presId="urn:microsoft.com/office/officeart/2005/8/layout/orgChart1"/>
    <dgm:cxn modelId="{7DE705C9-D47E-48A9-89C2-E9DF9E5217D4}" srcId="{9F947ADB-733C-40BA-8187-2D20CAE48038}" destId="{B68FDE23-F0AA-4E1E-9C20-2BE9C5465C83}" srcOrd="0" destOrd="0" parTransId="{068D5591-1D6B-451D-80F9-5D4F9BF69B8E}" sibTransId="{AAE495FA-BAE3-4CF3-BD46-024CF2FE097C}"/>
    <dgm:cxn modelId="{AF4A54C9-939D-4DC1-AD4C-181B529F17B8}" srcId="{63AF0D5C-26AF-4F2A-BD31-0EDDE990D034}" destId="{FD8EE242-463E-4260-8154-269397CDB99C}" srcOrd="1" destOrd="0" parTransId="{041FB651-AB7A-45FF-AAE2-DDF54977DB24}" sibTransId="{EBF31A10-DC35-430B-8F13-263A5E13DB12}"/>
    <dgm:cxn modelId="{7A6F1BD0-A1F0-447F-B38F-1526B417F5B0}" type="presOf" srcId="{63AF0D5C-26AF-4F2A-BD31-0EDDE990D034}" destId="{FCC31E4D-A24A-4B7A-AB92-4BDA1E56CFCC}" srcOrd="1" destOrd="0" presId="urn:microsoft.com/office/officeart/2005/8/layout/orgChart1"/>
    <dgm:cxn modelId="{055B1CE3-0D3F-4357-9913-6EBE8F329AAA}" type="presOf" srcId="{63AF0D5C-26AF-4F2A-BD31-0EDDE990D034}" destId="{992C9403-ADFB-4101-8250-E6DA4331DC56}" srcOrd="0" destOrd="0" presId="urn:microsoft.com/office/officeart/2005/8/layout/orgChart1"/>
    <dgm:cxn modelId="{BAB2F3E3-7676-41CC-9798-1E417EA590B4}" type="presOf" srcId="{8D529F64-12FF-454E-AC4B-128384ED429B}" destId="{6495F786-FB5D-4286-847E-1F72735F57CF}" srcOrd="0" destOrd="0" presId="urn:microsoft.com/office/officeart/2005/8/layout/orgChart1"/>
    <dgm:cxn modelId="{BE651CEF-26B0-4D9B-8A87-5EEA0AD6FA53}" type="presOf" srcId="{36A8ED34-1F93-4B0A-9932-0FAAE6D4F63C}" destId="{5592F9C8-D7D4-4099-956E-6F1B1E19FA5C}" srcOrd="0" destOrd="0" presId="urn:microsoft.com/office/officeart/2005/8/layout/orgChart1"/>
    <dgm:cxn modelId="{270E2FF4-E768-4373-B59A-63F7232444BB}" type="presOf" srcId="{45D0F21B-E940-4021-986A-55AEB5EFD50B}" destId="{4396190F-6250-40AD-B014-5A4F3284E7D0}" srcOrd="0" destOrd="0" presId="urn:microsoft.com/office/officeart/2005/8/layout/orgChart1"/>
    <dgm:cxn modelId="{8A77FBF6-602D-4845-BB6A-8AD827870D05}" type="presOf" srcId="{FDAE4AE5-3758-40F7-AB43-3CD1871D19D9}" destId="{E040D444-E22C-49EA-86C8-FEA569DF9EDF}" srcOrd="0" destOrd="0" presId="urn:microsoft.com/office/officeart/2005/8/layout/orgChart1"/>
    <dgm:cxn modelId="{D084E8F7-514A-4F14-8BF2-4612C76F13A8}" type="presOf" srcId="{B68FDE23-F0AA-4E1E-9C20-2BE9C5465C83}" destId="{B5E48934-F2DB-411C-97A5-0D5630EBFE27}" srcOrd="0" destOrd="0" presId="urn:microsoft.com/office/officeart/2005/8/layout/orgChart1"/>
    <dgm:cxn modelId="{B5346AFD-8C37-458C-872D-B54B41AC8C4B}" type="presOf" srcId="{FD8EE242-463E-4260-8154-269397CDB99C}" destId="{11002CDB-6CD5-4EFE-B06D-C68A8F328D12}" srcOrd="0" destOrd="0" presId="urn:microsoft.com/office/officeart/2005/8/layout/orgChart1"/>
    <dgm:cxn modelId="{F3A4D385-8C1D-4388-96BC-8B20BBE1D6AE}" type="presParOf" srcId="{3DE17334-54E4-4A35-BAC7-706BCD6E6E26}" destId="{75E00E9F-D858-4C61-A8AE-ECE712B82D08}" srcOrd="0" destOrd="0" presId="urn:microsoft.com/office/officeart/2005/8/layout/orgChart1"/>
    <dgm:cxn modelId="{F476AF41-4AF1-4A71-A9CE-E41F8ABBAA4C}" type="presParOf" srcId="{75E00E9F-D858-4C61-A8AE-ECE712B82D08}" destId="{D2A9AA67-CD0D-490A-8924-3E6DD4F1545E}" srcOrd="0" destOrd="0" presId="urn:microsoft.com/office/officeart/2005/8/layout/orgChart1"/>
    <dgm:cxn modelId="{ECC0F80C-E766-49F9-A873-E8036A407B34}" type="presParOf" srcId="{D2A9AA67-CD0D-490A-8924-3E6DD4F1545E}" destId="{B5E48934-F2DB-411C-97A5-0D5630EBFE27}" srcOrd="0" destOrd="0" presId="urn:microsoft.com/office/officeart/2005/8/layout/orgChart1"/>
    <dgm:cxn modelId="{A88C31DF-8BA0-4A75-8CFF-4CE8C459ECE0}" type="presParOf" srcId="{D2A9AA67-CD0D-490A-8924-3E6DD4F1545E}" destId="{921158A8-E8D7-4D3A-93AB-08F4D9AAAA40}" srcOrd="1" destOrd="0" presId="urn:microsoft.com/office/officeart/2005/8/layout/orgChart1"/>
    <dgm:cxn modelId="{C0D90719-B6C4-4B3E-8BF1-009A52A5C83A}" type="presParOf" srcId="{75E00E9F-D858-4C61-A8AE-ECE712B82D08}" destId="{C825C31B-858A-4EB8-9C91-189F7527202D}" srcOrd="1" destOrd="0" presId="urn:microsoft.com/office/officeart/2005/8/layout/orgChart1"/>
    <dgm:cxn modelId="{34CB302F-3C69-4341-B08F-A1DF8ECB3A2B}" type="presParOf" srcId="{C825C31B-858A-4EB8-9C91-189F7527202D}" destId="{3F609B19-9C75-41AC-AAE9-B8EAAB753F6E}" srcOrd="0" destOrd="0" presId="urn:microsoft.com/office/officeart/2005/8/layout/orgChart1"/>
    <dgm:cxn modelId="{F5C87190-D531-4744-9CA0-95611B018122}" type="presParOf" srcId="{C825C31B-858A-4EB8-9C91-189F7527202D}" destId="{F27510EA-45B0-4D3B-A2A1-3A3B0C586428}" srcOrd="1" destOrd="0" presId="urn:microsoft.com/office/officeart/2005/8/layout/orgChart1"/>
    <dgm:cxn modelId="{6E0F5A08-A5DA-4487-BF3B-FAF5D2052751}" type="presParOf" srcId="{F27510EA-45B0-4D3B-A2A1-3A3B0C586428}" destId="{0C227698-79E6-4911-9256-C5F3AECC00EC}" srcOrd="0" destOrd="0" presId="urn:microsoft.com/office/officeart/2005/8/layout/orgChart1"/>
    <dgm:cxn modelId="{1A599B5E-F359-4788-BA64-08B36B526259}" type="presParOf" srcId="{0C227698-79E6-4911-9256-C5F3AECC00EC}" destId="{6495F786-FB5D-4286-847E-1F72735F57CF}" srcOrd="0" destOrd="0" presId="urn:microsoft.com/office/officeart/2005/8/layout/orgChart1"/>
    <dgm:cxn modelId="{20D29611-27F8-43D1-BE55-E1DEF0019361}" type="presParOf" srcId="{0C227698-79E6-4911-9256-C5F3AECC00EC}" destId="{97EF25B0-EE2C-4670-992C-43BC590CEA13}" srcOrd="1" destOrd="0" presId="urn:microsoft.com/office/officeart/2005/8/layout/orgChart1"/>
    <dgm:cxn modelId="{37C487DF-677A-448A-A196-A709164EADA6}" type="presParOf" srcId="{F27510EA-45B0-4D3B-A2A1-3A3B0C586428}" destId="{C1DC0D5A-DE52-4C6F-BE03-8D6879EB4D05}" srcOrd="1" destOrd="0" presId="urn:microsoft.com/office/officeart/2005/8/layout/orgChart1"/>
    <dgm:cxn modelId="{B4BA5E4D-F52A-4EE9-99FF-FBBB8650BFE9}" type="presParOf" srcId="{F27510EA-45B0-4D3B-A2A1-3A3B0C586428}" destId="{5A8C5A98-6D9E-4C5C-AE62-D0927E665D7E}" srcOrd="2" destOrd="0" presId="urn:microsoft.com/office/officeart/2005/8/layout/orgChart1"/>
    <dgm:cxn modelId="{7BCE8CF0-6EE7-46E4-8BEB-C3C1C8C53EA8}" type="presParOf" srcId="{75E00E9F-D858-4C61-A8AE-ECE712B82D08}" destId="{C5D2FD2E-C665-4613-95E9-B23BAB3E5DB5}" srcOrd="2" destOrd="0" presId="urn:microsoft.com/office/officeart/2005/8/layout/orgChart1"/>
    <dgm:cxn modelId="{60DD3A4E-63A2-49A4-AEE0-7269206BDB6D}" type="presParOf" srcId="{C5D2FD2E-C665-4613-95E9-B23BAB3E5DB5}" destId="{41AB42A6-8CAD-4CAF-ACF9-F92A84ABF038}" srcOrd="0" destOrd="0" presId="urn:microsoft.com/office/officeart/2005/8/layout/orgChart1"/>
    <dgm:cxn modelId="{0F966243-05DA-44B3-95D8-5269038AA9A5}" type="presParOf" srcId="{C5D2FD2E-C665-4613-95E9-B23BAB3E5DB5}" destId="{3EB57885-72A1-427E-89D6-620545384B84}" srcOrd="1" destOrd="0" presId="urn:microsoft.com/office/officeart/2005/8/layout/orgChart1"/>
    <dgm:cxn modelId="{5A6B639C-89BB-4E37-B0D1-D92C8DC83ED4}" type="presParOf" srcId="{3EB57885-72A1-427E-89D6-620545384B84}" destId="{FE339D3C-83A8-4E3C-97DA-5F62C40561AE}" srcOrd="0" destOrd="0" presId="urn:microsoft.com/office/officeart/2005/8/layout/orgChart1"/>
    <dgm:cxn modelId="{F5F015D9-5F14-43C9-ACE6-7FBA7AF7A76D}" type="presParOf" srcId="{FE339D3C-83A8-4E3C-97DA-5F62C40561AE}" destId="{5592F9C8-D7D4-4099-956E-6F1B1E19FA5C}" srcOrd="0" destOrd="0" presId="urn:microsoft.com/office/officeart/2005/8/layout/orgChart1"/>
    <dgm:cxn modelId="{52248FA1-E33B-47A4-B3B7-FACA581562AE}" type="presParOf" srcId="{FE339D3C-83A8-4E3C-97DA-5F62C40561AE}" destId="{97E43B89-E83F-4D94-9D15-1D644CC696AC}" srcOrd="1" destOrd="0" presId="urn:microsoft.com/office/officeart/2005/8/layout/orgChart1"/>
    <dgm:cxn modelId="{E4A82A76-E6B5-4549-B31A-B9BEA190A2B6}" type="presParOf" srcId="{3EB57885-72A1-427E-89D6-620545384B84}" destId="{D63BD21C-763C-4762-A640-164BBEEA2FFC}" srcOrd="1" destOrd="0" presId="urn:microsoft.com/office/officeart/2005/8/layout/orgChart1"/>
    <dgm:cxn modelId="{0C70133B-1386-4D17-A24A-CAFEA6A091A8}" type="presParOf" srcId="{3EB57885-72A1-427E-89D6-620545384B84}" destId="{670FA2CE-7B54-4B1C-AE9E-537D97EF7BA5}" srcOrd="2" destOrd="0" presId="urn:microsoft.com/office/officeart/2005/8/layout/orgChart1"/>
    <dgm:cxn modelId="{3C9FEE9A-52F0-4F13-AC89-2092B7822E03}" type="presParOf" srcId="{670FA2CE-7B54-4B1C-AE9E-537D97EF7BA5}" destId="{FF021E8C-DF05-4FBC-9358-3D21ED36F5FA}" srcOrd="0" destOrd="0" presId="urn:microsoft.com/office/officeart/2005/8/layout/orgChart1"/>
    <dgm:cxn modelId="{2943879B-30B6-44D4-BE5D-8180EF146EF5}" type="presParOf" srcId="{670FA2CE-7B54-4B1C-AE9E-537D97EF7BA5}" destId="{62584AEE-D62B-4784-8F6B-DBA7DA32233E}" srcOrd="1" destOrd="0" presId="urn:microsoft.com/office/officeart/2005/8/layout/orgChart1"/>
    <dgm:cxn modelId="{C4F13FDD-32F2-4490-9E4A-C2737203A8F2}" type="presParOf" srcId="{62584AEE-D62B-4784-8F6B-DBA7DA32233E}" destId="{4CECF90A-E708-4D51-92AA-C03FE4881472}" srcOrd="0" destOrd="0" presId="urn:microsoft.com/office/officeart/2005/8/layout/orgChart1"/>
    <dgm:cxn modelId="{651DEB30-AEF2-41B9-9375-B69C6C7312F3}" type="presParOf" srcId="{4CECF90A-E708-4D51-92AA-C03FE4881472}" destId="{992C9403-ADFB-4101-8250-E6DA4331DC56}" srcOrd="0" destOrd="0" presId="urn:microsoft.com/office/officeart/2005/8/layout/orgChart1"/>
    <dgm:cxn modelId="{EF31AFED-980D-490C-B17E-4284D6BD38E9}" type="presParOf" srcId="{4CECF90A-E708-4D51-92AA-C03FE4881472}" destId="{FCC31E4D-A24A-4B7A-AB92-4BDA1E56CFCC}" srcOrd="1" destOrd="0" presId="urn:microsoft.com/office/officeart/2005/8/layout/orgChart1"/>
    <dgm:cxn modelId="{5C858F87-9E75-41C3-B695-467C46A33AD0}" type="presParOf" srcId="{62584AEE-D62B-4784-8F6B-DBA7DA32233E}" destId="{233E921B-6BEF-4FA6-880B-12BC6BF6F4D4}" srcOrd="1" destOrd="0" presId="urn:microsoft.com/office/officeart/2005/8/layout/orgChart1"/>
    <dgm:cxn modelId="{29F44BF8-CC82-4131-9DFD-B618FEF52D07}" type="presParOf" srcId="{62584AEE-D62B-4784-8F6B-DBA7DA32233E}" destId="{6C913B15-20A2-4E30-9E30-D3B7DEC228B1}" srcOrd="2" destOrd="0" presId="urn:microsoft.com/office/officeart/2005/8/layout/orgChart1"/>
    <dgm:cxn modelId="{112B8A91-260A-4478-A151-567605D33FA8}" type="presParOf" srcId="{6C913B15-20A2-4E30-9E30-D3B7DEC228B1}" destId="{4396190F-6250-40AD-B014-5A4F3284E7D0}" srcOrd="0" destOrd="0" presId="urn:microsoft.com/office/officeart/2005/8/layout/orgChart1"/>
    <dgm:cxn modelId="{E4A0018E-05F1-422B-A4D2-B35C76A16BA7}" type="presParOf" srcId="{6C913B15-20A2-4E30-9E30-D3B7DEC228B1}" destId="{F4592C35-62FB-47B7-A6BB-D3AA6D52EAC4}" srcOrd="1" destOrd="0" presId="urn:microsoft.com/office/officeart/2005/8/layout/orgChart1"/>
    <dgm:cxn modelId="{FAC1F884-D818-40C3-B609-BF3C7966B197}" type="presParOf" srcId="{F4592C35-62FB-47B7-A6BB-D3AA6D52EAC4}" destId="{4B8F8FF9-E142-4082-B2F7-9F726AD5CC6E}" srcOrd="0" destOrd="0" presId="urn:microsoft.com/office/officeart/2005/8/layout/orgChart1"/>
    <dgm:cxn modelId="{0A41F120-5641-4A44-83E7-F99C1F545AAD}" type="presParOf" srcId="{4B8F8FF9-E142-4082-B2F7-9F726AD5CC6E}" destId="{D5E71B09-80AD-4F0E-9C12-019FFBDEE188}" srcOrd="0" destOrd="0" presId="urn:microsoft.com/office/officeart/2005/8/layout/orgChart1"/>
    <dgm:cxn modelId="{A2DC1E5A-3C2F-4F5D-B92B-0135EDA4732B}" type="presParOf" srcId="{4B8F8FF9-E142-4082-B2F7-9F726AD5CC6E}" destId="{5A543DA9-D758-40A0-B720-476516B52F28}" srcOrd="1" destOrd="0" presId="urn:microsoft.com/office/officeart/2005/8/layout/orgChart1"/>
    <dgm:cxn modelId="{3E66697F-A5E9-4B1E-8F4B-9068A3DF6ADE}" type="presParOf" srcId="{F4592C35-62FB-47B7-A6BB-D3AA6D52EAC4}" destId="{556D82C2-9796-43B9-88B8-E961A09E879B}" srcOrd="1" destOrd="0" presId="urn:microsoft.com/office/officeart/2005/8/layout/orgChart1"/>
    <dgm:cxn modelId="{EB97793D-FEB3-4474-906D-9EE1A3BA7B16}" type="presParOf" srcId="{F4592C35-62FB-47B7-A6BB-D3AA6D52EAC4}" destId="{80CD3BB4-134B-42DF-A71A-E88239006D35}" srcOrd="2" destOrd="0" presId="urn:microsoft.com/office/officeart/2005/8/layout/orgChart1"/>
    <dgm:cxn modelId="{C0F7BB90-2EDB-49D4-AE7F-0FF92E086EBE}" type="presParOf" srcId="{6C913B15-20A2-4E30-9E30-D3B7DEC228B1}" destId="{91A3045F-1302-42FF-8787-695260C060C3}" srcOrd="2" destOrd="0" presId="urn:microsoft.com/office/officeart/2005/8/layout/orgChart1"/>
    <dgm:cxn modelId="{D964861C-47FC-4A03-8E22-1B4A5A4B61C2}" type="presParOf" srcId="{6C913B15-20A2-4E30-9E30-D3B7DEC228B1}" destId="{D8012A60-E04F-4780-99E9-023C2CF06C7C}" srcOrd="3" destOrd="0" presId="urn:microsoft.com/office/officeart/2005/8/layout/orgChart1"/>
    <dgm:cxn modelId="{9B0E0B81-BAC1-4575-8943-0B1F10459098}" type="presParOf" srcId="{D8012A60-E04F-4780-99E9-023C2CF06C7C}" destId="{CDD6F763-272F-4800-8F41-682599230E05}" srcOrd="0" destOrd="0" presId="urn:microsoft.com/office/officeart/2005/8/layout/orgChart1"/>
    <dgm:cxn modelId="{8A16FDD1-FE7F-4AA8-8502-7320D361BAB2}" type="presParOf" srcId="{CDD6F763-272F-4800-8F41-682599230E05}" destId="{11002CDB-6CD5-4EFE-B06D-C68A8F328D12}" srcOrd="0" destOrd="0" presId="urn:microsoft.com/office/officeart/2005/8/layout/orgChart1"/>
    <dgm:cxn modelId="{96153DEF-5569-413A-A39C-EA49B4D742FA}" type="presParOf" srcId="{CDD6F763-272F-4800-8F41-682599230E05}" destId="{91BF6967-92E1-474D-9204-6792C729834B}" srcOrd="1" destOrd="0" presId="urn:microsoft.com/office/officeart/2005/8/layout/orgChart1"/>
    <dgm:cxn modelId="{2928275A-2DA3-40D0-84DD-0DA472A63DF8}" type="presParOf" srcId="{D8012A60-E04F-4780-99E9-023C2CF06C7C}" destId="{AF118570-B602-4E0D-8406-53FE272FBE5B}" srcOrd="1" destOrd="0" presId="urn:microsoft.com/office/officeart/2005/8/layout/orgChart1"/>
    <dgm:cxn modelId="{4B27E5A8-634F-493A-A5A8-5B8F24751040}" type="presParOf" srcId="{D8012A60-E04F-4780-99E9-023C2CF06C7C}" destId="{8CA3A97E-CBA6-4393-9B0D-2F9B3AB60C22}" srcOrd="2" destOrd="0" presId="urn:microsoft.com/office/officeart/2005/8/layout/orgChart1"/>
    <dgm:cxn modelId="{615BD5DF-EEFD-433E-9FAF-F24D4D60BEC4}" type="presParOf" srcId="{670FA2CE-7B54-4B1C-AE9E-537D97EF7BA5}" destId="{2739F222-6EB2-46FB-A0CA-3F5575B99888}" srcOrd="2" destOrd="0" presId="urn:microsoft.com/office/officeart/2005/8/layout/orgChart1"/>
    <dgm:cxn modelId="{3B13E854-3D4D-42CA-8B8A-EAF426F8A33E}" type="presParOf" srcId="{670FA2CE-7B54-4B1C-AE9E-537D97EF7BA5}" destId="{8177B0DF-6A3E-42D2-901C-352FD4180F3F}" srcOrd="3" destOrd="0" presId="urn:microsoft.com/office/officeart/2005/8/layout/orgChart1"/>
    <dgm:cxn modelId="{E62E01F6-9897-41FE-9E55-37E7E849D003}" type="presParOf" srcId="{8177B0DF-6A3E-42D2-901C-352FD4180F3F}" destId="{EF2710D9-EEEB-4379-9295-6AF7ECE6AECA}" srcOrd="0" destOrd="0" presId="urn:microsoft.com/office/officeart/2005/8/layout/orgChart1"/>
    <dgm:cxn modelId="{199C9C67-4116-4A5D-BBF5-6253362E64B6}" type="presParOf" srcId="{EF2710D9-EEEB-4379-9295-6AF7ECE6AECA}" destId="{E040D444-E22C-49EA-86C8-FEA569DF9EDF}" srcOrd="0" destOrd="0" presId="urn:microsoft.com/office/officeart/2005/8/layout/orgChart1"/>
    <dgm:cxn modelId="{E44186D7-C1D6-4A13-8D02-BFC9EFA466F5}" type="presParOf" srcId="{EF2710D9-EEEB-4379-9295-6AF7ECE6AECA}" destId="{B857E827-E6E0-48A8-A53B-A212A5A15125}" srcOrd="1" destOrd="0" presId="urn:microsoft.com/office/officeart/2005/8/layout/orgChart1"/>
    <dgm:cxn modelId="{E08D55EB-CB66-4512-886C-8C9FB69045B1}" type="presParOf" srcId="{8177B0DF-6A3E-42D2-901C-352FD4180F3F}" destId="{71F6F4DD-CD6D-43AF-A69B-FEE1C9C90F8F}" srcOrd="1" destOrd="0" presId="urn:microsoft.com/office/officeart/2005/8/layout/orgChart1"/>
    <dgm:cxn modelId="{0E0016A8-7359-43C5-B382-17865C76E188}" type="presParOf" srcId="{8177B0DF-6A3E-42D2-901C-352FD4180F3F}" destId="{8BEE7307-D5BF-4F5D-9E92-B12215C84DF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6BBEE-7F67-4E6F-A56A-94C435C76A0E}">
      <dsp:nvSpPr>
        <dsp:cNvPr id="0" name=""/>
        <dsp:cNvSpPr/>
      </dsp:nvSpPr>
      <dsp:spPr>
        <a:xfrm>
          <a:off x="0" y="0"/>
          <a:ext cx="5298895" cy="529889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340E5E1-75B9-4AC7-BC8E-760EBCEC593A}">
      <dsp:nvSpPr>
        <dsp:cNvPr id="0" name=""/>
        <dsp:cNvSpPr/>
      </dsp:nvSpPr>
      <dsp:spPr>
        <a:xfrm>
          <a:off x="2649447" y="0"/>
          <a:ext cx="6396344" cy="52988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t>Inheritance</a:t>
          </a:r>
        </a:p>
      </dsp:txBody>
      <dsp:txXfrm>
        <a:off x="2649447" y="0"/>
        <a:ext cx="6396344" cy="662363"/>
      </dsp:txXfrm>
    </dsp:sp>
    <dsp:sp modelId="{1C92F080-F11E-41B4-9205-54B0EF12DEC9}">
      <dsp:nvSpPr>
        <dsp:cNvPr id="0" name=""/>
        <dsp:cNvSpPr/>
      </dsp:nvSpPr>
      <dsp:spPr>
        <a:xfrm>
          <a:off x="463654" y="662363"/>
          <a:ext cx="4371587" cy="4371587"/>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87E5B63-305F-4FCD-81E2-4C74958D6A27}">
      <dsp:nvSpPr>
        <dsp:cNvPr id="0" name=""/>
        <dsp:cNvSpPr/>
      </dsp:nvSpPr>
      <dsp:spPr>
        <a:xfrm>
          <a:off x="2649447" y="662363"/>
          <a:ext cx="6396344" cy="437158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a:t>Polymorphism</a:t>
          </a:r>
          <a:endParaRPr lang="en-IN" sz="3200" kern="1200" dirty="0"/>
        </a:p>
      </dsp:txBody>
      <dsp:txXfrm>
        <a:off x="2649447" y="662363"/>
        <a:ext cx="6396344" cy="662363"/>
      </dsp:txXfrm>
    </dsp:sp>
    <dsp:sp modelId="{78F08F96-F342-40B9-97BB-A45CB8663AC7}">
      <dsp:nvSpPr>
        <dsp:cNvPr id="0" name=""/>
        <dsp:cNvSpPr/>
      </dsp:nvSpPr>
      <dsp:spPr>
        <a:xfrm>
          <a:off x="927308" y="1324727"/>
          <a:ext cx="3444278" cy="3444278"/>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C3FE768-A7A6-4622-8658-F4C9B6760D50}">
      <dsp:nvSpPr>
        <dsp:cNvPr id="0" name=""/>
        <dsp:cNvSpPr/>
      </dsp:nvSpPr>
      <dsp:spPr>
        <a:xfrm>
          <a:off x="2649447" y="1324727"/>
          <a:ext cx="6396344" cy="3444278"/>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a:t>Abstraction</a:t>
          </a:r>
          <a:endParaRPr lang="en-IN" sz="3200" kern="1200" dirty="0"/>
        </a:p>
      </dsp:txBody>
      <dsp:txXfrm>
        <a:off x="2649447" y="1324727"/>
        <a:ext cx="6396344" cy="662358"/>
      </dsp:txXfrm>
    </dsp:sp>
    <dsp:sp modelId="{6FC20D63-93DD-487A-B6AF-EB4EB046618C}">
      <dsp:nvSpPr>
        <dsp:cNvPr id="0" name=""/>
        <dsp:cNvSpPr/>
      </dsp:nvSpPr>
      <dsp:spPr>
        <a:xfrm>
          <a:off x="1390960" y="1987086"/>
          <a:ext cx="2516975" cy="251697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FA5931F-CC03-40E6-B5DB-F4209AF7D170}">
      <dsp:nvSpPr>
        <dsp:cNvPr id="0" name=""/>
        <dsp:cNvSpPr/>
      </dsp:nvSpPr>
      <dsp:spPr>
        <a:xfrm>
          <a:off x="2649447" y="1987086"/>
          <a:ext cx="6396344" cy="251697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a:t>Encapsulation</a:t>
          </a:r>
          <a:endParaRPr lang="en-IN" sz="3200" kern="1200" dirty="0"/>
        </a:p>
      </dsp:txBody>
      <dsp:txXfrm>
        <a:off x="2649447" y="1987086"/>
        <a:ext cx="6396344" cy="662363"/>
      </dsp:txXfrm>
    </dsp:sp>
    <dsp:sp modelId="{B035C65A-5981-4BF9-A8F4-F289D2556554}">
      <dsp:nvSpPr>
        <dsp:cNvPr id="0" name=""/>
        <dsp:cNvSpPr/>
      </dsp:nvSpPr>
      <dsp:spPr>
        <a:xfrm>
          <a:off x="1854614" y="2649449"/>
          <a:ext cx="1589667" cy="1589667"/>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14D5045-F4D0-4009-8125-F9BED4E985DD}">
      <dsp:nvSpPr>
        <dsp:cNvPr id="0" name=""/>
        <dsp:cNvSpPr/>
      </dsp:nvSpPr>
      <dsp:spPr>
        <a:xfrm>
          <a:off x="2649447" y="2649449"/>
          <a:ext cx="6396344" cy="158966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a:t>Interfaces vs Abstract Classes</a:t>
          </a:r>
          <a:endParaRPr lang="en-IN" sz="3200" kern="1200" dirty="0"/>
        </a:p>
      </dsp:txBody>
      <dsp:txXfrm>
        <a:off x="2649447" y="2649449"/>
        <a:ext cx="6396344" cy="662363"/>
      </dsp:txXfrm>
    </dsp:sp>
    <dsp:sp modelId="{322D7596-8AE1-4347-8D6B-40C80BFB80F6}">
      <dsp:nvSpPr>
        <dsp:cNvPr id="0" name=""/>
        <dsp:cNvSpPr/>
      </dsp:nvSpPr>
      <dsp:spPr>
        <a:xfrm>
          <a:off x="2318268" y="3311813"/>
          <a:ext cx="662358" cy="662358"/>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7538816-F9BD-4DEF-99B0-4F74F8F3C1B1}">
      <dsp:nvSpPr>
        <dsp:cNvPr id="0" name=""/>
        <dsp:cNvSpPr/>
      </dsp:nvSpPr>
      <dsp:spPr>
        <a:xfrm>
          <a:off x="2649447" y="3311813"/>
          <a:ext cx="6396344" cy="662358"/>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a:t>Composition</a:t>
          </a:r>
          <a:endParaRPr lang="en-IN" sz="3200" kern="1200" dirty="0"/>
        </a:p>
      </dsp:txBody>
      <dsp:txXfrm>
        <a:off x="2649447" y="3311813"/>
        <a:ext cx="6396344" cy="6623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F347F5-53C7-4F70-8014-218E886214E8}">
      <dsp:nvSpPr>
        <dsp:cNvPr id="0" name=""/>
        <dsp:cNvSpPr/>
      </dsp:nvSpPr>
      <dsp:spPr>
        <a:xfrm>
          <a:off x="2169409" y="1552093"/>
          <a:ext cx="714923" cy="1382766"/>
        </a:xfrm>
        <a:custGeom>
          <a:avLst/>
          <a:gdLst/>
          <a:ahLst/>
          <a:cxnLst/>
          <a:rect l="0" t="0" r="0" b="0"/>
          <a:pathLst>
            <a:path>
              <a:moveTo>
                <a:pt x="0" y="0"/>
              </a:moveTo>
              <a:lnTo>
                <a:pt x="0" y="1382766"/>
              </a:lnTo>
              <a:lnTo>
                <a:pt x="714923" y="1382766"/>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5D66214-F702-4EB0-80AD-7C310512914B}">
      <dsp:nvSpPr>
        <dsp:cNvPr id="0" name=""/>
        <dsp:cNvSpPr/>
      </dsp:nvSpPr>
      <dsp:spPr>
        <a:xfrm>
          <a:off x="1482137" y="1552093"/>
          <a:ext cx="687272" cy="1382759"/>
        </a:xfrm>
        <a:custGeom>
          <a:avLst/>
          <a:gdLst/>
          <a:ahLst/>
          <a:cxnLst/>
          <a:rect l="0" t="0" r="0" b="0"/>
          <a:pathLst>
            <a:path>
              <a:moveTo>
                <a:pt x="687272" y="0"/>
              </a:moveTo>
              <a:lnTo>
                <a:pt x="687272" y="1382759"/>
              </a:lnTo>
              <a:lnTo>
                <a:pt x="0" y="1382759"/>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9B1EA4B9-763F-4705-A3D6-6A5F52BB33C2}">
      <dsp:nvSpPr>
        <dsp:cNvPr id="0" name=""/>
        <dsp:cNvSpPr/>
      </dsp:nvSpPr>
      <dsp:spPr>
        <a:xfrm>
          <a:off x="2830286" y="681150"/>
          <a:ext cx="1581531" cy="540504"/>
        </a:xfrm>
        <a:custGeom>
          <a:avLst/>
          <a:gdLst/>
          <a:ahLst/>
          <a:cxnLst/>
          <a:rect l="0" t="0" r="0" b="0"/>
          <a:pathLst>
            <a:path>
              <a:moveTo>
                <a:pt x="1581531" y="0"/>
              </a:moveTo>
              <a:lnTo>
                <a:pt x="1581531" y="540504"/>
              </a:lnTo>
              <a:lnTo>
                <a:pt x="0" y="540504"/>
              </a:lnTo>
            </a:path>
          </a:pathLst>
        </a:custGeom>
        <a:noFill/>
        <a:ln w="12700" cap="flat" cmpd="sng" algn="ctr">
          <a:solidFill>
            <a:schemeClr val="dk2">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D1BDB83E-2765-442D-8B23-EAB97155453A}">
      <dsp:nvSpPr>
        <dsp:cNvPr id="0" name=""/>
        <dsp:cNvSpPr/>
      </dsp:nvSpPr>
      <dsp:spPr>
        <a:xfrm>
          <a:off x="4411818" y="681150"/>
          <a:ext cx="2537860" cy="679870"/>
        </a:xfrm>
        <a:custGeom>
          <a:avLst/>
          <a:gdLst/>
          <a:ahLst/>
          <a:cxnLst/>
          <a:rect l="0" t="0" r="0" b="0"/>
          <a:pathLst>
            <a:path>
              <a:moveTo>
                <a:pt x="0" y="0"/>
              </a:moveTo>
              <a:lnTo>
                <a:pt x="0" y="541086"/>
              </a:lnTo>
              <a:lnTo>
                <a:pt x="2537860" y="541086"/>
              </a:lnTo>
              <a:lnTo>
                <a:pt x="2537860" y="679870"/>
              </a:lnTo>
            </a:path>
          </a:pathLst>
        </a:custGeom>
        <a:noFill/>
        <a:ln w="12700" cap="flat" cmpd="sng" algn="ctr">
          <a:solidFill>
            <a:schemeClr val="dk2">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EEE873F9-6608-4BC4-B7CD-B80536F387BA}">
      <dsp:nvSpPr>
        <dsp:cNvPr id="0" name=""/>
        <dsp:cNvSpPr/>
      </dsp:nvSpPr>
      <dsp:spPr>
        <a:xfrm>
          <a:off x="3750941" y="20273"/>
          <a:ext cx="1321754" cy="6608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Vehicle</a:t>
          </a:r>
        </a:p>
      </dsp:txBody>
      <dsp:txXfrm>
        <a:off x="3750941" y="20273"/>
        <a:ext cx="1321754" cy="660877"/>
      </dsp:txXfrm>
    </dsp:sp>
    <dsp:sp modelId="{D4DE32F4-3B31-4040-AF53-4C29882EA0E2}">
      <dsp:nvSpPr>
        <dsp:cNvPr id="0" name=""/>
        <dsp:cNvSpPr/>
      </dsp:nvSpPr>
      <dsp:spPr>
        <a:xfrm>
          <a:off x="6288802" y="1361020"/>
          <a:ext cx="1321754" cy="6608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Bike</a:t>
          </a:r>
        </a:p>
      </dsp:txBody>
      <dsp:txXfrm>
        <a:off x="6288802" y="1361020"/>
        <a:ext cx="1321754" cy="660877"/>
      </dsp:txXfrm>
    </dsp:sp>
    <dsp:sp modelId="{A3674923-81DA-42B5-84A4-AB86EED7CA50}">
      <dsp:nvSpPr>
        <dsp:cNvPr id="0" name=""/>
        <dsp:cNvSpPr/>
      </dsp:nvSpPr>
      <dsp:spPr>
        <a:xfrm>
          <a:off x="1508532" y="891216"/>
          <a:ext cx="1321754" cy="6608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Car</a:t>
          </a:r>
        </a:p>
      </dsp:txBody>
      <dsp:txXfrm>
        <a:off x="1508532" y="891216"/>
        <a:ext cx="1321754" cy="660877"/>
      </dsp:txXfrm>
    </dsp:sp>
    <dsp:sp modelId="{7252F786-A1C2-43B5-8EFD-1151BDB00816}">
      <dsp:nvSpPr>
        <dsp:cNvPr id="0" name=""/>
        <dsp:cNvSpPr/>
      </dsp:nvSpPr>
      <dsp:spPr>
        <a:xfrm>
          <a:off x="160383" y="2604414"/>
          <a:ext cx="1321754" cy="6608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ICE car</a:t>
          </a:r>
          <a:endParaRPr lang="en-IN" sz="1800" kern="1200" dirty="0"/>
        </a:p>
      </dsp:txBody>
      <dsp:txXfrm>
        <a:off x="160383" y="2604414"/>
        <a:ext cx="1321754" cy="660877"/>
      </dsp:txXfrm>
    </dsp:sp>
    <dsp:sp modelId="{68AFCCEE-55DE-40D3-BDA7-D8E50E13E4B8}">
      <dsp:nvSpPr>
        <dsp:cNvPr id="0" name=""/>
        <dsp:cNvSpPr/>
      </dsp:nvSpPr>
      <dsp:spPr>
        <a:xfrm>
          <a:off x="2884333" y="2604421"/>
          <a:ext cx="1321754" cy="6608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Electric car</a:t>
          </a:r>
        </a:p>
      </dsp:txBody>
      <dsp:txXfrm>
        <a:off x="2884333" y="2604421"/>
        <a:ext cx="1321754" cy="6608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39F222-6EB2-46FB-A0CA-3F5575B99888}">
      <dsp:nvSpPr>
        <dsp:cNvPr id="0" name=""/>
        <dsp:cNvSpPr/>
      </dsp:nvSpPr>
      <dsp:spPr>
        <a:xfrm>
          <a:off x="2157198" y="2096976"/>
          <a:ext cx="374731" cy="793850"/>
        </a:xfrm>
        <a:custGeom>
          <a:avLst/>
          <a:gdLst/>
          <a:ahLst/>
          <a:cxnLst/>
          <a:rect l="0" t="0" r="0" b="0"/>
          <a:pathLst>
            <a:path>
              <a:moveTo>
                <a:pt x="0" y="0"/>
              </a:moveTo>
              <a:lnTo>
                <a:pt x="0" y="793850"/>
              </a:lnTo>
              <a:lnTo>
                <a:pt x="374731" y="793850"/>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91A3045F-1302-42FF-8787-695260C060C3}">
      <dsp:nvSpPr>
        <dsp:cNvPr id="0" name=""/>
        <dsp:cNvSpPr/>
      </dsp:nvSpPr>
      <dsp:spPr>
        <a:xfrm>
          <a:off x="1303395" y="3202297"/>
          <a:ext cx="180717" cy="523341"/>
        </a:xfrm>
        <a:custGeom>
          <a:avLst/>
          <a:gdLst/>
          <a:ahLst/>
          <a:cxnLst/>
          <a:rect l="0" t="0" r="0" b="0"/>
          <a:pathLst>
            <a:path>
              <a:moveTo>
                <a:pt x="0" y="0"/>
              </a:moveTo>
              <a:lnTo>
                <a:pt x="0" y="523341"/>
              </a:lnTo>
              <a:lnTo>
                <a:pt x="180717" y="523341"/>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396190F-6250-40AD-B014-5A4F3284E7D0}">
      <dsp:nvSpPr>
        <dsp:cNvPr id="0" name=""/>
        <dsp:cNvSpPr/>
      </dsp:nvSpPr>
      <dsp:spPr>
        <a:xfrm>
          <a:off x="1200434" y="3202297"/>
          <a:ext cx="91440" cy="523347"/>
        </a:xfrm>
        <a:custGeom>
          <a:avLst/>
          <a:gdLst/>
          <a:ahLst/>
          <a:cxnLst/>
          <a:rect l="0" t="0" r="0" b="0"/>
          <a:pathLst>
            <a:path>
              <a:moveTo>
                <a:pt x="102961" y="0"/>
              </a:moveTo>
              <a:lnTo>
                <a:pt x="102961" y="523347"/>
              </a:lnTo>
              <a:lnTo>
                <a:pt x="45720" y="523347"/>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FF021E8C-DF05-4FBC-9358-3D21ED36F5FA}">
      <dsp:nvSpPr>
        <dsp:cNvPr id="0" name=""/>
        <dsp:cNvSpPr/>
      </dsp:nvSpPr>
      <dsp:spPr>
        <a:xfrm>
          <a:off x="1926473" y="2096976"/>
          <a:ext cx="230725" cy="793781"/>
        </a:xfrm>
        <a:custGeom>
          <a:avLst/>
          <a:gdLst/>
          <a:ahLst/>
          <a:cxnLst/>
          <a:rect l="0" t="0" r="0" b="0"/>
          <a:pathLst>
            <a:path>
              <a:moveTo>
                <a:pt x="230725" y="0"/>
              </a:moveTo>
              <a:lnTo>
                <a:pt x="230725" y="793781"/>
              </a:lnTo>
              <a:lnTo>
                <a:pt x="0" y="793781"/>
              </a:lnTo>
            </a:path>
          </a:pathLst>
        </a:custGeom>
        <a:noFill/>
        <a:ln w="12700" cap="flat" cmpd="sng" algn="ctr">
          <a:solidFill>
            <a:schemeClr val="dk2">
              <a:shade val="8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41AB42A6-8CAD-4CAF-ACF9-F92A84ABF038}">
      <dsp:nvSpPr>
        <dsp:cNvPr id="0" name=""/>
        <dsp:cNvSpPr/>
      </dsp:nvSpPr>
      <dsp:spPr>
        <a:xfrm>
          <a:off x="2780276" y="789804"/>
          <a:ext cx="2109715" cy="995634"/>
        </a:xfrm>
        <a:custGeom>
          <a:avLst/>
          <a:gdLst/>
          <a:ahLst/>
          <a:cxnLst/>
          <a:rect l="0" t="0" r="0" b="0"/>
          <a:pathLst>
            <a:path>
              <a:moveTo>
                <a:pt x="2109715" y="0"/>
              </a:moveTo>
              <a:lnTo>
                <a:pt x="2109715" y="995634"/>
              </a:lnTo>
              <a:lnTo>
                <a:pt x="0" y="995634"/>
              </a:lnTo>
            </a:path>
          </a:pathLst>
        </a:custGeom>
        <a:noFill/>
        <a:ln w="12700" cap="flat" cmpd="sng" algn="ctr">
          <a:solidFill>
            <a:schemeClr val="dk2">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3F609B19-9C75-41AC-AAE9-B8EAAB753F6E}">
      <dsp:nvSpPr>
        <dsp:cNvPr id="0" name=""/>
        <dsp:cNvSpPr/>
      </dsp:nvSpPr>
      <dsp:spPr>
        <a:xfrm>
          <a:off x="4889991" y="789804"/>
          <a:ext cx="2593833" cy="1125726"/>
        </a:xfrm>
        <a:custGeom>
          <a:avLst/>
          <a:gdLst/>
          <a:ahLst/>
          <a:cxnLst/>
          <a:rect l="0" t="0" r="0" b="0"/>
          <a:pathLst>
            <a:path>
              <a:moveTo>
                <a:pt x="0" y="0"/>
              </a:moveTo>
              <a:lnTo>
                <a:pt x="0" y="994880"/>
              </a:lnTo>
              <a:lnTo>
                <a:pt x="2593833" y="994880"/>
              </a:lnTo>
              <a:lnTo>
                <a:pt x="2593833" y="1125726"/>
              </a:lnTo>
            </a:path>
          </a:pathLst>
        </a:custGeom>
        <a:noFill/>
        <a:ln w="12700" cap="flat" cmpd="sng" algn="ctr">
          <a:solidFill>
            <a:schemeClr val="dk2">
              <a:shade val="60000"/>
              <a:hueOff val="0"/>
              <a:satOff val="0"/>
              <a:lumOff val="0"/>
              <a:alphaOff val="0"/>
            </a:schemeClr>
          </a:solidFill>
          <a:prstDash val="solid"/>
        </a:ln>
        <a:effectLst/>
        <a:sp3d z="-25400" prstMaterial="plastic"/>
      </dsp:spPr>
      <dsp:style>
        <a:lnRef idx="2">
          <a:scrgbClr r="0" g="0" b="0"/>
        </a:lnRef>
        <a:fillRef idx="0">
          <a:scrgbClr r="0" g="0" b="0"/>
        </a:fillRef>
        <a:effectRef idx="0">
          <a:scrgbClr r="0" g="0" b="0"/>
        </a:effectRef>
        <a:fontRef idx="minor">
          <a:schemeClr val="tx1"/>
        </a:fontRef>
      </dsp:style>
    </dsp:sp>
    <dsp:sp modelId="{B5E48934-F2DB-411C-97A5-0D5630EBFE27}">
      <dsp:nvSpPr>
        <dsp:cNvPr id="0" name=""/>
        <dsp:cNvSpPr/>
      </dsp:nvSpPr>
      <dsp:spPr>
        <a:xfrm>
          <a:off x="4266914" y="166726"/>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Vehicle</a:t>
          </a:r>
        </a:p>
      </dsp:txBody>
      <dsp:txXfrm>
        <a:off x="4266914" y="166726"/>
        <a:ext cx="1246154" cy="623077"/>
      </dsp:txXfrm>
    </dsp:sp>
    <dsp:sp modelId="{6495F786-FB5D-4286-847E-1F72735F57CF}">
      <dsp:nvSpPr>
        <dsp:cNvPr id="0" name=""/>
        <dsp:cNvSpPr/>
      </dsp:nvSpPr>
      <dsp:spPr>
        <a:xfrm>
          <a:off x="6860747" y="1915530"/>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Bike</a:t>
          </a:r>
        </a:p>
      </dsp:txBody>
      <dsp:txXfrm>
        <a:off x="6860747" y="1915530"/>
        <a:ext cx="1246154" cy="623077"/>
      </dsp:txXfrm>
    </dsp:sp>
    <dsp:sp modelId="{5592F9C8-D7D4-4099-956E-6F1B1E19FA5C}">
      <dsp:nvSpPr>
        <dsp:cNvPr id="0" name=""/>
        <dsp:cNvSpPr/>
      </dsp:nvSpPr>
      <dsp:spPr>
        <a:xfrm>
          <a:off x="1534121" y="1473899"/>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Car</a:t>
          </a:r>
        </a:p>
      </dsp:txBody>
      <dsp:txXfrm>
        <a:off x="1534121" y="1473899"/>
        <a:ext cx="1246154" cy="623077"/>
      </dsp:txXfrm>
    </dsp:sp>
    <dsp:sp modelId="{992C9403-ADFB-4101-8250-E6DA4331DC56}">
      <dsp:nvSpPr>
        <dsp:cNvPr id="0" name=""/>
        <dsp:cNvSpPr/>
      </dsp:nvSpPr>
      <dsp:spPr>
        <a:xfrm>
          <a:off x="680318" y="2579220"/>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ICE car</a:t>
          </a:r>
        </a:p>
      </dsp:txBody>
      <dsp:txXfrm>
        <a:off x="680318" y="2579220"/>
        <a:ext cx="1246154" cy="623077"/>
      </dsp:txXfrm>
    </dsp:sp>
    <dsp:sp modelId="{D5E71B09-80AD-4F0E-9C12-019FFBDEE188}">
      <dsp:nvSpPr>
        <dsp:cNvPr id="0" name=""/>
        <dsp:cNvSpPr/>
      </dsp:nvSpPr>
      <dsp:spPr>
        <a:xfrm>
          <a:off x="0" y="3414106"/>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Petrol</a:t>
          </a:r>
          <a:endParaRPr lang="en-IN" sz="1800" kern="1200" dirty="0"/>
        </a:p>
      </dsp:txBody>
      <dsp:txXfrm>
        <a:off x="0" y="3414106"/>
        <a:ext cx="1246154" cy="623077"/>
      </dsp:txXfrm>
    </dsp:sp>
    <dsp:sp modelId="{11002CDB-6CD5-4EFE-B06D-C68A8F328D12}">
      <dsp:nvSpPr>
        <dsp:cNvPr id="0" name=""/>
        <dsp:cNvSpPr/>
      </dsp:nvSpPr>
      <dsp:spPr>
        <a:xfrm>
          <a:off x="1484113" y="3414100"/>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Diesel</a:t>
          </a:r>
          <a:endParaRPr lang="en-IN" sz="1800" kern="1200" dirty="0"/>
        </a:p>
      </dsp:txBody>
      <dsp:txXfrm>
        <a:off x="1484113" y="3414100"/>
        <a:ext cx="1246154" cy="623077"/>
      </dsp:txXfrm>
    </dsp:sp>
    <dsp:sp modelId="{E040D444-E22C-49EA-86C8-FEA569DF9EDF}">
      <dsp:nvSpPr>
        <dsp:cNvPr id="0" name=""/>
        <dsp:cNvSpPr/>
      </dsp:nvSpPr>
      <dsp:spPr>
        <a:xfrm>
          <a:off x="2531930" y="2579288"/>
          <a:ext cx="1246154" cy="623077"/>
        </a:xfrm>
        <a:prstGeom prst="rect">
          <a:avLst/>
        </a:prstGeom>
        <a:solidFill>
          <a:schemeClr val="dk2">
            <a:hueOff val="0"/>
            <a:satOff val="0"/>
            <a:lumOff val="0"/>
            <a:alphaOff val="0"/>
          </a:schemeClr>
        </a:solidFill>
        <a:ln>
          <a:noFill/>
        </a:ln>
        <a:effectLst/>
        <a:sp3d prstMaterial="plastic">
          <a:bevelT w="50800" h="50800"/>
          <a:bevelB w="50800" h="50800"/>
        </a:sp3d>
      </dsp:spPr>
      <dsp:style>
        <a:lnRef idx="0">
          <a:scrgbClr r="0" g="0" b="0"/>
        </a:lnRef>
        <a:fillRef idx="1">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Electric car</a:t>
          </a:r>
        </a:p>
      </dsp:txBody>
      <dsp:txXfrm>
        <a:off x="2531930" y="2579288"/>
        <a:ext cx="1246154" cy="623077"/>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6">
  <dgm:title val=""/>
  <dgm:desc val=""/>
  <dgm:catLst>
    <dgm:cat type="3D" pri="11600"/>
  </dgm:catLst>
  <dgm:scene3d>
    <a:camera prst="perspectiveRelaxedModerately" zoom="92000"/>
    <a:lightRig rig="balanced" dir="t">
      <a:rot lat="0" lon="0" rev="12700000"/>
    </a:lightRig>
  </dgm:scene3d>
  <dgm:styleLbl name="node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z="-54000" prstMaterial="plastic">
      <a:bevelT w="50800" h="50800"/>
      <a:bevelB w="50800" h="50800"/>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z="-2540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54080" prstMaterial="plastic">
      <a:bevelT w="25400" h="25400"/>
      <a:bevelB w="25400" h="25400"/>
    </dgm:sp3d>
    <dgm:txPr/>
    <dgm:style>
      <a:lnRef idx="1">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25400" prstMaterial="plastic"/>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75000" prstMaterial="plastic"/>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3">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2D4">
    <dgm:scene3d>
      <a:camera prst="orthographicFront"/>
      <a:lightRig rig="threePt" dir="t"/>
    </dgm:scene3d>
    <dgm:sp3d z="-25400" prstMaterial="plastic">
      <a:bevelT w="25400" h="25400"/>
      <a:bevelB w="25400" h="25400"/>
    </dgm:sp3d>
    <dgm:txPr/>
    <dgm:style>
      <a:lnRef idx="0">
        <a:scrgbClr r="0" g="0" b="0"/>
      </a:lnRef>
      <a:fillRef idx="1">
        <a:scrgbClr r="0" g="0" b="0"/>
      </a:fillRef>
      <a:effectRef idx="2">
        <a:scrgbClr r="0" g="0" b="0"/>
      </a:effectRef>
      <a:fontRef idx="minor">
        <a:schemeClr val="lt1"/>
      </a:fontRef>
    </dgm:style>
  </dgm:styleLbl>
  <dgm:styleLbl name="parChTrans1D1">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2">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3">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parChTrans1D4">
    <dgm:scene3d>
      <a:camera prst="orthographicFront"/>
      <a:lightRig rig="threePt" dir="t"/>
    </dgm:scene3d>
    <dgm:sp3d z="-25400" prstMaterial="plastic"/>
    <dgm:txPr/>
    <dgm:style>
      <a:lnRef idx="2">
        <a:scrgbClr r="0" g="0" b="0"/>
      </a:lnRef>
      <a:fillRef idx="0">
        <a:scrgbClr r="0" g="0" b="0"/>
      </a:fillRef>
      <a:effectRef idx="0">
        <a:scrgbClr r="0" g="0" b="0"/>
      </a:effectRef>
      <a:fontRef idx="minor">
        <a:schemeClr val="tx1"/>
      </a:fontRef>
    </dgm:style>
  </dgm:styleLbl>
  <dgm:styleLbl name="fgAcc1">
    <dgm:scene3d>
      <a:camera prst="orthographicFront"/>
      <a:lightRig rig="threePt" dir="t"/>
    </dgm:scene3d>
    <dgm:sp3d z="50080" prstMaterial="plastic">
      <a:bevelT w="25400" h="25400"/>
      <a:bevelB w="25400" h="25400"/>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prstMaterial="plastic">
      <a:bevelT w="50800" h="50800"/>
      <a:bevelB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prstMaterial="plastic">
      <a:bevelT w="25400" h="25400"/>
      <a:bevelB w="25400" h="254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152400" prstMaterial="plastic">
      <a:bevelT w="25400" h="25400"/>
      <a:bevelB w="25400" h="254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z="50080" prstMaterial="plastic">
      <a:bevelT w="25400" h="25400"/>
      <a:bevelB w="25400" h="25400"/>
    </dgm:sp3d>
    <dgm:txPr/>
    <dgm:style>
      <a:lnRef idx="0">
        <a:scrgbClr r="0" g="0" b="0"/>
      </a:lnRef>
      <a:fillRef idx="1">
        <a:scrgbClr r="0" g="0" b="0"/>
      </a:fillRef>
      <a:effectRef idx="2">
        <a:scrgbClr r="0" g="0" b="0"/>
      </a:effectRef>
      <a:fontRef idx="minor"/>
    </dgm:style>
  </dgm:styleLbl>
  <dgm:styleLbl name="alignAccFollowNode1">
    <dgm:scene3d>
      <a:camera prst="orthographicFront"/>
      <a:lightRig rig="threePt" dir="t"/>
    </dgm:scene3d>
    <dgm:sp3d prstMaterial="plastic">
      <a:bevelT w="25400" h="25400"/>
      <a:bevelB w="25400" h="25400"/>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prstMaterial="plastic">
      <a:bevelT w="25400" h="25400"/>
      <a:bevelB w="25400" h="25400"/>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0080" prstMaterial="plastic">
      <a:bevelT w="25400" h="25400"/>
      <a:bevelB w="25400" h="25400"/>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52400" prstMaterial="plastic">
      <a:bevelT w="25400" h="25400"/>
      <a:bevelB w="25400" h="25400"/>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prstMaterial="plastic">
      <a:bevelT w="50800" h="50800"/>
      <a:bevelB w="50800" h="50800"/>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z="-10400" extrusionH="12700" prstMaterial="plastic"/>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0080" prstMaterial="plastic">
      <a:bevelT w="50800" h="50800"/>
      <a:bevelB w="50800" h="50800"/>
    </dgm:sp3d>
    <dgm:txPr/>
    <dgm:style>
      <a:lnRef idx="0">
        <a:scrgbClr r="0" g="0" b="0"/>
      </a:lnRef>
      <a:fillRef idx="1">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1">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CF51D-2CA1-4036-9BAF-10979399AB3B}" type="datetimeFigureOut">
              <a:rPr lang="en-IN" smtClean="0"/>
              <a:t>05-02-2026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1FD81-BCC5-4427-8597-1D23DC5F353E}" type="slidenum">
              <a:rPr lang="en-IN" smtClean="0"/>
              <a:t>‹#›</a:t>
            </a:fld>
            <a:endParaRPr lang="en-IN"/>
          </a:p>
        </p:txBody>
      </p:sp>
    </p:spTree>
    <p:extLst>
      <p:ext uri="{BB962C8B-B14F-4D97-AF65-F5344CB8AC3E}">
        <p14:creationId xmlns:p14="http://schemas.microsoft.com/office/powerpoint/2010/main" val="74629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31FD81-BCC5-4427-8597-1D23DC5F353E}" type="slidenum">
              <a:rPr lang="en-IN" smtClean="0"/>
              <a:t>2</a:t>
            </a:fld>
            <a:endParaRPr lang="en-IN"/>
          </a:p>
        </p:txBody>
      </p:sp>
    </p:spTree>
    <p:extLst>
      <p:ext uri="{BB962C8B-B14F-4D97-AF65-F5344CB8AC3E}">
        <p14:creationId xmlns:p14="http://schemas.microsoft.com/office/powerpoint/2010/main" val="3907826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31FD81-BCC5-4427-8597-1D23DC5F353E}" type="slidenum">
              <a:rPr lang="en-IN" smtClean="0"/>
              <a:t>16</a:t>
            </a:fld>
            <a:endParaRPr lang="en-IN"/>
          </a:p>
        </p:txBody>
      </p:sp>
    </p:spTree>
    <p:extLst>
      <p:ext uri="{BB962C8B-B14F-4D97-AF65-F5344CB8AC3E}">
        <p14:creationId xmlns:p14="http://schemas.microsoft.com/office/powerpoint/2010/main" val="3177219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6656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90B59F-74D7-40A6-8C1E-2D62BF488CDC}"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38173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lumMod val="20000"/>
            <a:lumOff val="80000"/>
            <a:alpha val="25000"/>
          </a:schemeClr>
        </a:solid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6" y="776216"/>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780554"/>
            <a:ext cx="1602997" cy="144270"/>
          </a:xfrm>
          <a:prstGeom prst="rect">
            <a:avLst/>
          </a:prstGeom>
        </p:spPr>
      </p:pic>
      <p:sp>
        <p:nvSpPr>
          <p:cNvPr id="17" name="Rectangle 16"/>
          <p:cNvSpPr/>
          <p:nvPr/>
        </p:nvSpPr>
        <p:spPr bwMode="ltGray">
          <a:xfrm>
            <a:off x="0" y="208315"/>
            <a:ext cx="10437812" cy="581094"/>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208315"/>
            <a:ext cx="1602997" cy="581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6726" y="-36183"/>
            <a:ext cx="9613861" cy="1080938"/>
          </a:xfrm>
        </p:spPr>
        <p:txBody>
          <a:bodyPr/>
          <a:lstStyle/>
          <a:p>
            <a:r>
              <a:rPr lang="en-US"/>
              <a:t>Click to edit Master title style</a:t>
            </a:r>
            <a:endParaRPr lang="en-US" dirty="0"/>
          </a:p>
        </p:txBody>
      </p:sp>
      <p:sp>
        <p:nvSpPr>
          <p:cNvPr id="3" name="Content Placeholder 2"/>
          <p:cNvSpPr>
            <a:spLocks noGrp="1"/>
          </p:cNvSpPr>
          <p:nvPr>
            <p:ph idx="1"/>
          </p:nvPr>
        </p:nvSpPr>
        <p:spPr>
          <a:xfrm>
            <a:off x="36726" y="1059445"/>
            <a:ext cx="11784691" cy="47041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6" name="Slide Number Placeholder 5"/>
          <p:cNvSpPr>
            <a:spLocks noGrp="1"/>
          </p:cNvSpPr>
          <p:nvPr>
            <p:ph type="sldNum" sz="quarter" idx="12"/>
          </p:nvPr>
        </p:nvSpPr>
        <p:spPr>
          <a:xfrm>
            <a:off x="10876033" y="270769"/>
            <a:ext cx="945384" cy="447331"/>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0868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698547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90B59F-74D7-40A6-8C1E-2D62BF488CDC}" type="datetimeFigureOut">
              <a:rPr lang="en-IN" smtClean="0"/>
              <a:t>05-02-2026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82384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90B59F-74D7-40A6-8C1E-2D62BF488CDC}"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16403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B90B59F-74D7-40A6-8C1E-2D62BF488CDC}" type="datetimeFigureOut">
              <a:rPr lang="en-IN" smtClean="0"/>
              <a:t>05-02-2026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0072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56299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10980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1156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074119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5143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05-02-2026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759224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843003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05-02-2026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05797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05-02-2026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820946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FB90B59F-74D7-40A6-8C1E-2D62BF488CDC}" type="datetimeFigureOut">
              <a:rPr lang="en-IN" smtClean="0"/>
              <a:t>05-02-2026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277428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90B59F-74D7-40A6-8C1E-2D62BF488CDC}" type="datetimeFigureOut">
              <a:rPr lang="en-IN" smtClean="0"/>
              <a:t>05-02-2026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1688120243"/>
      </p:ext>
    </p:extLst>
  </p:cSld>
  <p:clrMap bg1="dk1" tx1="lt1" bg2="dk2" tx2="lt2" accent1="accent1" accent2="accent2" accent3="accent3" accent4="accent4" accent5="accent5" accent6="accent6" hlink="hlink" folHlink="folHlink"/>
  <p:sldLayoutIdLst>
    <p:sldLayoutId id="2147483661" r:id="rId1"/>
    <p:sldLayoutId id="2147483663" r:id="rId2"/>
    <p:sldLayoutId id="214748366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55A1-778B-CBD3-2A30-970B27E7B103}"/>
              </a:ext>
            </a:extLst>
          </p:cNvPr>
          <p:cNvSpPr>
            <a:spLocks noGrp="1"/>
          </p:cNvSpPr>
          <p:nvPr>
            <p:ph type="ctrTitle"/>
          </p:nvPr>
        </p:nvSpPr>
        <p:spPr/>
        <p:txBody>
          <a:bodyPr/>
          <a:lstStyle/>
          <a:p>
            <a:r>
              <a:rPr lang="en-IN" sz="4400" dirty="0">
                <a:latin typeface="Bauhaus 93" panose="04030905020B02020C02" pitchFamily="82" charset="0"/>
                <a:ea typeface="Cambria" panose="02040503050406030204" pitchFamily="18" charset="0"/>
              </a:rPr>
              <a:t>&lt;</a:t>
            </a:r>
            <a:r>
              <a:rPr lang="en-IN" sz="4400" dirty="0">
                <a:solidFill>
                  <a:schemeClr val="accent1"/>
                </a:solidFill>
                <a:latin typeface="Bauhaus 93" panose="04030905020B02020C02" pitchFamily="82" charset="0"/>
                <a:ea typeface="Cambria" panose="02040503050406030204" pitchFamily="18" charset="0"/>
              </a:rPr>
              <a:t>ai</a:t>
            </a:r>
            <a:r>
              <a:rPr lang="en-IN" sz="4400"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sz="4400" dirty="0">
                <a:latin typeface="Bauhaus 93" panose="04030905020B02020C02" pitchFamily="82" charset="0"/>
                <a:ea typeface="Cambria" panose="02040503050406030204" pitchFamily="18" charset="0"/>
              </a:rPr>
              <a:t>ABS</a:t>
            </a:r>
          </a:p>
        </p:txBody>
      </p:sp>
      <p:sp>
        <p:nvSpPr>
          <p:cNvPr id="3" name="Subtitle 2">
            <a:extLst>
              <a:ext uri="{FF2B5EF4-FFF2-40B4-BE49-F238E27FC236}">
                <a16:creationId xmlns:a16="http://schemas.microsoft.com/office/drawing/2014/main" id="{C0267B07-2AB6-250A-AB80-DE8B50BCA02E}"/>
              </a:ext>
            </a:extLst>
          </p:cNvPr>
          <p:cNvSpPr>
            <a:spLocks noGrp="1"/>
          </p:cNvSpPr>
          <p:nvPr>
            <p:ph type="subTitle" idx="1"/>
          </p:nvPr>
        </p:nvSpPr>
        <p:spPr/>
        <p:txBody>
          <a:bodyPr>
            <a:normAutofit/>
          </a:bodyPr>
          <a:lstStyle/>
          <a:p>
            <a:r>
              <a:rPr lang="en-IN" sz="2400" b="1" dirty="0">
                <a:latin typeface="Agency FB" panose="020B0503020202020204" pitchFamily="34" charset="0"/>
              </a:rPr>
              <a:t>Core JAVA</a:t>
            </a:r>
          </a:p>
        </p:txBody>
      </p:sp>
      <p:sp>
        <p:nvSpPr>
          <p:cNvPr id="4" name="Date Placeholder 3">
            <a:extLst>
              <a:ext uri="{FF2B5EF4-FFF2-40B4-BE49-F238E27FC236}">
                <a16:creationId xmlns:a16="http://schemas.microsoft.com/office/drawing/2014/main" id="{40C98916-F9E7-EBAC-BE3B-5EA900294F2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2705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9174-4221-2E61-2BBA-A5675E5D7557}"/>
              </a:ext>
            </a:extLst>
          </p:cNvPr>
          <p:cNvSpPr>
            <a:spLocks noGrp="1"/>
          </p:cNvSpPr>
          <p:nvPr>
            <p:ph type="title"/>
          </p:nvPr>
        </p:nvSpPr>
        <p:spPr/>
        <p:txBody>
          <a:bodyPr>
            <a:normAutofit/>
          </a:bodyPr>
          <a:lstStyle/>
          <a:p>
            <a:r>
              <a:rPr lang="en-IN" sz="2400" dirty="0"/>
              <a:t>Object oriented programming {</a:t>
            </a:r>
            <a:r>
              <a:rPr lang="en-IN" sz="2000" dirty="0"/>
              <a:t>Agenda</a:t>
            </a:r>
            <a:r>
              <a:rPr lang="en-IN" sz="2400" dirty="0"/>
              <a:t>}</a:t>
            </a:r>
          </a:p>
        </p:txBody>
      </p:sp>
      <p:sp>
        <p:nvSpPr>
          <p:cNvPr id="3" name="Content Placeholder 2">
            <a:extLst>
              <a:ext uri="{FF2B5EF4-FFF2-40B4-BE49-F238E27FC236}">
                <a16:creationId xmlns:a16="http://schemas.microsoft.com/office/drawing/2014/main" id="{99FD9D6B-D71E-9A8C-F04C-695B0CF7BE78}"/>
              </a:ext>
            </a:extLst>
          </p:cNvPr>
          <p:cNvSpPr>
            <a:spLocks noGrp="1"/>
          </p:cNvSpPr>
          <p:nvPr>
            <p:ph idx="1"/>
          </p:nvPr>
        </p:nvSpPr>
        <p:spPr/>
        <p:txBody>
          <a:bodyPr/>
          <a:lstStyle/>
          <a:p>
            <a:pPr marL="0" indent="0">
              <a:buNone/>
            </a:pPr>
            <a:endParaRPr lang="en-US" b="1" dirty="0">
              <a:solidFill>
                <a:schemeClr val="bg1"/>
              </a:solidFill>
            </a:endParaRPr>
          </a:p>
          <a:p>
            <a:pPr marL="0" indent="0">
              <a:buNone/>
            </a:pPr>
            <a:endParaRPr lang="en-US" sz="900" dirty="0">
              <a:solidFill>
                <a:schemeClr val="bg1"/>
              </a:solidFill>
            </a:endParaRPr>
          </a:p>
        </p:txBody>
      </p:sp>
      <p:sp>
        <p:nvSpPr>
          <p:cNvPr id="4" name="Date Placeholder 3">
            <a:extLst>
              <a:ext uri="{FF2B5EF4-FFF2-40B4-BE49-F238E27FC236}">
                <a16:creationId xmlns:a16="http://schemas.microsoft.com/office/drawing/2014/main" id="{952D7DBE-7876-EDF4-6E90-83F9BF3C574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graphicFrame>
        <p:nvGraphicFramePr>
          <p:cNvPr id="5" name="Diagram 4">
            <a:extLst>
              <a:ext uri="{FF2B5EF4-FFF2-40B4-BE49-F238E27FC236}">
                <a16:creationId xmlns:a16="http://schemas.microsoft.com/office/drawing/2014/main" id="{C0D294A9-1C75-20B8-E943-80AC12FC0B6F}"/>
              </a:ext>
            </a:extLst>
          </p:cNvPr>
          <p:cNvGraphicFramePr/>
          <p:nvPr>
            <p:extLst>
              <p:ext uri="{D42A27DB-BD31-4B8C-83A1-F6EECF244321}">
                <p14:modId xmlns:p14="http://schemas.microsoft.com/office/powerpoint/2010/main" val="593444458"/>
              </p:ext>
            </p:extLst>
          </p:nvPr>
        </p:nvGraphicFramePr>
        <p:xfrm>
          <a:off x="311150" y="1044755"/>
          <a:ext cx="9045792" cy="5298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938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E0C39-662D-CBC6-FE73-3A4579BF7C3F}"/>
              </a:ext>
            </a:extLst>
          </p:cNvPr>
          <p:cNvSpPr>
            <a:spLocks noGrp="1"/>
          </p:cNvSpPr>
          <p:nvPr>
            <p:ph type="title"/>
          </p:nvPr>
        </p:nvSpPr>
        <p:spPr/>
        <p:txBody>
          <a:bodyPr>
            <a:normAutofit/>
          </a:bodyPr>
          <a:lstStyle/>
          <a:p>
            <a:r>
              <a:rPr lang="en-IN" sz="2400" dirty="0"/>
              <a:t>Inheritance</a:t>
            </a:r>
          </a:p>
        </p:txBody>
      </p:sp>
      <p:sp>
        <p:nvSpPr>
          <p:cNvPr id="10" name="Date Placeholder 3">
            <a:extLst>
              <a:ext uri="{FF2B5EF4-FFF2-40B4-BE49-F238E27FC236}">
                <a16:creationId xmlns:a16="http://schemas.microsoft.com/office/drawing/2014/main" id="{203908FF-EEEF-7BD9-62EB-CD705487A9F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4" name="Content Placeholder 3">
            <a:extLst>
              <a:ext uri="{FF2B5EF4-FFF2-40B4-BE49-F238E27FC236}">
                <a16:creationId xmlns:a16="http://schemas.microsoft.com/office/drawing/2014/main" id="{93DDD48C-ECBE-0520-F192-C85FD44EE8CE}"/>
              </a:ext>
            </a:extLst>
          </p:cNvPr>
          <p:cNvSpPr>
            <a:spLocks noGrp="1"/>
          </p:cNvSpPr>
          <p:nvPr>
            <p:ph idx="1"/>
          </p:nvPr>
        </p:nvSpPr>
        <p:spPr>
          <a:xfrm>
            <a:off x="495300" y="950901"/>
            <a:ext cx="10999780" cy="4704186"/>
          </a:xfrm>
        </p:spPr>
        <p:txBody>
          <a:bodyPr>
            <a:normAutofit/>
          </a:bodyPr>
          <a:lstStyle/>
          <a:p>
            <a:pPr marL="0" indent="0">
              <a:buNone/>
            </a:pPr>
            <a:r>
              <a:rPr lang="en-US" sz="1800" b="1" dirty="0">
                <a:solidFill>
                  <a:schemeClr val="bg1"/>
                </a:solidFill>
              </a:rPr>
              <a:t>Inheritance</a:t>
            </a:r>
            <a:r>
              <a:rPr lang="en-US" sz="1800" dirty="0">
                <a:solidFill>
                  <a:schemeClr val="bg1"/>
                </a:solidFill>
              </a:rPr>
              <a:t> is an </a:t>
            </a:r>
            <a:r>
              <a:rPr lang="en-US" sz="1800" b="1" dirty="0">
                <a:solidFill>
                  <a:schemeClr val="bg1"/>
                </a:solidFill>
              </a:rPr>
              <a:t>OOP mechanism</a:t>
            </a:r>
            <a:r>
              <a:rPr lang="en-US" sz="1800" dirty="0">
                <a:solidFill>
                  <a:schemeClr val="bg1"/>
                </a:solidFill>
              </a:rPr>
              <a:t> where one class (child/subclass) derives properties and behaviors (fields and methods) from another class (parent/superclass).</a:t>
            </a:r>
          </a:p>
          <a:p>
            <a:pPr marL="0" indent="0">
              <a:buNone/>
            </a:pPr>
            <a:r>
              <a:rPr lang="en-US" sz="1800" b="1" dirty="0">
                <a:solidFill>
                  <a:schemeClr val="bg1"/>
                </a:solidFill>
              </a:rPr>
              <a:t>Benefits:</a:t>
            </a:r>
          </a:p>
          <a:p>
            <a:pPr lvl="1"/>
            <a:r>
              <a:rPr lang="en-US" sz="1800" dirty="0">
                <a:solidFill>
                  <a:schemeClr val="bg1"/>
                </a:solidFill>
              </a:rPr>
              <a:t>Promotes </a:t>
            </a:r>
            <a:r>
              <a:rPr lang="en-US" sz="1800" b="1" dirty="0">
                <a:solidFill>
                  <a:schemeClr val="bg1"/>
                </a:solidFill>
              </a:rPr>
              <a:t>code reusability</a:t>
            </a:r>
            <a:r>
              <a:rPr lang="en-US" sz="1800" dirty="0">
                <a:solidFill>
                  <a:schemeClr val="bg1"/>
                </a:solidFill>
              </a:rPr>
              <a:t>.</a:t>
            </a:r>
          </a:p>
          <a:p>
            <a:pPr lvl="1"/>
            <a:r>
              <a:rPr lang="en-US" sz="1800" dirty="0">
                <a:solidFill>
                  <a:schemeClr val="bg1"/>
                </a:solidFill>
              </a:rPr>
              <a:t>Supports </a:t>
            </a:r>
            <a:r>
              <a:rPr lang="en-US" sz="1800" b="1" dirty="0">
                <a:solidFill>
                  <a:schemeClr val="bg1"/>
                </a:solidFill>
              </a:rPr>
              <a:t>hierarchical classification</a:t>
            </a:r>
            <a:r>
              <a:rPr lang="en-US" sz="1800" dirty="0">
                <a:solidFill>
                  <a:schemeClr val="bg1"/>
                </a:solidFill>
              </a:rPr>
              <a:t> (e.g., Animal → Dog → Labrador).</a:t>
            </a:r>
          </a:p>
          <a:p>
            <a:pPr lvl="1"/>
            <a:r>
              <a:rPr lang="en-US" sz="1800" dirty="0">
                <a:solidFill>
                  <a:schemeClr val="bg1"/>
                </a:solidFill>
              </a:rPr>
              <a:t>Enables </a:t>
            </a:r>
            <a:r>
              <a:rPr lang="en-US" sz="1800" b="1" dirty="0">
                <a:solidFill>
                  <a:schemeClr val="bg1"/>
                </a:solidFill>
              </a:rPr>
              <a:t>polymorphism</a:t>
            </a:r>
            <a:r>
              <a:rPr lang="en-US" sz="1800" dirty="0">
                <a:solidFill>
                  <a:schemeClr val="bg1"/>
                </a:solidFill>
              </a:rPr>
              <a:t> (subclass objects can be treated as superclass references).</a:t>
            </a:r>
          </a:p>
          <a:p>
            <a:pPr marL="0" indent="0">
              <a:buNone/>
            </a:pPr>
            <a:endParaRPr lang="en-IN" sz="1800" dirty="0">
              <a:solidFill>
                <a:schemeClr val="bg1"/>
              </a:solidFill>
            </a:endParaRPr>
          </a:p>
        </p:txBody>
      </p:sp>
      <p:graphicFrame>
        <p:nvGraphicFramePr>
          <p:cNvPr id="5" name="Diagram 4">
            <a:extLst>
              <a:ext uri="{FF2B5EF4-FFF2-40B4-BE49-F238E27FC236}">
                <a16:creationId xmlns:a16="http://schemas.microsoft.com/office/drawing/2014/main" id="{C83768C6-DE15-BBB2-7221-F86B49102E1D}"/>
              </a:ext>
            </a:extLst>
          </p:cNvPr>
          <p:cNvGraphicFramePr/>
          <p:nvPr>
            <p:extLst>
              <p:ext uri="{D42A27DB-BD31-4B8C-83A1-F6EECF244321}">
                <p14:modId xmlns:p14="http://schemas.microsoft.com/office/powerpoint/2010/main" val="3987958791"/>
              </p:ext>
            </p:extLst>
          </p:nvPr>
        </p:nvGraphicFramePr>
        <p:xfrm>
          <a:off x="1700854" y="2851237"/>
          <a:ext cx="8893479" cy="3476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42292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F5AB4-F803-F94C-54BC-50ECBA885ECA}"/>
              </a:ext>
            </a:extLst>
          </p:cNvPr>
          <p:cNvSpPr>
            <a:spLocks noGrp="1"/>
          </p:cNvSpPr>
          <p:nvPr>
            <p:ph type="title"/>
          </p:nvPr>
        </p:nvSpPr>
        <p:spPr/>
        <p:txBody>
          <a:bodyPr>
            <a:normAutofit/>
          </a:bodyPr>
          <a:lstStyle/>
          <a:p>
            <a:r>
              <a:rPr lang="en-IN" sz="2400" dirty="0"/>
              <a:t>Inheritance</a:t>
            </a:r>
          </a:p>
        </p:txBody>
      </p:sp>
      <p:graphicFrame>
        <p:nvGraphicFramePr>
          <p:cNvPr id="7" name="Content Placeholder 6">
            <a:extLst>
              <a:ext uri="{FF2B5EF4-FFF2-40B4-BE49-F238E27FC236}">
                <a16:creationId xmlns:a16="http://schemas.microsoft.com/office/drawing/2014/main" id="{89AC71CD-E68F-7FCD-5D7F-98296555AF31}"/>
              </a:ext>
            </a:extLst>
          </p:cNvPr>
          <p:cNvGraphicFramePr>
            <a:graphicFrameLocks noGrp="1"/>
          </p:cNvGraphicFramePr>
          <p:nvPr>
            <p:ph idx="1"/>
            <p:extLst>
              <p:ext uri="{D42A27DB-BD31-4B8C-83A1-F6EECF244321}">
                <p14:modId xmlns:p14="http://schemas.microsoft.com/office/powerpoint/2010/main" val="4115565995"/>
              </p:ext>
            </p:extLst>
          </p:nvPr>
        </p:nvGraphicFramePr>
        <p:xfrm>
          <a:off x="979708" y="1556204"/>
          <a:ext cx="9757228" cy="41630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Date Placeholder 3">
            <a:extLst>
              <a:ext uri="{FF2B5EF4-FFF2-40B4-BE49-F238E27FC236}">
                <a16:creationId xmlns:a16="http://schemas.microsoft.com/office/drawing/2014/main" id="{ED66BDB7-5CD5-74AE-398E-60210AB372D4}"/>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383165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6E7A8-B26D-AEBA-4046-548FA03A93DF}"/>
              </a:ext>
            </a:extLst>
          </p:cNvPr>
          <p:cNvSpPr>
            <a:spLocks noGrp="1"/>
          </p:cNvSpPr>
          <p:nvPr>
            <p:ph type="title"/>
          </p:nvPr>
        </p:nvSpPr>
        <p:spPr/>
        <p:txBody>
          <a:bodyPr>
            <a:normAutofit/>
          </a:bodyPr>
          <a:lstStyle/>
          <a:p>
            <a:r>
              <a:rPr lang="en-IN" sz="2400" dirty="0"/>
              <a:t>Inheritance</a:t>
            </a:r>
          </a:p>
        </p:txBody>
      </p:sp>
      <p:sp>
        <p:nvSpPr>
          <p:cNvPr id="4" name="TextBox 3">
            <a:extLst>
              <a:ext uri="{FF2B5EF4-FFF2-40B4-BE49-F238E27FC236}">
                <a16:creationId xmlns:a16="http://schemas.microsoft.com/office/drawing/2014/main" id="{00E80FFF-5F9A-4B9E-3799-E121E583B9F1}"/>
              </a:ext>
            </a:extLst>
          </p:cNvPr>
          <p:cNvSpPr txBox="1"/>
          <p:nvPr/>
        </p:nvSpPr>
        <p:spPr>
          <a:xfrm>
            <a:off x="137786" y="939453"/>
            <a:ext cx="5298510" cy="5755422"/>
          </a:xfrm>
          <a:prstGeom prst="rect">
            <a:avLst/>
          </a:prstGeom>
          <a:noFill/>
          <a:ln>
            <a:solidFill>
              <a:schemeClr val="tx1">
                <a:lumMod val="85000"/>
              </a:schemeClr>
            </a:solidFill>
          </a:ln>
        </p:spPr>
        <p:txBody>
          <a:bodyPr wrap="square" rtlCol="0">
            <a:spAutoFit/>
          </a:bodyPr>
          <a:lstStyle/>
          <a:p>
            <a:r>
              <a:rPr lang="en-IN" sz="1600" dirty="0">
                <a:solidFill>
                  <a:schemeClr val="bg1"/>
                </a:solidFill>
              </a:rPr>
              <a:t>public class Vehicle {</a:t>
            </a:r>
          </a:p>
          <a:p>
            <a:r>
              <a:rPr lang="en-IN" sz="1600" dirty="0">
                <a:solidFill>
                  <a:schemeClr val="bg1"/>
                </a:solidFill>
              </a:rPr>
              <a:t>    protected String brand;</a:t>
            </a:r>
          </a:p>
          <a:p>
            <a:r>
              <a:rPr lang="en-IN" sz="1600" dirty="0">
                <a:solidFill>
                  <a:schemeClr val="bg1"/>
                </a:solidFill>
              </a:rPr>
              <a:t>    protected int speed;</a:t>
            </a:r>
          </a:p>
          <a:p>
            <a:endParaRPr lang="en-IN" sz="1600" dirty="0">
              <a:solidFill>
                <a:schemeClr val="bg1"/>
              </a:solidFill>
            </a:endParaRPr>
          </a:p>
          <a:p>
            <a:r>
              <a:rPr lang="en-IN" sz="1600" dirty="0">
                <a:solidFill>
                  <a:schemeClr val="bg1"/>
                </a:solidFill>
              </a:rPr>
              <a:t>    public Vehicle(String brand) {</a:t>
            </a:r>
          </a:p>
          <a:p>
            <a:r>
              <a:rPr lang="en-IN" sz="1600" dirty="0">
                <a:solidFill>
                  <a:schemeClr val="bg1"/>
                </a:solidFill>
              </a:rPr>
              <a:t>        </a:t>
            </a:r>
            <a:r>
              <a:rPr lang="en-IN" sz="1600" dirty="0" err="1">
                <a:solidFill>
                  <a:schemeClr val="bg1"/>
                </a:solidFill>
              </a:rPr>
              <a:t>this.brand</a:t>
            </a:r>
            <a:r>
              <a:rPr lang="en-IN" sz="1600" dirty="0">
                <a:solidFill>
                  <a:schemeClr val="bg1"/>
                </a:solidFill>
              </a:rPr>
              <a:t> = brand;</a:t>
            </a:r>
          </a:p>
          <a:p>
            <a:r>
              <a:rPr lang="en-IN" sz="1600" dirty="0">
                <a:solidFill>
                  <a:schemeClr val="bg1"/>
                </a:solidFill>
              </a:rPr>
              <a:t>        </a:t>
            </a:r>
            <a:r>
              <a:rPr lang="en-IN" sz="1600" dirty="0" err="1">
                <a:solidFill>
                  <a:schemeClr val="bg1"/>
                </a:solidFill>
              </a:rPr>
              <a:t>this.speed</a:t>
            </a:r>
            <a:r>
              <a:rPr lang="en-IN" sz="1600" dirty="0">
                <a:solidFill>
                  <a:schemeClr val="bg1"/>
                </a:solidFill>
              </a:rPr>
              <a:t> = 0;</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start()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vehicle started.");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stop()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vehicle stopped.");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accelerate(int increment) {</a:t>
            </a:r>
          </a:p>
          <a:p>
            <a:r>
              <a:rPr lang="en-IN" sz="1600" dirty="0">
                <a:solidFill>
                  <a:schemeClr val="bg1"/>
                </a:solidFill>
              </a:rPr>
              <a:t>        speed += increment;</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accelerated to " + speed + " km/h.");</a:t>
            </a:r>
          </a:p>
          <a:p>
            <a:r>
              <a:rPr lang="en-IN" sz="1600" dirty="0">
                <a:solidFill>
                  <a:schemeClr val="bg1"/>
                </a:solidFill>
              </a:rPr>
              <a:t>    }</a:t>
            </a:r>
          </a:p>
          <a:p>
            <a:r>
              <a:rPr lang="en-IN" sz="1600" dirty="0">
                <a:solidFill>
                  <a:schemeClr val="bg1"/>
                </a:solidFill>
              </a:rPr>
              <a:t>}</a:t>
            </a:r>
          </a:p>
        </p:txBody>
      </p:sp>
      <p:sp>
        <p:nvSpPr>
          <p:cNvPr id="7" name="TextBox 6">
            <a:extLst>
              <a:ext uri="{FF2B5EF4-FFF2-40B4-BE49-F238E27FC236}">
                <a16:creationId xmlns:a16="http://schemas.microsoft.com/office/drawing/2014/main" id="{1F3BB488-4C20-ACE6-6C53-FA6236F6A258}"/>
              </a:ext>
            </a:extLst>
          </p:cNvPr>
          <p:cNvSpPr txBox="1"/>
          <p:nvPr/>
        </p:nvSpPr>
        <p:spPr>
          <a:xfrm>
            <a:off x="5676378" y="939453"/>
            <a:ext cx="5298510" cy="4770537"/>
          </a:xfrm>
          <a:prstGeom prst="rect">
            <a:avLst/>
          </a:prstGeom>
          <a:noFill/>
          <a:ln>
            <a:solidFill>
              <a:schemeClr val="tx1">
                <a:lumMod val="85000"/>
              </a:schemeClr>
            </a:solidFill>
          </a:ln>
        </p:spPr>
        <p:txBody>
          <a:bodyPr wrap="square" rtlCol="0">
            <a:spAutoFit/>
          </a:bodyPr>
          <a:lstStyle/>
          <a:p>
            <a:r>
              <a:rPr lang="en-IN" sz="1600" dirty="0">
                <a:solidFill>
                  <a:schemeClr val="bg1"/>
                </a:solidFill>
              </a:rPr>
              <a:t>public class Car extends Vehicle {</a:t>
            </a:r>
          </a:p>
          <a:p>
            <a:r>
              <a:rPr lang="en-IN" sz="1600" dirty="0">
                <a:solidFill>
                  <a:schemeClr val="bg1"/>
                </a:solidFill>
              </a:rPr>
              <a:t>    public Car(String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t>
            </a:r>
            <a:r>
              <a:rPr lang="en-IN" sz="1600" dirty="0" err="1">
                <a:solidFill>
                  <a:schemeClr val="bg1"/>
                </a:solidFill>
              </a:rPr>
              <a:t>openTrunk</a:t>
            </a:r>
            <a:r>
              <a:rPr lang="en-IN" sz="1600" dirty="0">
                <a:solidFill>
                  <a:schemeClr val="bg1"/>
                </a:solidFill>
              </a:rPr>
              <a: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trunk opened.");</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a:p>
            <a:r>
              <a:rPr lang="en-IN" sz="1600" dirty="0">
                <a:solidFill>
                  <a:schemeClr val="bg1"/>
                </a:solidFill>
              </a:rPr>
              <a:t>public class Bike extends Vehicle {</a:t>
            </a:r>
          </a:p>
          <a:p>
            <a:r>
              <a:rPr lang="en-IN" sz="1600" dirty="0">
                <a:solidFill>
                  <a:schemeClr val="bg1"/>
                </a:solidFill>
              </a:rPr>
              <a:t>    public Bike(String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t>
            </a:r>
            <a:r>
              <a:rPr lang="en-IN" sz="1600" dirty="0" err="1">
                <a:solidFill>
                  <a:schemeClr val="bg1"/>
                </a:solidFill>
              </a:rPr>
              <a:t>kickStart</a:t>
            </a:r>
            <a:r>
              <a:rPr lang="en-IN" sz="1600" dirty="0">
                <a:solidFill>
                  <a:schemeClr val="bg1"/>
                </a:solidFill>
              </a:rPr>
              <a: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bike kick-started.");</a:t>
            </a:r>
          </a:p>
          <a:p>
            <a:r>
              <a:rPr lang="en-IN" sz="1600" dirty="0">
                <a:solidFill>
                  <a:schemeClr val="bg1"/>
                </a:solidFill>
              </a:rPr>
              <a:t>    }</a:t>
            </a:r>
          </a:p>
          <a:p>
            <a:r>
              <a:rPr lang="en-IN" sz="1600" dirty="0">
                <a:solidFill>
                  <a:schemeClr val="bg1"/>
                </a:solidFill>
              </a:rPr>
              <a:t>}</a:t>
            </a:r>
          </a:p>
        </p:txBody>
      </p:sp>
      <p:sp>
        <p:nvSpPr>
          <p:cNvPr id="8" name="Date Placeholder 3">
            <a:extLst>
              <a:ext uri="{FF2B5EF4-FFF2-40B4-BE49-F238E27FC236}">
                <a16:creationId xmlns:a16="http://schemas.microsoft.com/office/drawing/2014/main" id="{77F5C736-435E-56FC-4E6C-E2770A087E0A}"/>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604114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F34CB-C1DC-4368-0AF2-AB6E3F956924}"/>
              </a:ext>
            </a:extLst>
          </p:cNvPr>
          <p:cNvSpPr>
            <a:spLocks noGrp="1"/>
          </p:cNvSpPr>
          <p:nvPr>
            <p:ph type="title"/>
          </p:nvPr>
        </p:nvSpPr>
        <p:spPr/>
        <p:txBody>
          <a:bodyPr>
            <a:normAutofit/>
          </a:bodyPr>
          <a:lstStyle/>
          <a:p>
            <a:r>
              <a:rPr lang="en-IN" sz="2400" dirty="0"/>
              <a:t>Inheritance</a:t>
            </a:r>
          </a:p>
        </p:txBody>
      </p:sp>
      <p:sp>
        <p:nvSpPr>
          <p:cNvPr id="4" name="TextBox 3">
            <a:extLst>
              <a:ext uri="{FF2B5EF4-FFF2-40B4-BE49-F238E27FC236}">
                <a16:creationId xmlns:a16="http://schemas.microsoft.com/office/drawing/2014/main" id="{AD69178E-B5CF-DDF9-CFCF-9C6155C70C99}"/>
              </a:ext>
            </a:extLst>
          </p:cNvPr>
          <p:cNvSpPr txBox="1"/>
          <p:nvPr/>
        </p:nvSpPr>
        <p:spPr>
          <a:xfrm>
            <a:off x="137786" y="914401"/>
            <a:ext cx="5298510" cy="5262979"/>
          </a:xfrm>
          <a:prstGeom prst="rect">
            <a:avLst/>
          </a:prstGeom>
          <a:noFill/>
          <a:ln>
            <a:solidFill>
              <a:schemeClr val="tx1">
                <a:lumMod val="85000"/>
              </a:schemeClr>
            </a:solidFill>
          </a:ln>
        </p:spPr>
        <p:txBody>
          <a:bodyPr wrap="square" rtlCol="0">
            <a:spAutoFit/>
          </a:bodyPr>
          <a:lstStyle/>
          <a:p>
            <a:r>
              <a:rPr lang="en-IN" sz="1600" dirty="0">
                <a:solidFill>
                  <a:schemeClr val="bg1"/>
                </a:solidFill>
              </a:rPr>
              <a:t>public class </a:t>
            </a:r>
            <a:r>
              <a:rPr lang="en-IN" sz="1600" dirty="0" err="1">
                <a:solidFill>
                  <a:schemeClr val="bg1"/>
                </a:solidFill>
              </a:rPr>
              <a:t>ICECar</a:t>
            </a:r>
            <a:r>
              <a:rPr lang="en-IN" sz="1600" dirty="0">
                <a:solidFill>
                  <a:schemeClr val="bg1"/>
                </a:solidFill>
              </a:rPr>
              <a:t> extends Car {</a:t>
            </a:r>
          </a:p>
          <a:p>
            <a:r>
              <a:rPr lang="en-IN" sz="1600" dirty="0">
                <a:solidFill>
                  <a:schemeClr val="bg1"/>
                </a:solidFill>
              </a:rPr>
              <a:t>    public </a:t>
            </a:r>
            <a:r>
              <a:rPr lang="en-IN" sz="1600" dirty="0" err="1">
                <a:solidFill>
                  <a:schemeClr val="bg1"/>
                </a:solidFill>
              </a:rPr>
              <a:t>ICECar</a:t>
            </a:r>
            <a:r>
              <a:rPr lang="en-IN" sz="1600" dirty="0">
                <a:solidFill>
                  <a:schemeClr val="bg1"/>
                </a:solidFill>
              </a:rPr>
              <a:t>(String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refuel()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ICE car </a:t>
            </a:r>
            <a:r>
              <a:rPr lang="en-IN" sz="1600" dirty="0" err="1">
                <a:solidFill>
                  <a:schemeClr val="bg1"/>
                </a:solidFill>
              </a:rPr>
              <a:t>refueled</a:t>
            </a:r>
            <a:r>
              <a:rPr lang="en-IN" sz="1600" dirty="0">
                <a:solidFill>
                  <a:schemeClr val="bg1"/>
                </a:solidFill>
              </a:rPr>
              <a:t>.");</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a:p>
            <a:r>
              <a:rPr lang="en-IN" sz="1600" dirty="0">
                <a:solidFill>
                  <a:schemeClr val="bg1"/>
                </a:solidFill>
              </a:rPr>
              <a:t>public class </a:t>
            </a:r>
            <a:r>
              <a:rPr lang="en-IN" sz="1600" dirty="0" err="1">
                <a:solidFill>
                  <a:schemeClr val="bg1"/>
                </a:solidFill>
              </a:rPr>
              <a:t>ElectricCar</a:t>
            </a:r>
            <a:r>
              <a:rPr lang="en-IN" sz="1600" dirty="0">
                <a:solidFill>
                  <a:schemeClr val="bg1"/>
                </a:solidFill>
              </a:rPr>
              <a:t> extends Car {</a:t>
            </a:r>
          </a:p>
          <a:p>
            <a:r>
              <a:rPr lang="en-IN" sz="1600" dirty="0">
                <a:solidFill>
                  <a:schemeClr val="bg1"/>
                </a:solidFill>
              </a:rPr>
              <a:t>    public </a:t>
            </a:r>
            <a:r>
              <a:rPr lang="en-IN" sz="1600" dirty="0" err="1">
                <a:solidFill>
                  <a:schemeClr val="bg1"/>
                </a:solidFill>
              </a:rPr>
              <a:t>ElectricCar</a:t>
            </a:r>
            <a:r>
              <a:rPr lang="en-IN" sz="1600" dirty="0">
                <a:solidFill>
                  <a:schemeClr val="bg1"/>
                </a:solidFill>
              </a:rPr>
              <a:t>(String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t>
            </a:r>
            <a:r>
              <a:rPr lang="en-IN" sz="1600" dirty="0" err="1">
                <a:solidFill>
                  <a:schemeClr val="bg1"/>
                </a:solidFill>
              </a:rPr>
              <a:t>chargeBattery</a:t>
            </a:r>
            <a:r>
              <a:rPr lang="en-IN" sz="1600" dirty="0">
                <a:solidFill>
                  <a:schemeClr val="bg1"/>
                </a:solidFill>
              </a:rPr>
              <a: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electric car charging...");</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p:txBody>
      </p:sp>
      <p:sp>
        <p:nvSpPr>
          <p:cNvPr id="5" name="TextBox 4">
            <a:extLst>
              <a:ext uri="{FF2B5EF4-FFF2-40B4-BE49-F238E27FC236}">
                <a16:creationId xmlns:a16="http://schemas.microsoft.com/office/drawing/2014/main" id="{057020BB-CBD9-BDDD-7F38-C3DA22A8A93D}"/>
              </a:ext>
            </a:extLst>
          </p:cNvPr>
          <p:cNvSpPr txBox="1"/>
          <p:nvPr/>
        </p:nvSpPr>
        <p:spPr>
          <a:xfrm>
            <a:off x="6077198" y="929015"/>
            <a:ext cx="5298510" cy="5262979"/>
          </a:xfrm>
          <a:prstGeom prst="rect">
            <a:avLst/>
          </a:prstGeom>
          <a:noFill/>
          <a:ln>
            <a:solidFill>
              <a:schemeClr val="tx1">
                <a:lumMod val="85000"/>
              </a:schemeClr>
            </a:solidFill>
          </a:ln>
        </p:spPr>
        <p:txBody>
          <a:bodyPr wrap="square" rtlCol="0">
            <a:spAutoFit/>
          </a:bodyPr>
          <a:lstStyle/>
          <a:p>
            <a:r>
              <a:rPr lang="en-IN" sz="1600" dirty="0">
                <a:solidFill>
                  <a:schemeClr val="bg1"/>
                </a:solidFill>
              </a:rPr>
              <a:t>public class </a:t>
            </a:r>
            <a:r>
              <a:rPr lang="en-IN" sz="1600" dirty="0" err="1">
                <a:solidFill>
                  <a:schemeClr val="bg1"/>
                </a:solidFill>
              </a:rPr>
              <a:t>PetrolCar</a:t>
            </a:r>
            <a:r>
              <a:rPr lang="en-IN" sz="1600" dirty="0">
                <a:solidFill>
                  <a:schemeClr val="bg1"/>
                </a:solidFill>
              </a:rPr>
              <a:t> extends </a:t>
            </a:r>
            <a:r>
              <a:rPr lang="en-IN" sz="1600" dirty="0" err="1">
                <a:solidFill>
                  <a:schemeClr val="bg1"/>
                </a:solidFill>
              </a:rPr>
              <a:t>ICECar</a:t>
            </a:r>
            <a:r>
              <a:rPr lang="en-IN" sz="1600" dirty="0">
                <a:solidFill>
                  <a:schemeClr val="bg1"/>
                </a:solidFill>
              </a:rPr>
              <a:t> {</a:t>
            </a:r>
          </a:p>
          <a:p>
            <a:r>
              <a:rPr lang="en-IN" sz="1600" dirty="0">
                <a:solidFill>
                  <a:schemeClr val="bg1"/>
                </a:solidFill>
              </a:rPr>
              <a:t>    public </a:t>
            </a:r>
            <a:r>
              <a:rPr lang="en-IN" sz="1600" dirty="0" err="1">
                <a:solidFill>
                  <a:schemeClr val="bg1"/>
                </a:solidFill>
              </a:rPr>
              <a:t>PetrolCar</a:t>
            </a:r>
            <a:r>
              <a:rPr lang="en-IN" sz="1600" dirty="0">
                <a:solidFill>
                  <a:schemeClr val="bg1"/>
                </a:solidFill>
              </a:rPr>
              <a:t>(String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t>
            </a:r>
            <a:r>
              <a:rPr lang="en-IN" sz="1600" dirty="0" err="1">
                <a:solidFill>
                  <a:schemeClr val="bg1"/>
                </a:solidFill>
              </a:rPr>
              <a:t>usePetrolMode</a:t>
            </a:r>
            <a:r>
              <a:rPr lang="en-IN" sz="1600" dirty="0">
                <a:solidFill>
                  <a:schemeClr val="bg1"/>
                </a:solidFill>
              </a:rPr>
              <a: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running in petrol mode.");</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a:p>
            <a:r>
              <a:rPr lang="en-IN" sz="1600" dirty="0">
                <a:solidFill>
                  <a:schemeClr val="bg1"/>
                </a:solidFill>
              </a:rPr>
              <a:t>public class </a:t>
            </a:r>
            <a:r>
              <a:rPr lang="en-IN" sz="1600" dirty="0" err="1">
                <a:solidFill>
                  <a:schemeClr val="bg1"/>
                </a:solidFill>
              </a:rPr>
              <a:t>DieselCar</a:t>
            </a:r>
            <a:r>
              <a:rPr lang="en-IN" sz="1600" dirty="0">
                <a:solidFill>
                  <a:schemeClr val="bg1"/>
                </a:solidFill>
              </a:rPr>
              <a:t> extends </a:t>
            </a:r>
            <a:r>
              <a:rPr lang="en-IN" sz="1600" dirty="0" err="1">
                <a:solidFill>
                  <a:schemeClr val="bg1"/>
                </a:solidFill>
              </a:rPr>
              <a:t>ICECar</a:t>
            </a:r>
            <a:r>
              <a:rPr lang="en-IN" sz="1600" dirty="0">
                <a:solidFill>
                  <a:schemeClr val="bg1"/>
                </a:solidFill>
              </a:rPr>
              <a:t> {</a:t>
            </a:r>
          </a:p>
          <a:p>
            <a:r>
              <a:rPr lang="en-IN" sz="1600" dirty="0">
                <a:solidFill>
                  <a:schemeClr val="bg1"/>
                </a:solidFill>
              </a:rPr>
              <a:t>    public </a:t>
            </a:r>
            <a:r>
              <a:rPr lang="en-IN" sz="1600" dirty="0" err="1">
                <a:solidFill>
                  <a:schemeClr val="bg1"/>
                </a:solidFill>
              </a:rPr>
              <a:t>DieselCar</a:t>
            </a:r>
            <a:r>
              <a:rPr lang="en-IN" sz="1600" dirty="0">
                <a:solidFill>
                  <a:schemeClr val="bg1"/>
                </a:solidFill>
              </a:rPr>
              <a:t>(String brand) {</a:t>
            </a:r>
          </a:p>
          <a:p>
            <a:r>
              <a:rPr lang="en-IN" sz="1600" dirty="0">
                <a:solidFill>
                  <a:schemeClr val="bg1"/>
                </a:solidFill>
              </a:rPr>
              <a:t>        super(brand);</a:t>
            </a:r>
          </a:p>
          <a:p>
            <a:r>
              <a:rPr lang="en-IN" sz="1600" dirty="0">
                <a:solidFill>
                  <a:schemeClr val="bg1"/>
                </a:solidFill>
              </a:rPr>
              <a:t>    }</a:t>
            </a:r>
          </a:p>
          <a:p>
            <a:endParaRPr lang="en-IN" sz="1600" dirty="0">
              <a:solidFill>
                <a:schemeClr val="bg1"/>
              </a:solidFill>
            </a:endParaRPr>
          </a:p>
          <a:p>
            <a:r>
              <a:rPr lang="en-IN" sz="1600" dirty="0">
                <a:solidFill>
                  <a:schemeClr val="bg1"/>
                </a:solidFill>
              </a:rPr>
              <a:t>    public void </a:t>
            </a:r>
            <a:r>
              <a:rPr lang="en-IN" sz="1600" dirty="0" err="1">
                <a:solidFill>
                  <a:schemeClr val="bg1"/>
                </a:solidFill>
              </a:rPr>
              <a:t>useDieselMode</a:t>
            </a:r>
            <a:r>
              <a:rPr lang="en-IN" sz="1600" dirty="0">
                <a:solidFill>
                  <a:schemeClr val="bg1"/>
                </a:solidFill>
              </a:rPr>
              <a:t>()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(brand + " running in diesel mode.");</a:t>
            </a:r>
          </a:p>
          <a:p>
            <a:r>
              <a:rPr lang="en-IN" sz="1600" dirty="0">
                <a:solidFill>
                  <a:schemeClr val="bg1"/>
                </a:solidFill>
              </a:rPr>
              <a:t>    }</a:t>
            </a:r>
          </a:p>
          <a:p>
            <a:r>
              <a:rPr lang="en-IN" sz="1600" dirty="0">
                <a:solidFill>
                  <a:schemeClr val="bg1"/>
                </a:solidFill>
              </a:rPr>
              <a:t>}</a:t>
            </a:r>
          </a:p>
        </p:txBody>
      </p:sp>
      <p:sp>
        <p:nvSpPr>
          <p:cNvPr id="6" name="Date Placeholder 3">
            <a:extLst>
              <a:ext uri="{FF2B5EF4-FFF2-40B4-BE49-F238E27FC236}">
                <a16:creationId xmlns:a16="http://schemas.microsoft.com/office/drawing/2014/main" id="{55A7A021-0986-F798-E0CE-C4AE6E355E7F}"/>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618227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F252-4BC5-D5EB-13BC-27A737465D04}"/>
              </a:ext>
            </a:extLst>
          </p:cNvPr>
          <p:cNvSpPr>
            <a:spLocks noGrp="1"/>
          </p:cNvSpPr>
          <p:nvPr>
            <p:ph type="title"/>
          </p:nvPr>
        </p:nvSpPr>
        <p:spPr/>
        <p:txBody>
          <a:bodyPr>
            <a:normAutofit/>
          </a:bodyPr>
          <a:lstStyle/>
          <a:p>
            <a:r>
              <a:rPr lang="en-IN" sz="2400" dirty="0"/>
              <a:t>Inheritance</a:t>
            </a:r>
          </a:p>
        </p:txBody>
      </p:sp>
      <p:grpSp>
        <p:nvGrpSpPr>
          <p:cNvPr id="70" name="Group 69">
            <a:extLst>
              <a:ext uri="{FF2B5EF4-FFF2-40B4-BE49-F238E27FC236}">
                <a16:creationId xmlns:a16="http://schemas.microsoft.com/office/drawing/2014/main" id="{A397396F-DA7B-AD41-9329-EE32EEFEB2FE}"/>
              </a:ext>
            </a:extLst>
          </p:cNvPr>
          <p:cNvGrpSpPr/>
          <p:nvPr/>
        </p:nvGrpSpPr>
        <p:grpSpPr>
          <a:xfrm>
            <a:off x="96552" y="1044755"/>
            <a:ext cx="11209902" cy="4593808"/>
            <a:chOff x="15899" y="728569"/>
            <a:chExt cx="12022071" cy="4593808"/>
          </a:xfrm>
        </p:grpSpPr>
        <p:sp>
          <p:nvSpPr>
            <p:cNvPr id="24" name="Freeform: Shape 23">
              <a:extLst>
                <a:ext uri="{FF2B5EF4-FFF2-40B4-BE49-F238E27FC236}">
                  <a16:creationId xmlns:a16="http://schemas.microsoft.com/office/drawing/2014/main" id="{5001A93F-3E3A-53C6-3007-8AA72DFA8867}"/>
                </a:ext>
              </a:extLst>
            </p:cNvPr>
            <p:cNvSpPr/>
            <p:nvPr/>
          </p:nvSpPr>
          <p:spPr>
            <a:xfrm>
              <a:off x="2383532" y="1375916"/>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Electric Vehicle</a:t>
              </a:r>
            </a:p>
          </p:txBody>
        </p:sp>
        <p:grpSp>
          <p:nvGrpSpPr>
            <p:cNvPr id="69" name="Group 68">
              <a:extLst>
                <a:ext uri="{FF2B5EF4-FFF2-40B4-BE49-F238E27FC236}">
                  <a16:creationId xmlns:a16="http://schemas.microsoft.com/office/drawing/2014/main" id="{268539C3-072F-14F2-67A2-8681E0B6F05C}"/>
                </a:ext>
              </a:extLst>
            </p:cNvPr>
            <p:cNvGrpSpPr/>
            <p:nvPr/>
          </p:nvGrpSpPr>
          <p:grpSpPr>
            <a:xfrm>
              <a:off x="15899" y="728569"/>
              <a:ext cx="12022071" cy="4593808"/>
              <a:chOff x="15899" y="728569"/>
              <a:chExt cx="12022071" cy="4593808"/>
            </a:xfrm>
          </p:grpSpPr>
          <p:sp>
            <p:nvSpPr>
              <p:cNvPr id="8" name="Freeform: Shape 7">
                <a:extLst>
                  <a:ext uri="{FF2B5EF4-FFF2-40B4-BE49-F238E27FC236}">
                    <a16:creationId xmlns:a16="http://schemas.microsoft.com/office/drawing/2014/main" id="{B0D8B419-617F-E175-AAA0-D367B5383276}"/>
                  </a:ext>
                </a:extLst>
              </p:cNvPr>
              <p:cNvSpPr/>
              <p:nvPr/>
            </p:nvSpPr>
            <p:spPr>
              <a:xfrm>
                <a:off x="4718978" y="1296628"/>
                <a:ext cx="1747192" cy="661537"/>
              </a:xfrm>
              <a:custGeom>
                <a:avLst/>
                <a:gdLst/>
                <a:ahLst/>
                <a:cxnLst/>
                <a:rect l="0" t="0" r="0" b="0"/>
                <a:pathLst>
                  <a:path>
                    <a:moveTo>
                      <a:pt x="798013" y="0"/>
                    </a:moveTo>
                    <a:lnTo>
                      <a:pt x="798013" y="517022"/>
                    </a:lnTo>
                    <a:lnTo>
                      <a:pt x="0" y="517022"/>
                    </a:lnTo>
                  </a:path>
                </a:pathLst>
              </a:custGeom>
              <a:noFill/>
              <a:scene3d>
                <a:camera prst="perspectiveRelaxedModerately" zoom="92000"/>
                <a:lightRig rig="balanced" dir="t">
                  <a:rot lat="0" lon="0" rev="12700000"/>
                </a:lightRig>
              </a:scene3d>
              <a:sp3d z="-25400" prstMaterial="plastic"/>
            </p:spPr>
            <p:style>
              <a:lnRef idx="2">
                <a:schemeClr val="dk2">
                  <a:shade val="6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sp>
          <p:sp>
            <p:nvSpPr>
              <p:cNvPr id="22" name="Freeform: Shape 21">
                <a:extLst>
                  <a:ext uri="{FF2B5EF4-FFF2-40B4-BE49-F238E27FC236}">
                    <a16:creationId xmlns:a16="http://schemas.microsoft.com/office/drawing/2014/main" id="{0C94B02B-F7F7-4539-420A-694D33F9381F}"/>
                  </a:ext>
                </a:extLst>
              </p:cNvPr>
              <p:cNvSpPr/>
              <p:nvPr/>
            </p:nvSpPr>
            <p:spPr>
              <a:xfrm>
                <a:off x="15899" y="4603315"/>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Car</a:t>
                </a:r>
                <a:endParaRPr lang="en-IN" sz="1800" kern="1200" dirty="0"/>
              </a:p>
            </p:txBody>
          </p:sp>
          <p:cxnSp>
            <p:nvCxnSpPr>
              <p:cNvPr id="42" name="Connector: Elbow 41">
                <a:extLst>
                  <a:ext uri="{FF2B5EF4-FFF2-40B4-BE49-F238E27FC236}">
                    <a16:creationId xmlns:a16="http://schemas.microsoft.com/office/drawing/2014/main" id="{2774697C-B9C9-847A-7698-E02A9DCF4D98}"/>
                  </a:ext>
                </a:extLst>
              </p:cNvPr>
              <p:cNvCxnSpPr>
                <a:cxnSpLocks/>
              </p:cNvCxnSpPr>
              <p:nvPr/>
            </p:nvCxnSpPr>
            <p:spPr>
              <a:xfrm rot="16200000" flipH="1">
                <a:off x="6878710" y="1570501"/>
                <a:ext cx="1189840" cy="8582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7DCEA94C-401B-3FD2-ADB6-BE53A599454A}"/>
                  </a:ext>
                </a:extLst>
              </p:cNvPr>
              <p:cNvGrpSpPr/>
              <p:nvPr/>
            </p:nvGrpSpPr>
            <p:grpSpPr>
              <a:xfrm>
                <a:off x="668327" y="728569"/>
                <a:ext cx="11369643" cy="4491140"/>
                <a:chOff x="668327" y="728569"/>
                <a:chExt cx="11369643" cy="4491140"/>
              </a:xfrm>
            </p:grpSpPr>
            <p:sp>
              <p:nvSpPr>
                <p:cNvPr id="6" name="Freeform: Shape 5">
                  <a:extLst>
                    <a:ext uri="{FF2B5EF4-FFF2-40B4-BE49-F238E27FC236}">
                      <a16:creationId xmlns:a16="http://schemas.microsoft.com/office/drawing/2014/main" id="{975D47AE-F15A-2C29-058E-86666255DCFD}"/>
                    </a:ext>
                  </a:extLst>
                </p:cNvPr>
                <p:cNvSpPr/>
                <p:nvPr/>
              </p:nvSpPr>
              <p:spPr>
                <a:xfrm>
                  <a:off x="4118054" y="1943976"/>
                  <a:ext cx="258388" cy="661537"/>
                </a:xfrm>
                <a:custGeom>
                  <a:avLst/>
                  <a:gdLst/>
                  <a:ahLst/>
                  <a:cxnLst/>
                  <a:rect l="0" t="0" r="0" b="0"/>
                  <a:pathLst>
                    <a:path>
                      <a:moveTo>
                        <a:pt x="0" y="0"/>
                      </a:moveTo>
                      <a:lnTo>
                        <a:pt x="0" y="517022"/>
                      </a:lnTo>
                      <a:lnTo>
                        <a:pt x="118016" y="517022"/>
                      </a:lnTo>
                    </a:path>
                  </a:pathLst>
                </a:custGeom>
                <a:noFill/>
                <a:scene3d>
                  <a:camera prst="perspectiveRelaxedModerately" zoom="92000"/>
                  <a:lightRig rig="balanced" dir="t">
                    <a:rot lat="0" lon="0" rev="12700000"/>
                  </a:lightRig>
                </a:scene3d>
                <a:sp3d z="-25400" prstMaterial="plastic"/>
              </p:spPr>
              <p:style>
                <a:lnRef idx="2">
                  <a:schemeClr val="dk2">
                    <a:shade val="8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sp>
            <p:sp>
              <p:nvSpPr>
                <p:cNvPr id="7" name="Freeform: Shape 6">
                  <a:extLst>
                    <a:ext uri="{FF2B5EF4-FFF2-40B4-BE49-F238E27FC236}">
                      <a16:creationId xmlns:a16="http://schemas.microsoft.com/office/drawing/2014/main" id="{EBC25FD5-DAE4-A1DD-1BB9-9F031225A801}"/>
                    </a:ext>
                  </a:extLst>
                </p:cNvPr>
                <p:cNvSpPr/>
                <p:nvPr/>
              </p:nvSpPr>
              <p:spPr>
                <a:xfrm>
                  <a:off x="3018266" y="1933028"/>
                  <a:ext cx="258388" cy="661537"/>
                </a:xfrm>
                <a:custGeom>
                  <a:avLst/>
                  <a:gdLst/>
                  <a:ahLst/>
                  <a:cxnLst/>
                  <a:rect l="0" t="0" r="0" b="0"/>
                  <a:pathLst>
                    <a:path>
                      <a:moveTo>
                        <a:pt x="118016" y="0"/>
                      </a:moveTo>
                      <a:lnTo>
                        <a:pt x="118016" y="517022"/>
                      </a:lnTo>
                      <a:lnTo>
                        <a:pt x="0" y="517022"/>
                      </a:lnTo>
                    </a:path>
                  </a:pathLst>
                </a:custGeom>
                <a:noFill/>
                <a:scene3d>
                  <a:camera prst="perspectiveRelaxedModerately" zoom="92000"/>
                  <a:lightRig rig="balanced" dir="t">
                    <a:rot lat="0" lon="0" rev="12700000"/>
                  </a:lightRig>
                </a:scene3d>
                <a:sp3d z="-25400" prstMaterial="plastic"/>
              </p:spPr>
              <p:style>
                <a:lnRef idx="2">
                  <a:schemeClr val="dk2">
                    <a:shade val="80000"/>
                    <a:hueOff val="0"/>
                    <a:satOff val="0"/>
                    <a:lumOff val="0"/>
                    <a:alphaOff val="0"/>
                  </a:schemeClr>
                </a:lnRef>
                <a:fillRef idx="0">
                  <a:scrgbClr r="0" g="0" b="0"/>
                </a:fillRef>
                <a:effectRef idx="0">
                  <a:schemeClr val="dk2">
                    <a:hueOff val="0"/>
                    <a:satOff val="0"/>
                    <a:lumOff val="0"/>
                    <a:alphaOff val="0"/>
                  </a:schemeClr>
                </a:effectRef>
                <a:fontRef idx="minor">
                  <a:schemeClr val="tx1">
                    <a:hueOff val="0"/>
                    <a:satOff val="0"/>
                    <a:lumOff val="0"/>
                    <a:alphaOff val="0"/>
                  </a:schemeClr>
                </a:fontRef>
              </p:style>
            </p:sp>
            <p:sp>
              <p:nvSpPr>
                <p:cNvPr id="16" name="Freeform: Shape 15">
                  <a:extLst>
                    <a:ext uri="{FF2B5EF4-FFF2-40B4-BE49-F238E27FC236}">
                      <a16:creationId xmlns:a16="http://schemas.microsoft.com/office/drawing/2014/main" id="{4A1ABA1A-243F-62E5-E200-0530ACB22D98}"/>
                    </a:ext>
                  </a:extLst>
                </p:cNvPr>
                <p:cNvSpPr/>
                <p:nvPr/>
              </p:nvSpPr>
              <p:spPr>
                <a:xfrm>
                  <a:off x="4976948" y="728569"/>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Vehicle</a:t>
                  </a:r>
                </a:p>
              </p:txBody>
            </p:sp>
            <p:sp>
              <p:nvSpPr>
                <p:cNvPr id="17" name="Freeform: Shape 16">
                  <a:extLst>
                    <a:ext uri="{FF2B5EF4-FFF2-40B4-BE49-F238E27FC236}">
                      <a16:creationId xmlns:a16="http://schemas.microsoft.com/office/drawing/2014/main" id="{3C315D53-5D2B-593D-754F-8F41DE8A3E28}"/>
                    </a:ext>
                  </a:extLst>
                </p:cNvPr>
                <p:cNvSpPr/>
                <p:nvPr/>
              </p:nvSpPr>
              <p:spPr>
                <a:xfrm>
                  <a:off x="6745290" y="2481546"/>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Fuel Vehicle</a:t>
                  </a:r>
                </a:p>
              </p:txBody>
            </p:sp>
            <p:sp>
              <p:nvSpPr>
                <p:cNvPr id="18" name="Freeform: Shape 17">
                  <a:extLst>
                    <a:ext uri="{FF2B5EF4-FFF2-40B4-BE49-F238E27FC236}">
                      <a16:creationId xmlns:a16="http://schemas.microsoft.com/office/drawing/2014/main" id="{F20D7605-EE71-23D0-E278-B37A1825DF11}"/>
                    </a:ext>
                  </a:extLst>
                </p:cNvPr>
                <p:cNvSpPr/>
                <p:nvPr/>
              </p:nvSpPr>
              <p:spPr>
                <a:xfrm>
                  <a:off x="1840832" y="3188075"/>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Petrol Vehicle</a:t>
                  </a:r>
                </a:p>
              </p:txBody>
            </p:sp>
            <p:sp>
              <p:nvSpPr>
                <p:cNvPr id="19" name="Freeform: Shape 18">
                  <a:extLst>
                    <a:ext uri="{FF2B5EF4-FFF2-40B4-BE49-F238E27FC236}">
                      <a16:creationId xmlns:a16="http://schemas.microsoft.com/office/drawing/2014/main" id="{B24912B2-2823-E58A-CBF4-D917F0AB9267}"/>
                    </a:ext>
                  </a:extLst>
                </p:cNvPr>
                <p:cNvSpPr/>
                <p:nvPr/>
              </p:nvSpPr>
              <p:spPr>
                <a:xfrm>
                  <a:off x="6207365" y="4476421"/>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Car</a:t>
                  </a:r>
                </a:p>
              </p:txBody>
            </p:sp>
            <p:sp>
              <p:nvSpPr>
                <p:cNvPr id="20" name="Freeform: Shape 19">
                  <a:extLst>
                    <a:ext uri="{FF2B5EF4-FFF2-40B4-BE49-F238E27FC236}">
                      <a16:creationId xmlns:a16="http://schemas.microsoft.com/office/drawing/2014/main" id="{067BAE83-A271-1AEC-C9BC-4B2F9B2A972B}"/>
                    </a:ext>
                  </a:extLst>
                </p:cNvPr>
                <p:cNvSpPr/>
                <p:nvPr/>
              </p:nvSpPr>
              <p:spPr>
                <a:xfrm>
                  <a:off x="9577135" y="4489699"/>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Bike</a:t>
                  </a:r>
                  <a:endParaRPr lang="en-IN" sz="1800" kern="1200" dirty="0"/>
                </a:p>
              </p:txBody>
            </p:sp>
            <p:sp>
              <p:nvSpPr>
                <p:cNvPr id="21" name="Freeform: Shape 20">
                  <a:extLst>
                    <a:ext uri="{FF2B5EF4-FFF2-40B4-BE49-F238E27FC236}">
                      <a16:creationId xmlns:a16="http://schemas.microsoft.com/office/drawing/2014/main" id="{AF29399B-ACFA-082B-1FC6-58CE544686B1}"/>
                    </a:ext>
                  </a:extLst>
                </p:cNvPr>
                <p:cNvSpPr/>
                <p:nvPr/>
              </p:nvSpPr>
              <p:spPr>
                <a:xfrm>
                  <a:off x="7212124" y="3498294"/>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Diesel Vehicle</a:t>
                  </a:r>
                </a:p>
              </p:txBody>
            </p:sp>
            <p:sp>
              <p:nvSpPr>
                <p:cNvPr id="23" name="Freeform: Shape 22">
                  <a:extLst>
                    <a:ext uri="{FF2B5EF4-FFF2-40B4-BE49-F238E27FC236}">
                      <a16:creationId xmlns:a16="http://schemas.microsoft.com/office/drawing/2014/main" id="{3569A6CC-BA9F-8ED7-8A71-B864A076BB0E}"/>
                    </a:ext>
                  </a:extLst>
                </p:cNvPr>
                <p:cNvSpPr/>
                <p:nvPr/>
              </p:nvSpPr>
              <p:spPr>
                <a:xfrm>
                  <a:off x="2985876" y="4500647"/>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a:t>Bike</a:t>
                  </a:r>
                  <a:endParaRPr lang="en-IN" sz="1800" kern="1200" dirty="0"/>
                </a:p>
              </p:txBody>
            </p:sp>
            <p:sp>
              <p:nvSpPr>
                <p:cNvPr id="25" name="Freeform: Shape 24">
                  <a:extLst>
                    <a:ext uri="{FF2B5EF4-FFF2-40B4-BE49-F238E27FC236}">
                      <a16:creationId xmlns:a16="http://schemas.microsoft.com/office/drawing/2014/main" id="{3B0389EB-43B4-139C-31B5-36CA67E4953B}"/>
                    </a:ext>
                  </a:extLst>
                </p:cNvPr>
                <p:cNvSpPr/>
                <p:nvPr/>
              </p:nvSpPr>
              <p:spPr>
                <a:xfrm>
                  <a:off x="668327" y="2022882"/>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Electric Car</a:t>
                  </a:r>
                </a:p>
              </p:txBody>
            </p:sp>
            <p:sp>
              <p:nvSpPr>
                <p:cNvPr id="26" name="Freeform: Shape 25">
                  <a:extLst>
                    <a:ext uri="{FF2B5EF4-FFF2-40B4-BE49-F238E27FC236}">
                      <a16:creationId xmlns:a16="http://schemas.microsoft.com/office/drawing/2014/main" id="{7F4413D3-AB45-C3AA-92E3-641F2503B02A}"/>
                    </a:ext>
                  </a:extLst>
                </p:cNvPr>
                <p:cNvSpPr/>
                <p:nvPr/>
              </p:nvSpPr>
              <p:spPr>
                <a:xfrm>
                  <a:off x="4134916" y="2022882"/>
                  <a:ext cx="2460835" cy="719062"/>
                </a:xfrm>
                <a:custGeom>
                  <a:avLst/>
                  <a:gdLst>
                    <a:gd name="csX0" fmla="*/ 0 w 1123962"/>
                    <a:gd name="csY0" fmla="*/ 0 h 561981"/>
                    <a:gd name="csX1" fmla="*/ 1123962 w 1123962"/>
                    <a:gd name="csY1" fmla="*/ 0 h 561981"/>
                    <a:gd name="csX2" fmla="*/ 1123962 w 1123962"/>
                    <a:gd name="csY2" fmla="*/ 561981 h 561981"/>
                    <a:gd name="csX3" fmla="*/ 0 w 1123962"/>
                    <a:gd name="csY3" fmla="*/ 561981 h 561981"/>
                    <a:gd name="csX4" fmla="*/ 0 w 1123962"/>
                    <a:gd name="csY4" fmla="*/ 0 h 561981"/>
                  </a:gdLst>
                  <a:ahLst/>
                  <a:cxnLst>
                    <a:cxn ang="0">
                      <a:pos x="csX0" y="csY0"/>
                    </a:cxn>
                    <a:cxn ang="0">
                      <a:pos x="csX1" y="csY1"/>
                    </a:cxn>
                    <a:cxn ang="0">
                      <a:pos x="csX2" y="csY2"/>
                    </a:cxn>
                    <a:cxn ang="0">
                      <a:pos x="csX3" y="csY3"/>
                    </a:cxn>
                    <a:cxn ang="0">
                      <a:pos x="csX4" y="csY4"/>
                    </a:cxn>
                  </a:cxnLst>
                  <a:rect l="l" t="t" r="r" b="b"/>
                  <a:pathLst>
                    <a:path w="1123962" h="561981">
                      <a:moveTo>
                        <a:pt x="0" y="0"/>
                      </a:moveTo>
                      <a:lnTo>
                        <a:pt x="1123962" y="0"/>
                      </a:lnTo>
                      <a:lnTo>
                        <a:pt x="1123962" y="561981"/>
                      </a:lnTo>
                      <a:lnTo>
                        <a:pt x="0" y="561981"/>
                      </a:lnTo>
                      <a:lnTo>
                        <a:pt x="0" y="0"/>
                      </a:lnTo>
                      <a:close/>
                    </a:path>
                  </a:pathLst>
                </a:custGeom>
                <a:scene3d>
                  <a:camera prst="perspectiveRelaxedModerately" zoom="92000"/>
                  <a:lightRig rig="balanced" dir="t">
                    <a:rot lat="0" lon="0" rev="12700000"/>
                  </a:lightRig>
                </a:scene3d>
                <a:sp3d prstMaterial="plastic">
                  <a:bevelT w="50800" h="50800"/>
                  <a:bevelB w="50800" h="50800"/>
                </a:sp3d>
              </p:spPr>
              <p:style>
                <a:lnRef idx="0">
                  <a:schemeClr val="lt2">
                    <a:hueOff val="0"/>
                    <a:satOff val="0"/>
                    <a:lumOff val="0"/>
                    <a:alphaOff val="0"/>
                  </a:schemeClr>
                </a:lnRef>
                <a:fillRef idx="1">
                  <a:schemeClr val="dk2">
                    <a:hueOff val="0"/>
                    <a:satOff val="0"/>
                    <a:lumOff val="0"/>
                    <a:alphaOff val="0"/>
                  </a:schemeClr>
                </a:fillRef>
                <a:effectRef idx="2">
                  <a:schemeClr val="dk2">
                    <a:hueOff val="0"/>
                    <a:satOff val="0"/>
                    <a:lumOff val="0"/>
                    <a:alphaOff val="0"/>
                  </a:schemeClr>
                </a:effectRef>
                <a:fontRef idx="minor">
                  <a:schemeClr val="lt1"/>
                </a:fontRef>
              </p:style>
              <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Electric Bike</a:t>
                  </a:r>
                </a:p>
              </p:txBody>
            </p:sp>
            <p:cxnSp>
              <p:nvCxnSpPr>
                <p:cNvPr id="37" name="Connector: Elbow 36">
                  <a:extLst>
                    <a:ext uri="{FF2B5EF4-FFF2-40B4-BE49-F238E27FC236}">
                      <a16:creationId xmlns:a16="http://schemas.microsoft.com/office/drawing/2014/main" id="{15E8F9D6-0AD2-78E6-1E90-D1E7794F56E8}"/>
                    </a:ext>
                  </a:extLst>
                </p:cNvPr>
                <p:cNvCxnSpPr/>
                <p:nvPr/>
              </p:nvCxnSpPr>
              <p:spPr>
                <a:xfrm rot="10800000" flipV="1">
                  <a:off x="4201983" y="2933065"/>
                  <a:ext cx="2642991" cy="63882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394DA1E-D91D-4973-29B9-39F56C7B4A6A}"/>
                    </a:ext>
                  </a:extLst>
                </p:cNvPr>
                <p:cNvCxnSpPr/>
                <p:nvPr/>
              </p:nvCxnSpPr>
              <p:spPr>
                <a:xfrm>
                  <a:off x="8442542" y="3150497"/>
                  <a:ext cx="0" cy="44447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FC6354E-3A6B-6B00-5EE1-C584331BDF44}"/>
                    </a:ext>
                  </a:extLst>
                </p:cNvPr>
                <p:cNvCxnSpPr>
                  <a:cxnSpLocks/>
                </p:cNvCxnSpPr>
                <p:nvPr/>
              </p:nvCxnSpPr>
              <p:spPr>
                <a:xfrm>
                  <a:off x="3995803" y="3857825"/>
                  <a:ext cx="0" cy="75175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2A74E11-7DEC-736D-8B6B-C333740CBBAA}"/>
                    </a:ext>
                  </a:extLst>
                </p:cNvPr>
                <p:cNvCxnSpPr>
                  <a:cxnSpLocks/>
                </p:cNvCxnSpPr>
                <p:nvPr/>
              </p:nvCxnSpPr>
              <p:spPr>
                <a:xfrm>
                  <a:off x="8912268" y="4151943"/>
                  <a:ext cx="1340285" cy="45763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7D1604E-4FB3-8879-8460-2D6F69717561}"/>
                    </a:ext>
                  </a:extLst>
                </p:cNvPr>
                <p:cNvCxnSpPr/>
                <p:nvPr/>
              </p:nvCxnSpPr>
              <p:spPr>
                <a:xfrm flipH="1">
                  <a:off x="7437782" y="4151943"/>
                  <a:ext cx="585139" cy="45763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A99CEAE0-2888-A9F1-B1C0-5910D2807AC6}"/>
                    </a:ext>
                  </a:extLst>
                </p:cNvPr>
                <p:cNvCxnSpPr/>
                <p:nvPr/>
              </p:nvCxnSpPr>
              <p:spPr>
                <a:xfrm flipH="1">
                  <a:off x="1183710" y="3567187"/>
                  <a:ext cx="75782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91C8459-8DE5-F9BF-BFE5-AE9A047C98BD}"/>
                    </a:ext>
                  </a:extLst>
                </p:cNvPr>
                <p:cNvCxnSpPr/>
                <p:nvPr/>
              </p:nvCxnSpPr>
              <p:spPr>
                <a:xfrm>
                  <a:off x="1171184" y="3559368"/>
                  <a:ext cx="0" cy="115668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grpSp>
        </p:grpSp>
      </p:grpSp>
      <p:sp>
        <p:nvSpPr>
          <p:cNvPr id="71" name="Date Placeholder 3">
            <a:extLst>
              <a:ext uri="{FF2B5EF4-FFF2-40B4-BE49-F238E27FC236}">
                <a16:creationId xmlns:a16="http://schemas.microsoft.com/office/drawing/2014/main" id="{20799229-3D2C-87E0-695E-663133598FDB}"/>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761058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AB1FA-78AA-B3E2-9F9C-300923EFB3A2}"/>
              </a:ext>
            </a:extLst>
          </p:cNvPr>
          <p:cNvSpPr>
            <a:spLocks noGrp="1"/>
          </p:cNvSpPr>
          <p:nvPr>
            <p:ph type="title"/>
          </p:nvPr>
        </p:nvSpPr>
        <p:spPr/>
        <p:txBody>
          <a:bodyPr/>
          <a:lstStyle/>
          <a:p>
            <a:r>
              <a:rPr lang="en-IN" sz="2400" dirty="0"/>
              <a:t>Inheritance</a:t>
            </a:r>
          </a:p>
        </p:txBody>
      </p:sp>
      <p:sp>
        <p:nvSpPr>
          <p:cNvPr id="4" name="Date Placeholder 3">
            <a:extLst>
              <a:ext uri="{FF2B5EF4-FFF2-40B4-BE49-F238E27FC236}">
                <a16:creationId xmlns:a16="http://schemas.microsoft.com/office/drawing/2014/main" id="{0C93450D-808E-BC7A-83CF-57EA89133D62}"/>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6" name="Rectangle 2">
            <a:extLst>
              <a:ext uri="{FF2B5EF4-FFF2-40B4-BE49-F238E27FC236}">
                <a16:creationId xmlns:a16="http://schemas.microsoft.com/office/drawing/2014/main" id="{DE1DD531-4091-BD0E-A70B-7EB760BDB0EF}"/>
              </a:ext>
            </a:extLst>
          </p:cNvPr>
          <p:cNvSpPr>
            <a:spLocks noGrp="1" noChangeArrowheads="1"/>
          </p:cNvSpPr>
          <p:nvPr>
            <p:ph idx="1"/>
          </p:nvPr>
        </p:nvSpPr>
        <p:spPr bwMode="auto">
          <a:xfrm>
            <a:off x="149247" y="1044755"/>
            <a:ext cx="11253402" cy="4888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bg1"/>
                </a:solidFill>
                <a:effectLst/>
              </a:rPr>
              <a:t>extends</a:t>
            </a:r>
            <a:endParaRPr lang="en-US" altLang="en-US" sz="20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1" u="none" strike="noStrike" cap="none" normalizeH="0" baseline="0" dirty="0">
                <a:ln>
                  <a:noFill/>
                </a:ln>
                <a:solidFill>
                  <a:schemeClr val="bg1"/>
                </a:solidFill>
                <a:effectLst/>
              </a:rPr>
              <a:t>	Used to inherit properties and methods from a superclass into a subclass.</a:t>
            </a:r>
            <a:endParaRPr kumimoji="0" lang="en-US" altLang="en-US" sz="2000" b="0" i="0"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bg1"/>
                </a:solidFill>
                <a:effectLst/>
              </a:rPr>
              <a:t>super</a:t>
            </a:r>
            <a:endParaRPr lang="en-US" altLang="en-US" sz="20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1" u="none" strike="noStrike" cap="none" normalizeH="0" baseline="0" dirty="0">
                <a:ln>
                  <a:noFill/>
                </a:ln>
                <a:solidFill>
                  <a:schemeClr val="bg1"/>
                </a:solidFill>
                <a:effectLst/>
              </a:rPr>
              <a:t>	Refers to the immediate parent class and is used to access its methods or constructors.</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i="1"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1" u="none" strike="noStrike" cap="none" normalizeH="0" baseline="0" dirty="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i="1"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1" u="none" strike="noStrike" cap="none" normalizeH="0" baseline="0" dirty="0">
              <a:ln>
                <a:noFill/>
              </a:ln>
              <a:solidFill>
                <a:schemeClr val="bg1"/>
              </a:solidFill>
              <a:effectLst/>
            </a:endParaRPr>
          </a:p>
          <a:p>
            <a:pPr marL="0" indent="0">
              <a:buNone/>
            </a:pPr>
            <a:r>
              <a:rPr lang="en-IN" sz="2000" dirty="0">
                <a:solidFill>
                  <a:schemeClr val="bg1"/>
                </a:solidFill>
              </a:rPr>
              <a:t>public class Car </a:t>
            </a:r>
            <a:r>
              <a:rPr lang="en-IN" sz="2000" b="1" dirty="0">
                <a:solidFill>
                  <a:schemeClr val="bg1"/>
                </a:solidFill>
              </a:rPr>
              <a:t>extends</a:t>
            </a:r>
            <a:r>
              <a:rPr lang="en-IN" sz="2000" dirty="0">
                <a:solidFill>
                  <a:schemeClr val="bg1"/>
                </a:solidFill>
              </a:rPr>
              <a:t> Vehicle {</a:t>
            </a:r>
          </a:p>
          <a:p>
            <a:pPr marL="0" indent="0">
              <a:buNone/>
            </a:pPr>
            <a:r>
              <a:rPr lang="en-IN" sz="2000" dirty="0">
                <a:solidFill>
                  <a:schemeClr val="bg1"/>
                </a:solidFill>
              </a:rPr>
              <a:t>    public Car(String brand) {</a:t>
            </a:r>
          </a:p>
          <a:p>
            <a:pPr marL="0" indent="0">
              <a:buNone/>
            </a:pPr>
            <a:r>
              <a:rPr lang="en-IN" sz="2000" dirty="0">
                <a:solidFill>
                  <a:schemeClr val="bg1"/>
                </a:solidFill>
              </a:rPr>
              <a:t>        </a:t>
            </a:r>
            <a:r>
              <a:rPr lang="en-IN" sz="2000" b="1" dirty="0">
                <a:solidFill>
                  <a:schemeClr val="bg1"/>
                </a:solidFill>
              </a:rPr>
              <a:t>super</a:t>
            </a:r>
            <a:r>
              <a:rPr lang="en-IN" sz="2000" dirty="0">
                <a:solidFill>
                  <a:schemeClr val="bg1"/>
                </a:solidFill>
              </a:rPr>
              <a:t>(brand);</a:t>
            </a:r>
          </a:p>
          <a:p>
            <a:pPr marL="0" indent="0">
              <a:buNone/>
            </a:pPr>
            <a:r>
              <a:rPr lang="en-IN" sz="2000" dirty="0">
                <a:solidFill>
                  <a:schemeClr val="bg1"/>
                </a:solidFill>
              </a:rPr>
              <a:t>    }</a:t>
            </a:r>
            <a:r>
              <a:rPr lang="en-IN" sz="2000" b="1" dirty="0">
                <a:solidFill>
                  <a:schemeClr val="bg1"/>
                </a:solidFill>
              </a:rPr>
              <a:t> extends</a:t>
            </a:r>
            <a:endParaRPr lang="en-IN" sz="2000" dirty="0">
              <a:solidFill>
                <a:schemeClr val="bg1"/>
              </a:solidFill>
            </a:endParaRPr>
          </a:p>
          <a:p>
            <a:pPr marL="0" indent="0">
              <a:buNone/>
            </a:pPr>
            <a:r>
              <a:rPr lang="en-IN" sz="2000" dirty="0">
                <a:solidFill>
                  <a:schemeClr val="bg1"/>
                </a:solidFill>
              </a:rPr>
              <a: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bg1"/>
              </a:solidFill>
              <a:effectLst/>
            </a:endParaRPr>
          </a:p>
        </p:txBody>
      </p:sp>
    </p:spTree>
    <p:extLst>
      <p:ext uri="{BB962C8B-B14F-4D97-AF65-F5344CB8AC3E}">
        <p14:creationId xmlns:p14="http://schemas.microsoft.com/office/powerpoint/2010/main" val="577387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F64BB-2797-BA2B-42C3-640BC36AFDC1}"/>
              </a:ext>
            </a:extLst>
          </p:cNvPr>
          <p:cNvSpPr>
            <a:spLocks noGrp="1"/>
          </p:cNvSpPr>
          <p:nvPr>
            <p:ph type="title"/>
          </p:nvPr>
        </p:nvSpPr>
        <p:spPr/>
        <p:txBody>
          <a:bodyPr>
            <a:normAutofit/>
          </a:bodyPr>
          <a:lstStyle/>
          <a:p>
            <a:r>
              <a:rPr lang="en-IN" sz="2400" dirty="0"/>
              <a:t>Abstraction</a:t>
            </a:r>
          </a:p>
        </p:txBody>
      </p:sp>
      <p:sp>
        <p:nvSpPr>
          <p:cNvPr id="3" name="Content Placeholder 2">
            <a:extLst>
              <a:ext uri="{FF2B5EF4-FFF2-40B4-BE49-F238E27FC236}">
                <a16:creationId xmlns:a16="http://schemas.microsoft.com/office/drawing/2014/main" id="{B9F7B524-FCC8-4A4B-9B69-DEA6B3B0A21F}"/>
              </a:ext>
            </a:extLst>
          </p:cNvPr>
          <p:cNvSpPr>
            <a:spLocks noGrp="1"/>
          </p:cNvSpPr>
          <p:nvPr>
            <p:ph idx="1"/>
          </p:nvPr>
        </p:nvSpPr>
        <p:spPr>
          <a:xfrm>
            <a:off x="51116" y="936845"/>
            <a:ext cx="12035920" cy="5560507"/>
          </a:xfrm>
        </p:spPr>
        <p:txBody>
          <a:bodyPr>
            <a:noAutofit/>
          </a:bodyPr>
          <a:lstStyle/>
          <a:p>
            <a:pPr marL="0" indent="0">
              <a:buNone/>
            </a:pPr>
            <a:r>
              <a:rPr lang="en-US" sz="1800" b="1" dirty="0">
                <a:solidFill>
                  <a:schemeClr val="bg1"/>
                </a:solidFill>
              </a:rPr>
              <a:t>Abstraction</a:t>
            </a:r>
            <a:r>
              <a:rPr lang="en-US" sz="1800" dirty="0">
                <a:solidFill>
                  <a:schemeClr val="bg1"/>
                </a:solidFill>
              </a:rPr>
              <a:t> is the process of hiding implementation details and showing only essential features of an object. It allows you to define </a:t>
            </a:r>
            <a:r>
              <a:rPr lang="en-US" sz="1800" b="1" dirty="0">
                <a:solidFill>
                  <a:schemeClr val="bg1"/>
                </a:solidFill>
              </a:rPr>
              <a:t>what</a:t>
            </a:r>
            <a:r>
              <a:rPr lang="en-US" sz="1800" dirty="0">
                <a:solidFill>
                  <a:schemeClr val="bg1"/>
                </a:solidFill>
              </a:rPr>
              <a:t> an object does, not </a:t>
            </a:r>
            <a:r>
              <a:rPr lang="en-US" sz="1800" b="1" dirty="0">
                <a:solidFill>
                  <a:schemeClr val="bg1"/>
                </a:solidFill>
              </a:rPr>
              <a:t>how</a:t>
            </a:r>
            <a:r>
              <a:rPr lang="en-US" sz="1800" dirty="0">
                <a:solidFill>
                  <a:schemeClr val="bg1"/>
                </a:solidFill>
              </a:rPr>
              <a:t> it does it — typically using </a:t>
            </a:r>
            <a:r>
              <a:rPr lang="en-US" sz="1800" b="1" dirty="0">
                <a:solidFill>
                  <a:schemeClr val="bg1"/>
                </a:solidFill>
              </a:rPr>
              <a:t>abstract classes</a:t>
            </a:r>
            <a:r>
              <a:rPr lang="en-US" sz="1800" dirty="0">
                <a:solidFill>
                  <a:schemeClr val="bg1"/>
                </a:solidFill>
              </a:rPr>
              <a:t> or </a:t>
            </a:r>
            <a:r>
              <a:rPr lang="en-US" sz="1800" b="1" dirty="0">
                <a:solidFill>
                  <a:schemeClr val="bg1"/>
                </a:solidFill>
              </a:rPr>
              <a:t>interfaces</a:t>
            </a:r>
            <a:r>
              <a:rPr lang="en-US" sz="1800" dirty="0">
                <a:solidFill>
                  <a:schemeClr val="bg1"/>
                </a:solidFill>
              </a:rPr>
              <a:t>.</a:t>
            </a:r>
          </a:p>
          <a:p>
            <a:pPr marL="0" indent="0">
              <a:buNone/>
            </a:pPr>
            <a:endParaRPr lang="en-US" sz="1800" dirty="0">
              <a:solidFill>
                <a:schemeClr val="bg1"/>
              </a:solidFill>
            </a:endParaRPr>
          </a:p>
          <a:p>
            <a:pPr marL="0" indent="0">
              <a:buNone/>
            </a:pPr>
            <a:r>
              <a:rPr lang="en-US" sz="1800" b="1" dirty="0">
                <a:solidFill>
                  <a:schemeClr val="bg1"/>
                </a:solidFill>
              </a:rPr>
              <a:t>Abstract class</a:t>
            </a:r>
          </a:p>
          <a:p>
            <a:pPr marL="0" indent="0">
              <a:buNone/>
            </a:pPr>
            <a:r>
              <a:rPr lang="en-US" sz="1800" dirty="0">
                <a:solidFill>
                  <a:schemeClr val="bg1"/>
                </a:solidFill>
              </a:rPr>
              <a:t>An </a:t>
            </a:r>
            <a:r>
              <a:rPr lang="en-US" sz="1800" b="1" dirty="0">
                <a:solidFill>
                  <a:schemeClr val="bg1"/>
                </a:solidFill>
              </a:rPr>
              <a:t>abstract class</a:t>
            </a:r>
            <a:r>
              <a:rPr lang="en-US" sz="1800" dirty="0">
                <a:solidFill>
                  <a:schemeClr val="bg1"/>
                </a:solidFill>
              </a:rPr>
              <a:t> is a deliberately incomplete blueprint: it groups shared state and behavior for related types while leaving some operations undefined so concrete subclasses must supply them. It’s a design tool for expressing </a:t>
            </a:r>
            <a:r>
              <a:rPr lang="en-US" sz="1800" i="1" dirty="0">
                <a:solidFill>
                  <a:schemeClr val="bg1"/>
                </a:solidFill>
              </a:rPr>
              <a:t>“this family of types has these common parts, but each concrete member must fill in the rest.” </a:t>
            </a:r>
            <a:r>
              <a:rPr lang="en-US" sz="1800" dirty="0">
                <a:solidFill>
                  <a:schemeClr val="bg1"/>
                </a:solidFill>
              </a:rPr>
              <a:t>An </a:t>
            </a:r>
            <a:r>
              <a:rPr lang="en-US" sz="1800" b="1" dirty="0">
                <a:solidFill>
                  <a:schemeClr val="bg1"/>
                </a:solidFill>
              </a:rPr>
              <a:t>abstract class</a:t>
            </a:r>
            <a:r>
              <a:rPr lang="en-US" sz="1800" dirty="0">
                <a:solidFill>
                  <a:schemeClr val="bg1"/>
                </a:solidFill>
              </a:rPr>
              <a:t> is a class declared with the abstract keyword that </a:t>
            </a:r>
            <a:r>
              <a:rPr lang="en-US" sz="1800" b="1" dirty="0">
                <a:solidFill>
                  <a:schemeClr val="bg1"/>
                </a:solidFill>
              </a:rPr>
              <a:t>cannot be instantiated directly</a:t>
            </a:r>
            <a:r>
              <a:rPr lang="en-US" sz="1800" dirty="0">
                <a:solidFill>
                  <a:schemeClr val="bg1"/>
                </a:solidFill>
              </a:rPr>
              <a:t> and is intended to be extended.</a:t>
            </a:r>
            <a:endParaRPr lang="en-US" sz="1800" i="1" dirty="0">
              <a:solidFill>
                <a:schemeClr val="bg1"/>
              </a:solidFill>
            </a:endParaRPr>
          </a:p>
          <a:p>
            <a:pPr marL="0" indent="0">
              <a:buNone/>
            </a:pPr>
            <a:endParaRPr lang="en-US" sz="1800" i="1" dirty="0">
              <a:solidFill>
                <a:schemeClr val="bg1"/>
              </a:solidFill>
            </a:endParaRPr>
          </a:p>
          <a:p>
            <a:pPr marL="0" indent="0">
              <a:buNone/>
            </a:pPr>
            <a:r>
              <a:rPr lang="en-US" sz="1800" b="1" dirty="0">
                <a:solidFill>
                  <a:schemeClr val="bg1"/>
                </a:solidFill>
              </a:rPr>
              <a:t>Interface</a:t>
            </a:r>
          </a:p>
          <a:p>
            <a:pPr marL="0" indent="0">
              <a:buNone/>
            </a:pPr>
            <a:r>
              <a:rPr lang="en-US" sz="1800" dirty="0">
                <a:solidFill>
                  <a:schemeClr val="bg1"/>
                </a:solidFill>
              </a:rPr>
              <a:t>Interfaces are contracts that describe what an object can do without prescribing how it does it; use interfaces to express capabilities, enable multiple-type inheritance, and keep implementation details in concrete classes. An </a:t>
            </a:r>
            <a:r>
              <a:rPr lang="en-US" sz="1800" b="1" dirty="0">
                <a:solidFill>
                  <a:schemeClr val="bg1"/>
                </a:solidFill>
              </a:rPr>
              <a:t>interface</a:t>
            </a:r>
            <a:r>
              <a:rPr lang="en-US" sz="1800" dirty="0">
                <a:solidFill>
                  <a:schemeClr val="bg1"/>
                </a:solidFill>
              </a:rPr>
              <a:t> is a type that declares a set of method signatures and constants but does not (primarily) hold instance state. It specifies </a:t>
            </a:r>
            <a:r>
              <a:rPr lang="en-US" sz="1800" b="1" dirty="0">
                <a:solidFill>
                  <a:schemeClr val="bg1"/>
                </a:solidFill>
              </a:rPr>
              <a:t>capabilities</a:t>
            </a:r>
            <a:r>
              <a:rPr lang="en-US" sz="1800" dirty="0">
                <a:solidFill>
                  <a:schemeClr val="bg1"/>
                </a:solidFill>
              </a:rPr>
              <a:t> that classes can adopt by using the implements keyword, allowing unrelated classes to share a common API while keeping their internal implementations independent.</a:t>
            </a: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AB1D9C26-4B91-CB99-8DC5-74CFDC895DFF}"/>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4053994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C1F0A-A409-1A01-0770-A9AF80DEA671}"/>
              </a:ext>
            </a:extLst>
          </p:cNvPr>
          <p:cNvSpPr>
            <a:spLocks noGrp="1"/>
          </p:cNvSpPr>
          <p:nvPr>
            <p:ph type="title"/>
          </p:nvPr>
        </p:nvSpPr>
        <p:spPr/>
        <p:txBody>
          <a:bodyPr>
            <a:normAutofit/>
          </a:bodyPr>
          <a:lstStyle/>
          <a:p>
            <a:r>
              <a:rPr lang="en-IN" sz="2400" dirty="0"/>
              <a:t>Abstraction</a:t>
            </a:r>
          </a:p>
        </p:txBody>
      </p:sp>
      <p:sp>
        <p:nvSpPr>
          <p:cNvPr id="3" name="Content Placeholder 2">
            <a:extLst>
              <a:ext uri="{FF2B5EF4-FFF2-40B4-BE49-F238E27FC236}">
                <a16:creationId xmlns:a16="http://schemas.microsoft.com/office/drawing/2014/main" id="{779E4ED6-B338-3C27-9C77-7426FEC99446}"/>
              </a:ext>
            </a:extLst>
          </p:cNvPr>
          <p:cNvSpPr>
            <a:spLocks noGrp="1"/>
          </p:cNvSpPr>
          <p:nvPr>
            <p:ph idx="1"/>
          </p:nvPr>
        </p:nvSpPr>
        <p:spPr>
          <a:xfrm>
            <a:off x="111345" y="987491"/>
            <a:ext cx="11969309" cy="5794814"/>
          </a:xfrm>
        </p:spPr>
        <p:txBody>
          <a:bodyPr>
            <a:normAutofit lnSpcReduction="10000"/>
          </a:bodyPr>
          <a:lstStyle/>
          <a:p>
            <a:pPr marL="0" indent="0">
              <a:buNone/>
            </a:pPr>
            <a:r>
              <a:rPr lang="en-US" sz="1800" b="1" dirty="0">
                <a:solidFill>
                  <a:schemeClr val="bg1"/>
                </a:solidFill>
              </a:rPr>
              <a:t>Abstract class {Core characteristics}</a:t>
            </a:r>
          </a:p>
          <a:p>
            <a:pPr marL="0" indent="0">
              <a:buNone/>
            </a:pPr>
            <a:endParaRPr lang="en-US" sz="1800" b="1" dirty="0">
              <a:solidFill>
                <a:schemeClr val="bg1"/>
              </a:solidFill>
            </a:endParaRPr>
          </a:p>
          <a:p>
            <a:pPr marL="457200" indent="-457200">
              <a:buFont typeface="+mj-lt"/>
              <a:buAutoNum type="arabicPeriod"/>
            </a:pPr>
            <a:r>
              <a:rPr lang="en-US" sz="1800" b="1" dirty="0">
                <a:solidFill>
                  <a:schemeClr val="bg1"/>
                </a:solidFill>
              </a:rPr>
              <a:t>Cannot be instantiated.</a:t>
            </a:r>
            <a:r>
              <a:rPr lang="en-US" sz="1800" dirty="0">
                <a:solidFill>
                  <a:schemeClr val="bg1"/>
                </a:solidFill>
              </a:rPr>
              <a:t> You cannot create objects of an abstract class; it exists only to be subclassed. </a:t>
            </a:r>
          </a:p>
          <a:p>
            <a:pPr marL="457200" indent="-457200">
              <a:buFont typeface="+mj-lt"/>
              <a:buAutoNum type="arabicPeriod"/>
            </a:pPr>
            <a:r>
              <a:rPr lang="en-US" sz="1800" b="1" dirty="0">
                <a:solidFill>
                  <a:schemeClr val="bg1"/>
                </a:solidFill>
              </a:rPr>
              <a:t>May declare abstract methods.</a:t>
            </a:r>
            <a:r>
              <a:rPr lang="en-US" sz="1800" dirty="0">
                <a:solidFill>
                  <a:schemeClr val="bg1"/>
                </a:solidFill>
              </a:rPr>
              <a:t> These are method signatures without bodies; concrete subclasses must implement them or remain abstract themselves. </a:t>
            </a:r>
          </a:p>
          <a:p>
            <a:pPr marL="457200" indent="-457200">
              <a:buFont typeface="+mj-lt"/>
              <a:buAutoNum type="arabicPeriod"/>
            </a:pPr>
            <a:r>
              <a:rPr lang="en-US" sz="1800" b="1" dirty="0">
                <a:solidFill>
                  <a:schemeClr val="bg1"/>
                </a:solidFill>
              </a:rPr>
              <a:t>May include concrete methods.</a:t>
            </a:r>
            <a:r>
              <a:rPr lang="en-US" sz="1800" dirty="0">
                <a:solidFill>
                  <a:schemeClr val="bg1"/>
                </a:solidFill>
              </a:rPr>
              <a:t> An abstract class can provide fully implemented helper methods that subclasses reuse, reducing duplication.</a:t>
            </a:r>
          </a:p>
          <a:p>
            <a:pPr marL="457200" indent="-457200">
              <a:buFont typeface="+mj-lt"/>
              <a:buAutoNum type="arabicPeriod"/>
            </a:pPr>
            <a:r>
              <a:rPr lang="en-US" sz="1800" b="1" dirty="0">
                <a:solidFill>
                  <a:schemeClr val="bg1"/>
                </a:solidFill>
              </a:rPr>
              <a:t>Can hold state and constructors.</a:t>
            </a:r>
            <a:r>
              <a:rPr lang="en-US" sz="1800" dirty="0">
                <a:solidFill>
                  <a:schemeClr val="bg1"/>
                </a:solidFill>
              </a:rPr>
              <a:t> Instance fields and constructors are allowed so common state can be initialized and shared across subclasses. This is a key distinction from older-style interfaces. </a:t>
            </a:r>
          </a:p>
          <a:p>
            <a:pPr marL="457200" indent="-457200">
              <a:buFont typeface="+mj-lt"/>
              <a:buAutoNum type="arabicPeriod"/>
            </a:pPr>
            <a:r>
              <a:rPr lang="en-US" sz="1800" b="1" dirty="0">
                <a:solidFill>
                  <a:schemeClr val="bg1"/>
                </a:solidFill>
              </a:rPr>
              <a:t>Supports access control.</a:t>
            </a:r>
            <a:r>
              <a:rPr lang="en-US" sz="1800" dirty="0">
                <a:solidFill>
                  <a:schemeClr val="bg1"/>
                </a:solidFill>
              </a:rPr>
              <a:t> Members can be private, protected, or public, enabling the base class to expose or hide implementation details from subclasses.</a:t>
            </a:r>
          </a:p>
          <a:p>
            <a:pPr marL="457200" indent="-457200">
              <a:buFont typeface="+mj-lt"/>
              <a:buAutoNum type="arabicPeriod"/>
            </a:pPr>
            <a:r>
              <a:rPr lang="en-US" sz="1800" b="1" dirty="0">
                <a:solidFill>
                  <a:schemeClr val="bg1"/>
                </a:solidFill>
              </a:rPr>
              <a:t>Can contain static and final members.</a:t>
            </a:r>
            <a:r>
              <a:rPr lang="en-US" sz="1800" dirty="0">
                <a:solidFill>
                  <a:schemeClr val="bg1"/>
                </a:solidFill>
              </a:rPr>
              <a:t> Utility methods and constants fit naturally in an abstract class; final methods can lock down behavior that must not be overridden.</a:t>
            </a:r>
          </a:p>
          <a:p>
            <a:pPr marL="457200" indent="-457200">
              <a:buFont typeface="+mj-lt"/>
              <a:buAutoNum type="arabicPeriod"/>
            </a:pPr>
            <a:r>
              <a:rPr lang="en-US" sz="1800" b="1" dirty="0">
                <a:solidFill>
                  <a:schemeClr val="bg1"/>
                </a:solidFill>
              </a:rPr>
              <a:t>Partial contract model.</a:t>
            </a:r>
            <a:r>
              <a:rPr lang="en-US" sz="1800" dirty="0">
                <a:solidFill>
                  <a:schemeClr val="bg1"/>
                </a:solidFill>
              </a:rPr>
              <a:t> The abstract class defines a partial contract: some behavior is fixed, some is required. This enforces a design boundary while allowing specialization.</a:t>
            </a:r>
          </a:p>
          <a:p>
            <a:pPr marL="457200" indent="-457200">
              <a:buFont typeface="+mj-lt"/>
              <a:buAutoNum type="arabicPeriod"/>
            </a:pPr>
            <a:r>
              <a:rPr lang="en-US" sz="1800" b="1" dirty="0">
                <a:solidFill>
                  <a:schemeClr val="bg1"/>
                </a:solidFill>
              </a:rPr>
              <a:t>Subclass obligations.</a:t>
            </a:r>
            <a:r>
              <a:rPr lang="en-US" sz="1800" dirty="0">
                <a:solidFill>
                  <a:schemeClr val="bg1"/>
                </a:solidFill>
              </a:rPr>
              <a:t> A concrete subclass must implement all inherited abstract methods; otherwise it must be declared abstract too.</a:t>
            </a:r>
          </a:p>
          <a:p>
            <a:pPr marL="457200" indent="-457200">
              <a:buFont typeface="+mj-lt"/>
              <a:buAutoNum type="arabicPeriod"/>
            </a:pPr>
            <a:r>
              <a:rPr lang="en-US" sz="1800" b="1" dirty="0">
                <a:solidFill>
                  <a:schemeClr val="bg1"/>
                </a:solidFill>
              </a:rPr>
              <a:t>Combines with interfaces.</a:t>
            </a:r>
            <a:r>
              <a:rPr lang="en-US" sz="1800" dirty="0">
                <a:solidFill>
                  <a:schemeClr val="bg1"/>
                </a:solidFill>
              </a:rPr>
              <a:t> An abstract class can implement interfaces, providing default implementations for some interface methods while leaving others abstract.</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5AA29D0E-A26E-8C38-4A3B-0927F5C9D482}"/>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740696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78C7027-6DEE-38E5-8BF8-E48906E711F1}"/>
              </a:ext>
            </a:extLst>
          </p:cNvPr>
          <p:cNvSpPr>
            <a:spLocks noGrp="1"/>
          </p:cNvSpPr>
          <p:nvPr>
            <p:ph type="title"/>
          </p:nvPr>
        </p:nvSpPr>
        <p:spPr/>
        <p:txBody>
          <a:bodyPr>
            <a:normAutofit/>
          </a:bodyPr>
          <a:lstStyle/>
          <a:p>
            <a:r>
              <a:rPr lang="en-IN" sz="2400" dirty="0"/>
              <a:t>Abstraction</a:t>
            </a:r>
          </a:p>
        </p:txBody>
      </p:sp>
      <p:sp>
        <p:nvSpPr>
          <p:cNvPr id="6" name="Content Placeholder 5">
            <a:extLst>
              <a:ext uri="{FF2B5EF4-FFF2-40B4-BE49-F238E27FC236}">
                <a16:creationId xmlns:a16="http://schemas.microsoft.com/office/drawing/2014/main" id="{6B655D62-9E7A-2961-04DD-AFD846BC22CF}"/>
              </a:ext>
            </a:extLst>
          </p:cNvPr>
          <p:cNvSpPr>
            <a:spLocks noGrp="1"/>
          </p:cNvSpPr>
          <p:nvPr>
            <p:ph idx="1"/>
          </p:nvPr>
        </p:nvSpPr>
        <p:spPr>
          <a:xfrm>
            <a:off x="0" y="896605"/>
            <a:ext cx="11784691" cy="5917553"/>
          </a:xfrm>
        </p:spPr>
        <p:txBody>
          <a:bodyPr>
            <a:noAutofit/>
          </a:bodyPr>
          <a:lstStyle/>
          <a:p>
            <a:pPr marL="0" indent="0">
              <a:buNone/>
            </a:pPr>
            <a:r>
              <a:rPr lang="en-US" sz="1800" b="1" dirty="0">
                <a:solidFill>
                  <a:schemeClr val="bg1"/>
                </a:solidFill>
              </a:rPr>
              <a:t>Inheritance {Core characteristics}</a:t>
            </a:r>
          </a:p>
          <a:p>
            <a:pPr marL="0" indent="0">
              <a:buNone/>
            </a:pPr>
            <a:endParaRPr lang="en-US" sz="400" b="1" dirty="0">
              <a:solidFill>
                <a:schemeClr val="bg1"/>
              </a:solidFill>
            </a:endParaRPr>
          </a:p>
          <a:p>
            <a:pPr marL="457200" indent="-457200">
              <a:buFont typeface="+mj-lt"/>
              <a:buAutoNum type="arabicPeriod"/>
            </a:pPr>
            <a:r>
              <a:rPr lang="en-US" sz="1700" b="1" dirty="0">
                <a:solidFill>
                  <a:schemeClr val="bg1"/>
                </a:solidFill>
              </a:rPr>
              <a:t>Method contract only (by default).</a:t>
            </a:r>
            <a:r>
              <a:rPr lang="en-US" sz="1700" dirty="0">
                <a:solidFill>
                  <a:schemeClr val="bg1"/>
                </a:solidFill>
              </a:rPr>
              <a:t> Methods declared in an interface are intended to be implemented by classes; they define </a:t>
            </a:r>
            <a:r>
              <a:rPr lang="en-US" sz="1700" i="1" dirty="0">
                <a:solidFill>
                  <a:schemeClr val="bg1"/>
                </a:solidFill>
              </a:rPr>
              <a:t>what</a:t>
            </a:r>
            <a:r>
              <a:rPr lang="en-US" sz="1700" dirty="0">
                <a:solidFill>
                  <a:schemeClr val="bg1"/>
                </a:solidFill>
              </a:rPr>
              <a:t> must be done, not </a:t>
            </a:r>
            <a:r>
              <a:rPr lang="en-US" sz="1700" i="1" dirty="0">
                <a:solidFill>
                  <a:schemeClr val="bg1"/>
                </a:solidFill>
              </a:rPr>
              <a:t>how</a:t>
            </a:r>
            <a:r>
              <a:rPr lang="en-US" sz="1700" dirty="0">
                <a:solidFill>
                  <a:schemeClr val="bg1"/>
                </a:solidFill>
              </a:rPr>
              <a:t>.</a:t>
            </a:r>
          </a:p>
          <a:p>
            <a:pPr marL="457200" indent="-457200">
              <a:buFont typeface="+mj-lt"/>
              <a:buAutoNum type="arabicPeriod"/>
            </a:pPr>
            <a:r>
              <a:rPr lang="en-US" sz="1700" b="1" dirty="0">
                <a:solidFill>
                  <a:schemeClr val="bg1"/>
                </a:solidFill>
              </a:rPr>
              <a:t>Implicitly public and abstract methods.</a:t>
            </a:r>
            <a:r>
              <a:rPr lang="en-US" sz="1700" dirty="0">
                <a:solidFill>
                  <a:schemeClr val="bg1"/>
                </a:solidFill>
              </a:rPr>
              <a:t> Prior to Java 8, all interface methods were abstract and public by default; implementing classes must provide bodies for these methods unless the class is abstract.</a:t>
            </a:r>
          </a:p>
          <a:p>
            <a:pPr marL="457200" indent="-457200">
              <a:buFont typeface="+mj-lt"/>
              <a:buAutoNum type="arabicPeriod"/>
            </a:pPr>
            <a:r>
              <a:rPr lang="en-US" sz="1700" b="1" dirty="0">
                <a:solidFill>
                  <a:schemeClr val="bg1"/>
                </a:solidFill>
              </a:rPr>
              <a:t>Constants only for fields.</a:t>
            </a:r>
            <a:r>
              <a:rPr lang="en-US" sz="1700" dirty="0">
                <a:solidFill>
                  <a:schemeClr val="bg1"/>
                </a:solidFill>
              </a:rPr>
              <a:t> Any field declared in an interface is implicitly public static final — effectively a constant shared by all implementers.</a:t>
            </a:r>
          </a:p>
          <a:p>
            <a:pPr marL="457200" indent="-457200">
              <a:buFont typeface="+mj-lt"/>
              <a:buAutoNum type="arabicPeriod"/>
            </a:pPr>
            <a:r>
              <a:rPr lang="en-US" sz="1700" b="1" dirty="0">
                <a:solidFill>
                  <a:schemeClr val="bg1"/>
                </a:solidFill>
              </a:rPr>
              <a:t>Multiple inheritance of type.</a:t>
            </a:r>
            <a:r>
              <a:rPr lang="en-US" sz="1700" dirty="0">
                <a:solidFill>
                  <a:schemeClr val="bg1"/>
                </a:solidFill>
              </a:rPr>
              <a:t> A class can implement </a:t>
            </a:r>
            <a:r>
              <a:rPr lang="en-US" sz="1700" b="1" dirty="0">
                <a:solidFill>
                  <a:schemeClr val="bg1"/>
                </a:solidFill>
              </a:rPr>
              <a:t>multiple interfaces</a:t>
            </a:r>
            <a:r>
              <a:rPr lang="en-US" sz="1700" dirty="0">
                <a:solidFill>
                  <a:schemeClr val="bg1"/>
                </a:solidFill>
              </a:rPr>
              <a:t>, allowing it to be treated as multiple types without the diamond-problem complexity of multiple class inheritance.</a:t>
            </a:r>
          </a:p>
          <a:p>
            <a:pPr marL="457200" indent="-457200">
              <a:buFont typeface="+mj-lt"/>
              <a:buAutoNum type="arabicPeriod"/>
            </a:pPr>
            <a:r>
              <a:rPr lang="en-US" sz="1700" b="1" dirty="0">
                <a:solidFill>
                  <a:schemeClr val="bg1"/>
                </a:solidFill>
              </a:rPr>
              <a:t>Default methods (since Java 8).</a:t>
            </a:r>
            <a:r>
              <a:rPr lang="en-US" sz="1700" dirty="0">
                <a:solidFill>
                  <a:schemeClr val="bg1"/>
                </a:solidFill>
              </a:rPr>
              <a:t> Interfaces can provide default method implementations that implementing classes inherit unless they override them. This lets interfaces evolve without breaking existing implementers.</a:t>
            </a:r>
          </a:p>
          <a:p>
            <a:pPr marL="457200" indent="-457200">
              <a:buFont typeface="+mj-lt"/>
              <a:buAutoNum type="arabicPeriod"/>
            </a:pPr>
            <a:r>
              <a:rPr lang="en-US" sz="1700" b="1" dirty="0">
                <a:solidFill>
                  <a:schemeClr val="bg1"/>
                </a:solidFill>
              </a:rPr>
              <a:t>Static methods (since Java 8).</a:t>
            </a:r>
            <a:r>
              <a:rPr lang="en-US" sz="1700" dirty="0">
                <a:solidFill>
                  <a:schemeClr val="bg1"/>
                </a:solidFill>
              </a:rPr>
              <a:t> Interfaces may include static utility methods callable on the interface itself, useful for helper logic related to the contract.</a:t>
            </a:r>
          </a:p>
          <a:p>
            <a:pPr marL="457200" indent="-457200">
              <a:buFont typeface="+mj-lt"/>
              <a:buAutoNum type="arabicPeriod"/>
            </a:pPr>
            <a:r>
              <a:rPr lang="en-US" sz="1700" b="1" dirty="0">
                <a:solidFill>
                  <a:schemeClr val="bg1"/>
                </a:solidFill>
              </a:rPr>
              <a:t>Private methods (since Java 9).</a:t>
            </a:r>
            <a:r>
              <a:rPr lang="en-US" sz="1700" dirty="0">
                <a:solidFill>
                  <a:schemeClr val="bg1"/>
                </a:solidFill>
              </a:rPr>
              <a:t> Interfaces can contain </a:t>
            </a:r>
            <a:r>
              <a:rPr lang="en-US" sz="1700" b="1" dirty="0">
                <a:solidFill>
                  <a:schemeClr val="bg1"/>
                </a:solidFill>
              </a:rPr>
              <a:t>private</a:t>
            </a:r>
            <a:r>
              <a:rPr lang="en-US" sz="1700" dirty="0">
                <a:solidFill>
                  <a:schemeClr val="bg1"/>
                </a:solidFill>
              </a:rPr>
              <a:t> methods to share common code between default methods without exposing helpers to implementers.</a:t>
            </a:r>
          </a:p>
          <a:p>
            <a:pPr marL="457200" indent="-457200">
              <a:buFont typeface="+mj-lt"/>
              <a:buAutoNum type="arabicPeriod"/>
            </a:pPr>
            <a:r>
              <a:rPr lang="en-US" sz="1700" b="1" dirty="0">
                <a:solidFill>
                  <a:schemeClr val="bg1"/>
                </a:solidFill>
              </a:rPr>
              <a:t>No instance state.</a:t>
            </a:r>
            <a:r>
              <a:rPr lang="en-US" sz="1700" dirty="0">
                <a:solidFill>
                  <a:schemeClr val="bg1"/>
                </a:solidFill>
              </a:rPr>
              <a:t> Interfaces do not hold instance variables; any shared data must be represented as constants or managed by implementing classes.</a:t>
            </a:r>
          </a:p>
          <a:p>
            <a:pPr marL="457200" indent="-457200">
              <a:buFont typeface="+mj-lt"/>
              <a:buAutoNum type="arabicPeriod"/>
            </a:pPr>
            <a:r>
              <a:rPr lang="en-US" sz="1700" b="1" dirty="0">
                <a:solidFill>
                  <a:schemeClr val="bg1"/>
                </a:solidFill>
              </a:rPr>
              <a:t>Polymorphic use.</a:t>
            </a:r>
            <a:r>
              <a:rPr lang="en-US" sz="1700" dirty="0">
                <a:solidFill>
                  <a:schemeClr val="bg1"/>
                </a:solidFill>
              </a:rPr>
              <a:t> Interfaces enable polymorphism: code can depend on an interface type and accept any implementing class, improving decoupling and testability.</a:t>
            </a:r>
          </a:p>
          <a:p>
            <a:pPr marL="457200" indent="-457200">
              <a:buFont typeface="+mj-lt"/>
              <a:buAutoNum type="arabicPeriod"/>
            </a:pPr>
            <a:endParaRPr lang="en-IN" sz="1800" dirty="0">
              <a:solidFill>
                <a:schemeClr val="bg1"/>
              </a:solidFill>
            </a:endParaRPr>
          </a:p>
        </p:txBody>
      </p:sp>
      <p:sp>
        <p:nvSpPr>
          <p:cNvPr id="2" name="Date Placeholder 3">
            <a:extLst>
              <a:ext uri="{FF2B5EF4-FFF2-40B4-BE49-F238E27FC236}">
                <a16:creationId xmlns:a16="http://schemas.microsoft.com/office/drawing/2014/main" id="{9FB957A6-22B8-302F-C4F7-6BFDE9D02505}"/>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018812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4FBF2-55BF-AECF-C055-9A137F97DF3D}"/>
              </a:ext>
            </a:extLst>
          </p:cNvPr>
          <p:cNvSpPr>
            <a:spLocks noGrp="1"/>
          </p:cNvSpPr>
          <p:nvPr>
            <p:ph type="title"/>
          </p:nvPr>
        </p:nvSpPr>
        <p:spPr/>
        <p:txBody>
          <a:bodyPr>
            <a:normAutofit/>
          </a:bodyPr>
          <a:lstStyle/>
          <a:p>
            <a:r>
              <a:rPr lang="en-IN" sz="2400" dirty="0"/>
              <a:t>Abstraction {</a:t>
            </a:r>
            <a:r>
              <a:rPr lang="en-IN" sz="2000" dirty="0"/>
              <a:t>Design consideration</a:t>
            </a:r>
            <a:r>
              <a:rPr lang="en-IN" sz="2400" dirty="0"/>
              <a:t>}</a:t>
            </a:r>
          </a:p>
        </p:txBody>
      </p:sp>
      <p:sp>
        <p:nvSpPr>
          <p:cNvPr id="3" name="Content Placeholder 2">
            <a:extLst>
              <a:ext uri="{FF2B5EF4-FFF2-40B4-BE49-F238E27FC236}">
                <a16:creationId xmlns:a16="http://schemas.microsoft.com/office/drawing/2014/main" id="{63632142-A2F2-CABE-E99A-172B8620AC11}"/>
              </a:ext>
            </a:extLst>
          </p:cNvPr>
          <p:cNvSpPr>
            <a:spLocks noGrp="1"/>
          </p:cNvSpPr>
          <p:nvPr>
            <p:ph idx="1"/>
          </p:nvPr>
        </p:nvSpPr>
        <p:spPr/>
        <p:txBody>
          <a:bodyPr>
            <a:normAutofit/>
          </a:bodyPr>
          <a:lstStyle/>
          <a:p>
            <a:pPr marL="0" indent="0">
              <a:buNone/>
            </a:pPr>
            <a:r>
              <a:rPr lang="en-IN" sz="1800" b="1" dirty="0">
                <a:solidFill>
                  <a:schemeClr val="bg1"/>
                </a:solidFill>
              </a:rPr>
              <a:t>When and how to use abstract classes</a:t>
            </a:r>
          </a:p>
          <a:p>
            <a:pPr marL="0" indent="0">
              <a:buNone/>
            </a:pPr>
            <a:r>
              <a:rPr lang="en-US" sz="1800" dirty="0">
                <a:solidFill>
                  <a:schemeClr val="bg1"/>
                </a:solidFill>
              </a:rPr>
              <a:t>Pick it when related types share state or helper logic (fields, constructors, protected helpers). Use interfaces when you only need to express a capability that many unrelated types might implement. </a:t>
            </a:r>
          </a:p>
          <a:p>
            <a:pPr marL="0" indent="0">
              <a:buNone/>
            </a:pPr>
            <a:endParaRPr lang="en-US" sz="1800" dirty="0">
              <a:solidFill>
                <a:schemeClr val="bg1"/>
              </a:solidFill>
            </a:endParaRPr>
          </a:p>
          <a:p>
            <a:pPr marL="0" indent="0">
              <a:buNone/>
            </a:pPr>
            <a:r>
              <a:rPr lang="en-US" sz="1800" dirty="0">
                <a:solidFill>
                  <a:schemeClr val="bg1"/>
                </a:solidFill>
              </a:rPr>
              <a:t>Keep the abstract surface focused — expose only the abstract methods that truly vary; provide concrete helpers for common tasks so subclasses remain small and focused.</a:t>
            </a:r>
          </a:p>
          <a:p>
            <a:pPr marL="0" indent="0">
              <a:buNone/>
            </a:pPr>
            <a:endParaRPr lang="en-US" sz="1800" dirty="0">
              <a:solidFill>
                <a:schemeClr val="bg1"/>
              </a:solidFill>
            </a:endParaRPr>
          </a:p>
          <a:p>
            <a:pPr marL="0" indent="0">
              <a:buNone/>
            </a:pPr>
            <a:r>
              <a:rPr lang="en-US" sz="1800" dirty="0">
                <a:solidFill>
                  <a:schemeClr val="bg1"/>
                </a:solidFill>
              </a:rPr>
              <a:t>Document the contract — clearly state expected side effects, thread-safety, and performance expectations for each abstract method so implementers don’t guess.</a:t>
            </a:r>
            <a:endParaRPr lang="en-IN" sz="1800" dirty="0">
              <a:solidFill>
                <a:schemeClr val="bg1"/>
              </a:solidFill>
            </a:endParaRPr>
          </a:p>
        </p:txBody>
      </p:sp>
      <p:sp>
        <p:nvSpPr>
          <p:cNvPr id="4" name="Date Placeholder 3">
            <a:extLst>
              <a:ext uri="{FF2B5EF4-FFF2-40B4-BE49-F238E27FC236}">
                <a16:creationId xmlns:a16="http://schemas.microsoft.com/office/drawing/2014/main" id="{E357C722-E620-D4CF-F776-0C7CD09A41E1}"/>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5541450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7DAC9-46B2-0E70-5F6E-D4BF60B51838}"/>
              </a:ext>
            </a:extLst>
          </p:cNvPr>
          <p:cNvSpPr>
            <a:spLocks noGrp="1"/>
          </p:cNvSpPr>
          <p:nvPr>
            <p:ph type="title"/>
          </p:nvPr>
        </p:nvSpPr>
        <p:spPr/>
        <p:txBody>
          <a:bodyPr>
            <a:normAutofit/>
          </a:bodyPr>
          <a:lstStyle/>
          <a:p>
            <a:r>
              <a:rPr lang="en-IN" sz="2400" dirty="0"/>
              <a:t>Abstraction {</a:t>
            </a:r>
            <a:r>
              <a:rPr lang="en-IN" sz="2000" dirty="0"/>
              <a:t>Design consideration</a:t>
            </a:r>
            <a:r>
              <a:rPr lang="en-IN" sz="2400" dirty="0"/>
              <a:t>}</a:t>
            </a:r>
          </a:p>
        </p:txBody>
      </p:sp>
      <p:sp>
        <p:nvSpPr>
          <p:cNvPr id="3" name="Content Placeholder 2">
            <a:extLst>
              <a:ext uri="{FF2B5EF4-FFF2-40B4-BE49-F238E27FC236}">
                <a16:creationId xmlns:a16="http://schemas.microsoft.com/office/drawing/2014/main" id="{1556C976-2408-F26F-A992-61BC3B45C3E8}"/>
              </a:ext>
            </a:extLst>
          </p:cNvPr>
          <p:cNvSpPr>
            <a:spLocks noGrp="1"/>
          </p:cNvSpPr>
          <p:nvPr>
            <p:ph idx="1"/>
          </p:nvPr>
        </p:nvSpPr>
        <p:spPr/>
        <p:txBody>
          <a:bodyPr>
            <a:normAutofit/>
          </a:bodyPr>
          <a:lstStyle/>
          <a:p>
            <a:pPr marL="0" indent="0">
              <a:buNone/>
            </a:pPr>
            <a:r>
              <a:rPr lang="en-US" sz="1800" b="1" dirty="0">
                <a:solidFill>
                  <a:schemeClr val="bg1"/>
                </a:solidFill>
              </a:rPr>
              <a:t>When and how to use interface</a:t>
            </a:r>
          </a:p>
          <a:p>
            <a:pPr marL="0" indent="0">
              <a:buNone/>
            </a:pPr>
            <a:r>
              <a:rPr lang="en-US" sz="1800" dirty="0">
                <a:solidFill>
                  <a:schemeClr val="bg1"/>
                </a:solidFill>
              </a:rPr>
              <a:t>Use interfaces for orthogonal capabilities (e.g., Drivable, Chargeable) that many unrelated classes might implement.</a:t>
            </a:r>
          </a:p>
          <a:p>
            <a:pPr marL="0" indent="0">
              <a:buNone/>
            </a:pPr>
            <a:endParaRPr lang="en-US" sz="1800" dirty="0">
              <a:solidFill>
                <a:schemeClr val="bg1"/>
              </a:solidFill>
            </a:endParaRPr>
          </a:p>
          <a:p>
            <a:pPr marL="0" indent="0">
              <a:buNone/>
            </a:pPr>
            <a:r>
              <a:rPr lang="en-US" sz="1800" dirty="0">
                <a:solidFill>
                  <a:schemeClr val="bg1"/>
                </a:solidFill>
              </a:rPr>
              <a:t>Keep interfaces focused and small — a single responsibility per interface makes implementations simpler and easier to test.</a:t>
            </a:r>
          </a:p>
          <a:p>
            <a:pPr marL="0" indent="0">
              <a:buNone/>
            </a:pPr>
            <a:endParaRPr lang="en-US" sz="1800" dirty="0">
              <a:solidFill>
                <a:schemeClr val="bg1"/>
              </a:solidFill>
            </a:endParaRPr>
          </a:p>
          <a:p>
            <a:pPr marL="0" indent="0">
              <a:buNone/>
            </a:pPr>
            <a:r>
              <a:rPr lang="en-US" sz="1800" dirty="0">
                <a:solidFill>
                  <a:schemeClr val="bg1"/>
                </a:solidFill>
              </a:rPr>
              <a:t>Use default methods sparingly to provide safe evolution paths; avoid putting complex logic in defaults that hides important behavior from implementers.</a:t>
            </a:r>
          </a:p>
          <a:p>
            <a:pPr marL="0" indent="0">
              <a:buNone/>
            </a:pPr>
            <a:endParaRPr lang="en-US" sz="1800" dirty="0">
              <a:solidFill>
                <a:schemeClr val="bg1"/>
              </a:solidFill>
            </a:endParaRPr>
          </a:p>
          <a:p>
            <a:pPr marL="0" indent="0">
              <a:buNone/>
            </a:pPr>
            <a:r>
              <a:rPr lang="en-US" sz="1800" dirty="0">
                <a:solidFill>
                  <a:schemeClr val="bg1"/>
                </a:solidFill>
              </a:rPr>
              <a:t>Document behavioral contracts (side effects, thread-safety, performance expectations) so implementers know the non-functional guarantees.</a:t>
            </a:r>
            <a:endParaRPr lang="en-IN" sz="1800" dirty="0">
              <a:solidFill>
                <a:schemeClr val="bg1"/>
              </a:solidFill>
            </a:endParaRPr>
          </a:p>
        </p:txBody>
      </p:sp>
      <p:sp>
        <p:nvSpPr>
          <p:cNvPr id="4" name="Date Placeholder 3">
            <a:extLst>
              <a:ext uri="{FF2B5EF4-FFF2-40B4-BE49-F238E27FC236}">
                <a16:creationId xmlns:a16="http://schemas.microsoft.com/office/drawing/2014/main" id="{7F00C156-4371-85E9-56D1-CE54AF658DE8}"/>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995402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F4F28-1E6E-8E06-CC4A-13F8920D288F}"/>
              </a:ext>
            </a:extLst>
          </p:cNvPr>
          <p:cNvSpPr>
            <a:spLocks noGrp="1"/>
          </p:cNvSpPr>
          <p:nvPr>
            <p:ph type="title"/>
          </p:nvPr>
        </p:nvSpPr>
        <p:spPr/>
        <p:txBody>
          <a:bodyPr>
            <a:normAutofit/>
          </a:bodyPr>
          <a:lstStyle/>
          <a:p>
            <a:r>
              <a:rPr lang="en-IN" sz="2400" dirty="0"/>
              <a:t>Abstraction {</a:t>
            </a:r>
            <a:r>
              <a:rPr lang="en-IN" sz="2000" dirty="0"/>
              <a:t>Design</a:t>
            </a:r>
            <a:r>
              <a:rPr lang="en-IN" sz="2400" dirty="0"/>
              <a:t> </a:t>
            </a:r>
            <a:r>
              <a:rPr lang="en-IN" sz="2000" dirty="0"/>
              <a:t>consideration &amp; summary</a:t>
            </a:r>
            <a:r>
              <a:rPr lang="en-IN" sz="2400" dirty="0"/>
              <a:t>}</a:t>
            </a:r>
          </a:p>
        </p:txBody>
      </p:sp>
      <p:graphicFrame>
        <p:nvGraphicFramePr>
          <p:cNvPr id="7" name="Content Placeholder 6">
            <a:extLst>
              <a:ext uri="{FF2B5EF4-FFF2-40B4-BE49-F238E27FC236}">
                <a16:creationId xmlns:a16="http://schemas.microsoft.com/office/drawing/2014/main" id="{1052099E-8BCB-8D8F-5D4A-340FE8EC150E}"/>
              </a:ext>
            </a:extLst>
          </p:cNvPr>
          <p:cNvGraphicFramePr>
            <a:graphicFrameLocks noGrp="1"/>
          </p:cNvGraphicFramePr>
          <p:nvPr>
            <p:ph idx="1"/>
            <p:extLst>
              <p:ext uri="{D42A27DB-BD31-4B8C-83A1-F6EECF244321}">
                <p14:modId xmlns:p14="http://schemas.microsoft.com/office/powerpoint/2010/main" val="862405202"/>
              </p:ext>
            </p:extLst>
          </p:nvPr>
        </p:nvGraphicFramePr>
        <p:xfrm>
          <a:off x="203200" y="1309384"/>
          <a:ext cx="11785600" cy="3845560"/>
        </p:xfrm>
        <a:graphic>
          <a:graphicData uri="http://schemas.openxmlformats.org/drawingml/2006/table">
            <a:tbl>
              <a:tblPr firstRow="1" bandRow="1">
                <a:tableStyleId>{5C22544A-7EE6-4342-B048-85BDC9FD1C3A}</a:tableStyleId>
              </a:tblPr>
              <a:tblGrid>
                <a:gridCol w="2357120">
                  <a:extLst>
                    <a:ext uri="{9D8B030D-6E8A-4147-A177-3AD203B41FA5}">
                      <a16:colId xmlns:a16="http://schemas.microsoft.com/office/drawing/2014/main" val="2681715496"/>
                    </a:ext>
                  </a:extLst>
                </a:gridCol>
                <a:gridCol w="2357120">
                  <a:extLst>
                    <a:ext uri="{9D8B030D-6E8A-4147-A177-3AD203B41FA5}">
                      <a16:colId xmlns:a16="http://schemas.microsoft.com/office/drawing/2014/main" val="869113264"/>
                    </a:ext>
                  </a:extLst>
                </a:gridCol>
                <a:gridCol w="2357120">
                  <a:extLst>
                    <a:ext uri="{9D8B030D-6E8A-4147-A177-3AD203B41FA5}">
                      <a16:colId xmlns:a16="http://schemas.microsoft.com/office/drawing/2014/main" val="1623347403"/>
                    </a:ext>
                  </a:extLst>
                </a:gridCol>
                <a:gridCol w="2357120">
                  <a:extLst>
                    <a:ext uri="{9D8B030D-6E8A-4147-A177-3AD203B41FA5}">
                      <a16:colId xmlns:a16="http://schemas.microsoft.com/office/drawing/2014/main" val="1106496426"/>
                    </a:ext>
                  </a:extLst>
                </a:gridCol>
                <a:gridCol w="2357120">
                  <a:extLst>
                    <a:ext uri="{9D8B030D-6E8A-4147-A177-3AD203B41FA5}">
                      <a16:colId xmlns:a16="http://schemas.microsoft.com/office/drawing/2014/main" val="247910469"/>
                    </a:ext>
                  </a:extLst>
                </a:gridCol>
              </a:tblGrid>
              <a:tr h="370840">
                <a:tc>
                  <a:txBody>
                    <a:bodyPr/>
                    <a:lstStyle/>
                    <a:p>
                      <a:pPr>
                        <a:buNone/>
                      </a:pPr>
                      <a:r>
                        <a:rPr lang="en-IN" b="1" dirty="0">
                          <a:effectLst/>
                        </a:rPr>
                        <a:t>Aspect</a:t>
                      </a:r>
                      <a:endParaRPr lang="en-IN" dirty="0">
                        <a:effectLst/>
                      </a:endParaRPr>
                    </a:p>
                  </a:txBody>
                  <a:tcPr anchor="ctr"/>
                </a:tc>
                <a:tc>
                  <a:txBody>
                    <a:bodyPr/>
                    <a:lstStyle/>
                    <a:p>
                      <a:pPr>
                        <a:buNone/>
                      </a:pPr>
                      <a:r>
                        <a:rPr lang="en-IN" b="1">
                          <a:effectLst/>
                        </a:rPr>
                        <a:t>Abstract class</a:t>
                      </a:r>
                      <a:endParaRPr lang="en-IN">
                        <a:effectLst/>
                      </a:endParaRPr>
                    </a:p>
                  </a:txBody>
                  <a:tcPr anchor="ctr"/>
                </a:tc>
                <a:tc>
                  <a:txBody>
                    <a:bodyPr/>
                    <a:lstStyle/>
                    <a:p>
                      <a:pPr>
                        <a:buNone/>
                      </a:pPr>
                      <a:r>
                        <a:rPr lang="en-IN" b="1">
                          <a:effectLst/>
                        </a:rPr>
                        <a:t>Interface</a:t>
                      </a:r>
                      <a:endParaRPr lang="en-IN">
                        <a:effectLst/>
                      </a:endParaRPr>
                    </a:p>
                  </a:txBody>
                  <a:tcPr anchor="ctr"/>
                </a:tc>
                <a:tc>
                  <a:txBody>
                    <a:bodyPr/>
                    <a:lstStyle/>
                    <a:p>
                      <a:pPr>
                        <a:buNone/>
                      </a:pPr>
                      <a:r>
                        <a:rPr lang="en-IN" b="1">
                          <a:effectLst/>
                        </a:rPr>
                        <a:t>When to choose</a:t>
                      </a:r>
                      <a:endParaRPr lang="en-IN">
                        <a:effectLst/>
                      </a:endParaRPr>
                    </a:p>
                  </a:txBody>
                  <a:tcPr anchor="ctr"/>
                </a:tc>
                <a:tc>
                  <a:txBody>
                    <a:bodyPr/>
                    <a:lstStyle/>
                    <a:p>
                      <a:pPr>
                        <a:buNone/>
                      </a:pPr>
                      <a:r>
                        <a:rPr lang="en-IN" b="1" dirty="0">
                          <a:effectLst/>
                        </a:rPr>
                        <a:t>Notes</a:t>
                      </a:r>
                      <a:endParaRPr lang="en-IN" dirty="0">
                        <a:effectLst/>
                      </a:endParaRPr>
                    </a:p>
                  </a:txBody>
                  <a:tcPr anchor="ctr"/>
                </a:tc>
                <a:extLst>
                  <a:ext uri="{0D108BD9-81ED-4DB2-BD59-A6C34878D82A}">
                    <a16:rowId xmlns:a16="http://schemas.microsoft.com/office/drawing/2014/main" val="814347555"/>
                  </a:ext>
                </a:extLst>
              </a:tr>
              <a:tr h="370840">
                <a:tc>
                  <a:txBody>
                    <a:bodyPr/>
                    <a:lstStyle/>
                    <a:p>
                      <a:pPr>
                        <a:buNone/>
                      </a:pPr>
                      <a:r>
                        <a:rPr lang="en-IN" b="1" dirty="0">
                          <a:effectLst/>
                        </a:rPr>
                        <a:t>State</a:t>
                      </a:r>
                      <a:endParaRPr lang="en-IN" dirty="0">
                        <a:effectLst/>
                      </a:endParaRPr>
                    </a:p>
                  </a:txBody>
                  <a:tcPr anchor="ctr"/>
                </a:tc>
                <a:tc>
                  <a:txBody>
                    <a:bodyPr/>
                    <a:lstStyle/>
                    <a:p>
                      <a:pPr>
                        <a:buNone/>
                      </a:pPr>
                      <a:r>
                        <a:rPr lang="en-IN">
                          <a:effectLst/>
                        </a:rPr>
                        <a:t>Allows fields; constructors</a:t>
                      </a:r>
                    </a:p>
                  </a:txBody>
                  <a:tcPr anchor="ctr"/>
                </a:tc>
                <a:tc>
                  <a:txBody>
                    <a:bodyPr/>
                    <a:lstStyle/>
                    <a:p>
                      <a:pPr>
                        <a:buNone/>
                      </a:pPr>
                      <a:r>
                        <a:rPr lang="en-US">
                          <a:effectLst/>
                        </a:rPr>
                        <a:t>No instance fields; constants only</a:t>
                      </a:r>
                    </a:p>
                  </a:txBody>
                  <a:tcPr anchor="ctr"/>
                </a:tc>
                <a:tc>
                  <a:txBody>
                    <a:bodyPr/>
                    <a:lstStyle/>
                    <a:p>
                      <a:pPr>
                        <a:buNone/>
                      </a:pPr>
                      <a:r>
                        <a:rPr lang="en-US">
                          <a:effectLst/>
                        </a:rPr>
                        <a:t>Need shared state or init logic</a:t>
                      </a:r>
                    </a:p>
                  </a:txBody>
                  <a:tcPr anchor="ctr"/>
                </a:tc>
                <a:tc>
                  <a:txBody>
                    <a:bodyPr/>
                    <a:lstStyle/>
                    <a:p>
                      <a:pPr>
                        <a:buNone/>
                      </a:pPr>
                      <a:r>
                        <a:rPr lang="en-IN">
                          <a:effectLst/>
                        </a:rPr>
                        <a:t>Use abstract class</a:t>
                      </a:r>
                    </a:p>
                  </a:txBody>
                  <a:tcPr anchor="ctr"/>
                </a:tc>
                <a:extLst>
                  <a:ext uri="{0D108BD9-81ED-4DB2-BD59-A6C34878D82A}">
                    <a16:rowId xmlns:a16="http://schemas.microsoft.com/office/drawing/2014/main" val="1364153412"/>
                  </a:ext>
                </a:extLst>
              </a:tr>
              <a:tr h="370840">
                <a:tc>
                  <a:txBody>
                    <a:bodyPr/>
                    <a:lstStyle/>
                    <a:p>
                      <a:pPr>
                        <a:buNone/>
                      </a:pPr>
                      <a:r>
                        <a:rPr lang="en-IN" b="1">
                          <a:effectLst/>
                        </a:rPr>
                        <a:t>Multiple inheritance</a:t>
                      </a:r>
                      <a:endParaRPr lang="en-IN">
                        <a:effectLst/>
                      </a:endParaRPr>
                    </a:p>
                  </a:txBody>
                  <a:tcPr anchor="ctr"/>
                </a:tc>
                <a:tc>
                  <a:txBody>
                    <a:bodyPr/>
                    <a:lstStyle/>
                    <a:p>
                      <a:pPr>
                        <a:buNone/>
                      </a:pPr>
                      <a:r>
                        <a:rPr lang="en-IN">
                          <a:effectLst/>
                        </a:rPr>
                        <a:t>Single class inheritance</a:t>
                      </a:r>
                    </a:p>
                  </a:txBody>
                  <a:tcPr anchor="ctr"/>
                </a:tc>
                <a:tc>
                  <a:txBody>
                    <a:bodyPr/>
                    <a:lstStyle/>
                    <a:p>
                      <a:pPr>
                        <a:buNone/>
                      </a:pPr>
                      <a:r>
                        <a:rPr lang="en-IN">
                          <a:effectLst/>
                        </a:rPr>
                        <a:t>Multiple interfaces allowed</a:t>
                      </a:r>
                    </a:p>
                  </a:txBody>
                  <a:tcPr anchor="ctr"/>
                </a:tc>
                <a:tc>
                  <a:txBody>
                    <a:bodyPr/>
                    <a:lstStyle/>
                    <a:p>
                      <a:pPr>
                        <a:buNone/>
                      </a:pPr>
                      <a:r>
                        <a:rPr lang="en-IN">
                          <a:effectLst/>
                        </a:rPr>
                        <a:t>Need multiple-type polymorphism</a:t>
                      </a:r>
                    </a:p>
                  </a:txBody>
                  <a:tcPr anchor="ctr"/>
                </a:tc>
                <a:tc>
                  <a:txBody>
                    <a:bodyPr/>
                    <a:lstStyle/>
                    <a:p>
                      <a:pPr>
                        <a:buNone/>
                      </a:pPr>
                      <a:r>
                        <a:rPr lang="en-IN">
                          <a:effectLst/>
                        </a:rPr>
                        <a:t>Use interface</a:t>
                      </a:r>
                    </a:p>
                  </a:txBody>
                  <a:tcPr anchor="ctr"/>
                </a:tc>
                <a:extLst>
                  <a:ext uri="{0D108BD9-81ED-4DB2-BD59-A6C34878D82A}">
                    <a16:rowId xmlns:a16="http://schemas.microsoft.com/office/drawing/2014/main" val="1509736813"/>
                  </a:ext>
                </a:extLst>
              </a:tr>
              <a:tr h="370840">
                <a:tc>
                  <a:txBody>
                    <a:bodyPr/>
                    <a:lstStyle/>
                    <a:p>
                      <a:pPr>
                        <a:buNone/>
                      </a:pPr>
                      <a:r>
                        <a:rPr lang="en-IN" b="1">
                          <a:effectLst/>
                        </a:rPr>
                        <a:t>Method types</a:t>
                      </a:r>
                      <a:endParaRPr lang="en-IN">
                        <a:effectLst/>
                      </a:endParaRPr>
                    </a:p>
                  </a:txBody>
                  <a:tcPr anchor="ctr"/>
                </a:tc>
                <a:tc>
                  <a:txBody>
                    <a:bodyPr/>
                    <a:lstStyle/>
                    <a:p>
                      <a:pPr>
                        <a:buNone/>
                      </a:pPr>
                      <a:r>
                        <a:rPr lang="en-IN">
                          <a:effectLst/>
                        </a:rPr>
                        <a:t>Concrete + abstract methods</a:t>
                      </a:r>
                    </a:p>
                  </a:txBody>
                  <a:tcPr anchor="ctr"/>
                </a:tc>
                <a:tc>
                  <a:txBody>
                    <a:bodyPr/>
                    <a:lstStyle/>
                    <a:p>
                      <a:pPr>
                        <a:buNone/>
                      </a:pPr>
                      <a:r>
                        <a:rPr lang="en-IN">
                          <a:effectLst/>
                        </a:rPr>
                        <a:t>Abstract; default/static allowed</a:t>
                      </a:r>
                    </a:p>
                  </a:txBody>
                  <a:tcPr anchor="ctr"/>
                </a:tc>
                <a:tc>
                  <a:txBody>
                    <a:bodyPr/>
                    <a:lstStyle/>
                    <a:p>
                      <a:pPr>
                        <a:buNone/>
                      </a:pPr>
                      <a:r>
                        <a:rPr lang="en-IN">
                          <a:effectLst/>
                        </a:rPr>
                        <a:t>Share implementation vs contract</a:t>
                      </a:r>
                    </a:p>
                  </a:txBody>
                  <a:tcPr anchor="ctr"/>
                </a:tc>
                <a:tc>
                  <a:txBody>
                    <a:bodyPr/>
                    <a:lstStyle/>
                    <a:p>
                      <a:pPr>
                        <a:buNone/>
                      </a:pPr>
                      <a:r>
                        <a:rPr lang="en-IN">
                          <a:effectLst/>
                        </a:rPr>
                        <a:t>Prefer interface for capabilities</a:t>
                      </a:r>
                    </a:p>
                  </a:txBody>
                  <a:tcPr anchor="ctr"/>
                </a:tc>
                <a:extLst>
                  <a:ext uri="{0D108BD9-81ED-4DB2-BD59-A6C34878D82A}">
                    <a16:rowId xmlns:a16="http://schemas.microsoft.com/office/drawing/2014/main" val="4147325083"/>
                  </a:ext>
                </a:extLst>
              </a:tr>
              <a:tr h="370840">
                <a:tc>
                  <a:txBody>
                    <a:bodyPr/>
                    <a:lstStyle/>
                    <a:p>
                      <a:pPr>
                        <a:buNone/>
                      </a:pPr>
                      <a:r>
                        <a:rPr lang="en-IN" b="1">
                          <a:effectLst/>
                        </a:rPr>
                        <a:t>Versioning</a:t>
                      </a:r>
                      <a:endParaRPr lang="en-IN">
                        <a:effectLst/>
                      </a:endParaRPr>
                    </a:p>
                  </a:txBody>
                  <a:tcPr anchor="ctr"/>
                </a:tc>
                <a:tc>
                  <a:txBody>
                    <a:bodyPr/>
                    <a:lstStyle/>
                    <a:p>
                      <a:pPr>
                        <a:buNone/>
                      </a:pPr>
                      <a:r>
                        <a:rPr lang="en-IN">
                          <a:effectLst/>
                        </a:rPr>
                        <a:t>Easier to add helpers</a:t>
                      </a:r>
                    </a:p>
                  </a:txBody>
                  <a:tcPr anchor="ctr"/>
                </a:tc>
                <a:tc>
                  <a:txBody>
                    <a:bodyPr/>
                    <a:lstStyle/>
                    <a:p>
                      <a:pPr>
                        <a:buNone/>
                      </a:pPr>
                      <a:r>
                        <a:rPr lang="en-US" dirty="0">
                          <a:effectLst/>
                        </a:rPr>
                        <a:t>default helps but can hide behavior</a:t>
                      </a:r>
                    </a:p>
                  </a:txBody>
                  <a:tcPr anchor="ctr"/>
                </a:tc>
                <a:tc>
                  <a:txBody>
                    <a:bodyPr/>
                    <a:lstStyle/>
                    <a:p>
                      <a:pPr>
                        <a:buNone/>
                      </a:pPr>
                      <a:r>
                        <a:rPr lang="en-IN">
                          <a:effectLst/>
                        </a:rPr>
                        <a:t>Evolving API safely</a:t>
                      </a:r>
                    </a:p>
                  </a:txBody>
                  <a:tcPr anchor="ctr"/>
                </a:tc>
                <a:tc>
                  <a:txBody>
                    <a:bodyPr/>
                    <a:lstStyle/>
                    <a:p>
                      <a:pPr>
                        <a:buNone/>
                      </a:pPr>
                      <a:r>
                        <a:rPr lang="en-IN">
                          <a:effectLst/>
                        </a:rPr>
                        <a:t>Document changes</a:t>
                      </a:r>
                    </a:p>
                  </a:txBody>
                  <a:tcPr anchor="ctr"/>
                </a:tc>
                <a:extLst>
                  <a:ext uri="{0D108BD9-81ED-4DB2-BD59-A6C34878D82A}">
                    <a16:rowId xmlns:a16="http://schemas.microsoft.com/office/drawing/2014/main" val="2331344596"/>
                  </a:ext>
                </a:extLst>
              </a:tr>
              <a:tr h="370840">
                <a:tc>
                  <a:txBody>
                    <a:bodyPr/>
                    <a:lstStyle/>
                    <a:p>
                      <a:pPr>
                        <a:buNone/>
                      </a:pPr>
                      <a:r>
                        <a:rPr lang="en-IN" b="1">
                          <a:effectLst/>
                        </a:rPr>
                        <a:t>Testing</a:t>
                      </a:r>
                      <a:endParaRPr lang="en-IN">
                        <a:effectLst/>
                      </a:endParaRPr>
                    </a:p>
                  </a:txBody>
                  <a:tcPr anchor="ctr"/>
                </a:tc>
                <a:tc>
                  <a:txBody>
                    <a:bodyPr/>
                    <a:lstStyle/>
                    <a:p>
                      <a:pPr>
                        <a:buNone/>
                      </a:pPr>
                      <a:r>
                        <a:rPr lang="en-IN">
                          <a:effectLst/>
                        </a:rPr>
                        <a:t>Harder to mock directly</a:t>
                      </a:r>
                    </a:p>
                  </a:txBody>
                  <a:tcPr anchor="ctr"/>
                </a:tc>
                <a:tc>
                  <a:txBody>
                    <a:bodyPr/>
                    <a:lstStyle/>
                    <a:p>
                      <a:pPr>
                        <a:buNone/>
                      </a:pPr>
                      <a:r>
                        <a:rPr lang="en-IN">
                          <a:effectLst/>
                        </a:rPr>
                        <a:t>Easier to mock</a:t>
                      </a:r>
                    </a:p>
                  </a:txBody>
                  <a:tcPr anchor="ctr"/>
                </a:tc>
                <a:tc>
                  <a:txBody>
                    <a:bodyPr/>
                    <a:lstStyle/>
                    <a:p>
                      <a:pPr>
                        <a:buNone/>
                      </a:pPr>
                      <a:r>
                        <a:rPr lang="en-IN">
                          <a:effectLst/>
                        </a:rPr>
                        <a:t>Unit-test friendliness</a:t>
                      </a:r>
                    </a:p>
                  </a:txBody>
                  <a:tcPr anchor="ctr"/>
                </a:tc>
                <a:tc>
                  <a:txBody>
                    <a:bodyPr/>
                    <a:lstStyle/>
                    <a:p>
                      <a:pPr>
                        <a:buNone/>
                      </a:pPr>
                      <a:r>
                        <a:rPr lang="en-IN" dirty="0">
                          <a:effectLst/>
                        </a:rPr>
                        <a:t>Interface preferred for testability</a:t>
                      </a:r>
                    </a:p>
                  </a:txBody>
                  <a:tcPr anchor="ctr"/>
                </a:tc>
                <a:extLst>
                  <a:ext uri="{0D108BD9-81ED-4DB2-BD59-A6C34878D82A}">
                    <a16:rowId xmlns:a16="http://schemas.microsoft.com/office/drawing/2014/main" val="259582267"/>
                  </a:ext>
                </a:extLst>
              </a:tr>
            </a:tbl>
          </a:graphicData>
        </a:graphic>
      </p:graphicFrame>
      <p:sp>
        <p:nvSpPr>
          <p:cNvPr id="3" name="Date Placeholder 3">
            <a:extLst>
              <a:ext uri="{FF2B5EF4-FFF2-40B4-BE49-F238E27FC236}">
                <a16:creationId xmlns:a16="http://schemas.microsoft.com/office/drawing/2014/main" id="{3886EB01-9687-6B08-40BE-3CB68C4F086A}"/>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939150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6C66A-CBA6-0079-AA92-DC3F9CEF5CD4}"/>
              </a:ext>
            </a:extLst>
          </p:cNvPr>
          <p:cNvSpPr>
            <a:spLocks noGrp="1"/>
          </p:cNvSpPr>
          <p:nvPr>
            <p:ph type="title"/>
          </p:nvPr>
        </p:nvSpPr>
        <p:spPr/>
        <p:txBody>
          <a:bodyPr>
            <a:normAutofit/>
          </a:bodyPr>
          <a:lstStyle/>
          <a:p>
            <a:r>
              <a:rPr lang="en-IN" sz="2400" dirty="0"/>
              <a:t>Encapsulation</a:t>
            </a:r>
          </a:p>
        </p:txBody>
      </p:sp>
      <p:sp>
        <p:nvSpPr>
          <p:cNvPr id="3" name="Content Placeholder 2">
            <a:extLst>
              <a:ext uri="{FF2B5EF4-FFF2-40B4-BE49-F238E27FC236}">
                <a16:creationId xmlns:a16="http://schemas.microsoft.com/office/drawing/2014/main" id="{4EC07962-0631-36A6-C875-145366F76911}"/>
              </a:ext>
            </a:extLst>
          </p:cNvPr>
          <p:cNvSpPr>
            <a:spLocks noGrp="1"/>
          </p:cNvSpPr>
          <p:nvPr>
            <p:ph idx="1"/>
          </p:nvPr>
        </p:nvSpPr>
        <p:spPr>
          <a:xfrm>
            <a:off x="36726" y="1059445"/>
            <a:ext cx="11784691" cy="5730822"/>
          </a:xfrm>
        </p:spPr>
        <p:txBody>
          <a:bodyPr>
            <a:normAutofit/>
          </a:bodyPr>
          <a:lstStyle/>
          <a:p>
            <a:pPr marL="0" indent="0">
              <a:buNone/>
            </a:pPr>
            <a:r>
              <a:rPr lang="en-US" sz="1800" b="1" dirty="0">
                <a:solidFill>
                  <a:schemeClr val="bg1"/>
                </a:solidFill>
              </a:rPr>
              <a:t>Encapsulation</a:t>
            </a:r>
            <a:r>
              <a:rPr lang="en-US" sz="1800" dirty="0">
                <a:solidFill>
                  <a:schemeClr val="bg1"/>
                </a:solidFill>
              </a:rPr>
              <a:t> is the practice of wrapping an object’s internal data and the routines that operate on that data into a single unit, while exposing only a deliberately small, validated interface. It turns a class into a guarded module: callers interact through well-defined methods, not by poking at internal fields.</a:t>
            </a:r>
          </a:p>
          <a:p>
            <a:pPr marL="0" indent="0">
              <a:buNone/>
            </a:pPr>
            <a:endParaRPr lang="en-US" sz="1800" dirty="0">
              <a:solidFill>
                <a:schemeClr val="bg1"/>
              </a:solidFill>
            </a:endParaRPr>
          </a:p>
          <a:p>
            <a:pPr marL="0" indent="0">
              <a:buNone/>
            </a:pPr>
            <a:r>
              <a:rPr lang="en-US" sz="1800" b="1" dirty="0">
                <a:solidFill>
                  <a:schemeClr val="bg1"/>
                </a:solidFill>
              </a:rPr>
              <a:t>Core Ideas</a:t>
            </a:r>
          </a:p>
          <a:p>
            <a:pPr marL="0" indent="0">
              <a:buNone/>
            </a:pPr>
            <a:r>
              <a:rPr lang="en-US" sz="1800" b="1" dirty="0">
                <a:solidFill>
                  <a:schemeClr val="bg1"/>
                </a:solidFill>
              </a:rPr>
              <a:t>Ownership of state</a:t>
            </a:r>
            <a:r>
              <a:rPr lang="en-US" sz="1800" dirty="0">
                <a:solidFill>
                  <a:schemeClr val="bg1"/>
                </a:solidFill>
              </a:rPr>
              <a:t> — a class owns its fields and the rules that keep them valid; external code cannot directly mutate that state.</a:t>
            </a:r>
          </a:p>
          <a:p>
            <a:pPr marL="0" indent="0">
              <a:buNone/>
            </a:pPr>
            <a:endParaRPr lang="en-US" sz="1800" dirty="0">
              <a:solidFill>
                <a:schemeClr val="bg1"/>
              </a:solidFill>
            </a:endParaRPr>
          </a:p>
          <a:p>
            <a:pPr marL="0" indent="0">
              <a:buNone/>
            </a:pPr>
            <a:r>
              <a:rPr lang="en-US" sz="1800" b="1" dirty="0">
                <a:solidFill>
                  <a:schemeClr val="bg1"/>
                </a:solidFill>
              </a:rPr>
              <a:t>Controlled exposure </a:t>
            </a:r>
            <a:r>
              <a:rPr lang="en-US" sz="1800" dirty="0">
                <a:solidFill>
                  <a:schemeClr val="bg1"/>
                </a:solidFill>
              </a:rPr>
              <a:t>— only the methods you choose become the public face; everything else stays hidden or restricted.</a:t>
            </a:r>
          </a:p>
          <a:p>
            <a:pPr marL="0" indent="0">
              <a:buNone/>
            </a:pPr>
            <a:endParaRPr lang="en-US" sz="1800" dirty="0">
              <a:solidFill>
                <a:schemeClr val="bg1"/>
              </a:solidFill>
            </a:endParaRPr>
          </a:p>
          <a:p>
            <a:pPr marL="0" indent="0">
              <a:buNone/>
            </a:pPr>
            <a:r>
              <a:rPr lang="en-US" sz="1800" b="1" dirty="0">
                <a:solidFill>
                  <a:schemeClr val="bg1"/>
                </a:solidFill>
              </a:rPr>
              <a:t>Behavior-first API</a:t>
            </a:r>
            <a:r>
              <a:rPr lang="en-US" sz="1800" dirty="0">
                <a:solidFill>
                  <a:schemeClr val="bg1"/>
                </a:solidFill>
              </a:rPr>
              <a:t> — prefer methods that express intent (for example deposit(amount)) rather than raw setters that let callers break invariants.</a:t>
            </a:r>
          </a:p>
          <a:p>
            <a:pPr marL="0" indent="0">
              <a:buNone/>
            </a:pPr>
            <a:endParaRPr lang="en-US" sz="1800" dirty="0">
              <a:solidFill>
                <a:schemeClr val="bg1"/>
              </a:solidFill>
            </a:endParaRPr>
          </a:p>
          <a:p>
            <a:pPr marL="0" indent="0">
              <a:buNone/>
            </a:pPr>
            <a:r>
              <a:rPr lang="en-US" sz="1800" b="1" dirty="0">
                <a:solidFill>
                  <a:schemeClr val="bg1"/>
                </a:solidFill>
              </a:rPr>
              <a:t>Representation independence</a:t>
            </a:r>
            <a:r>
              <a:rPr lang="en-US" sz="1800" dirty="0">
                <a:solidFill>
                  <a:schemeClr val="bg1"/>
                </a:solidFill>
              </a:rPr>
              <a:t> — callers depend on the API, not on how data is stored, so you can change internals without breaking users.</a:t>
            </a:r>
            <a:endParaRPr lang="en-IN" sz="1800" dirty="0">
              <a:solidFill>
                <a:schemeClr val="bg1"/>
              </a:solidFill>
            </a:endParaRPr>
          </a:p>
        </p:txBody>
      </p:sp>
      <p:sp>
        <p:nvSpPr>
          <p:cNvPr id="4" name="Date Placeholder 3">
            <a:extLst>
              <a:ext uri="{FF2B5EF4-FFF2-40B4-BE49-F238E27FC236}">
                <a16:creationId xmlns:a16="http://schemas.microsoft.com/office/drawing/2014/main" id="{733F4439-7D46-4A8F-A65A-48A6CE13E320}"/>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803868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5A29B-8D3D-FCF4-BAA7-E66FE9C760FA}"/>
              </a:ext>
            </a:extLst>
          </p:cNvPr>
          <p:cNvSpPr>
            <a:spLocks noGrp="1"/>
          </p:cNvSpPr>
          <p:nvPr>
            <p:ph type="title"/>
          </p:nvPr>
        </p:nvSpPr>
        <p:spPr/>
        <p:txBody>
          <a:bodyPr>
            <a:normAutofit/>
          </a:bodyPr>
          <a:lstStyle/>
          <a:p>
            <a:r>
              <a:rPr lang="en-IN" sz="2400" dirty="0"/>
              <a:t>Encapsulation</a:t>
            </a:r>
          </a:p>
        </p:txBody>
      </p:sp>
      <p:sp>
        <p:nvSpPr>
          <p:cNvPr id="3" name="Content Placeholder 2">
            <a:extLst>
              <a:ext uri="{FF2B5EF4-FFF2-40B4-BE49-F238E27FC236}">
                <a16:creationId xmlns:a16="http://schemas.microsoft.com/office/drawing/2014/main" id="{E6FDC14C-B8A5-E674-1356-3620C94064E2}"/>
              </a:ext>
            </a:extLst>
          </p:cNvPr>
          <p:cNvSpPr>
            <a:spLocks noGrp="1"/>
          </p:cNvSpPr>
          <p:nvPr>
            <p:ph idx="1"/>
          </p:nvPr>
        </p:nvSpPr>
        <p:spPr>
          <a:xfrm>
            <a:off x="36726" y="1059445"/>
            <a:ext cx="11784691" cy="5721882"/>
          </a:xfrm>
        </p:spPr>
        <p:txBody>
          <a:bodyPr>
            <a:noAutofit/>
          </a:bodyPr>
          <a:lstStyle/>
          <a:p>
            <a:pPr marL="0" indent="0">
              <a:buNone/>
            </a:pPr>
            <a:endParaRPr lang="en-US" sz="1400" dirty="0">
              <a:solidFill>
                <a:schemeClr val="bg1"/>
              </a:solidFill>
            </a:endParaRPr>
          </a:p>
          <a:p>
            <a:pPr marL="0" indent="0">
              <a:buNone/>
            </a:pPr>
            <a:r>
              <a:rPr lang="en-US" sz="1400" dirty="0">
                <a:solidFill>
                  <a:schemeClr val="bg1"/>
                </a:solidFill>
              </a:rPr>
              <a:t>    </a:t>
            </a:r>
            <a:endParaRPr lang="en-IN" sz="1400" dirty="0">
              <a:solidFill>
                <a:schemeClr val="bg1"/>
              </a:solidFill>
            </a:endParaRPr>
          </a:p>
        </p:txBody>
      </p:sp>
      <p:sp>
        <p:nvSpPr>
          <p:cNvPr id="4" name="TextBox 3">
            <a:extLst>
              <a:ext uri="{FF2B5EF4-FFF2-40B4-BE49-F238E27FC236}">
                <a16:creationId xmlns:a16="http://schemas.microsoft.com/office/drawing/2014/main" id="{B7E9B132-431E-99DA-F38C-2C52CDCC559C}"/>
              </a:ext>
            </a:extLst>
          </p:cNvPr>
          <p:cNvSpPr txBox="1"/>
          <p:nvPr/>
        </p:nvSpPr>
        <p:spPr>
          <a:xfrm>
            <a:off x="79513" y="889843"/>
            <a:ext cx="5787414" cy="5909310"/>
          </a:xfrm>
          <a:prstGeom prst="rect">
            <a:avLst/>
          </a:prstGeom>
          <a:noFill/>
          <a:ln>
            <a:solidFill>
              <a:schemeClr val="tx1">
                <a:lumMod val="85000"/>
              </a:schemeClr>
            </a:solidFill>
          </a:ln>
        </p:spPr>
        <p:txBody>
          <a:bodyPr wrap="square" rtlCol="0">
            <a:spAutoFit/>
          </a:bodyPr>
          <a:lstStyle/>
          <a:p>
            <a:r>
              <a:rPr lang="en-US" sz="1400" dirty="0">
                <a:solidFill>
                  <a:schemeClr val="bg1"/>
                </a:solidFill>
              </a:rPr>
              <a:t>// Account.java</a:t>
            </a:r>
          </a:p>
          <a:p>
            <a:r>
              <a:rPr lang="en-US" sz="1400" dirty="0">
                <a:solidFill>
                  <a:schemeClr val="bg1"/>
                </a:solidFill>
              </a:rPr>
              <a:t>import </a:t>
            </a:r>
            <a:r>
              <a:rPr lang="en-US" sz="1400" dirty="0" err="1">
                <a:solidFill>
                  <a:schemeClr val="bg1"/>
                </a:solidFill>
              </a:rPr>
              <a:t>java.util.Objects</a:t>
            </a:r>
            <a:r>
              <a:rPr lang="en-US" sz="1400" dirty="0">
                <a:solidFill>
                  <a:schemeClr val="bg1"/>
                </a:solidFill>
              </a:rPr>
              <a:t>;</a:t>
            </a:r>
          </a:p>
          <a:p>
            <a:endParaRPr lang="en-US" sz="1400" dirty="0">
              <a:solidFill>
                <a:schemeClr val="bg1"/>
              </a:solidFill>
            </a:endParaRPr>
          </a:p>
          <a:p>
            <a:r>
              <a:rPr lang="en-US" sz="1400" dirty="0">
                <a:solidFill>
                  <a:schemeClr val="bg1"/>
                </a:solidFill>
              </a:rPr>
              <a:t>public class Account {</a:t>
            </a:r>
          </a:p>
          <a:p>
            <a:r>
              <a:rPr lang="en-US" sz="1400" dirty="0">
                <a:solidFill>
                  <a:schemeClr val="bg1"/>
                </a:solidFill>
              </a:rPr>
              <a:t>    private final String owner; // identity is immutable</a:t>
            </a:r>
          </a:p>
          <a:p>
            <a:r>
              <a:rPr lang="en-US" sz="1400" dirty="0">
                <a:solidFill>
                  <a:schemeClr val="bg1"/>
                </a:solidFill>
              </a:rPr>
              <a:t>    private double balance;     // mutable state guarded by methods</a:t>
            </a:r>
          </a:p>
          <a:p>
            <a:endParaRPr lang="en-US" sz="1400" dirty="0">
              <a:solidFill>
                <a:schemeClr val="bg1"/>
              </a:solidFill>
            </a:endParaRPr>
          </a:p>
          <a:p>
            <a:r>
              <a:rPr lang="en-US" sz="1400" dirty="0">
                <a:solidFill>
                  <a:schemeClr val="bg1"/>
                </a:solidFill>
              </a:rPr>
              <a:t>    public Account(String owner, double </a:t>
            </a:r>
            <a:r>
              <a:rPr lang="en-US" sz="1400" dirty="0" err="1">
                <a:solidFill>
                  <a:schemeClr val="bg1"/>
                </a:solidFill>
              </a:rPr>
              <a:t>initialBalance</a:t>
            </a:r>
            <a:r>
              <a:rPr lang="en-US" sz="1400" dirty="0">
                <a:solidFill>
                  <a:schemeClr val="bg1"/>
                </a:solidFill>
              </a:rPr>
              <a:t>) {</a:t>
            </a:r>
          </a:p>
          <a:p>
            <a:r>
              <a:rPr lang="en-US" sz="1400" dirty="0">
                <a:solidFill>
                  <a:schemeClr val="bg1"/>
                </a:solidFill>
              </a:rPr>
              <a:t>        </a:t>
            </a:r>
            <a:r>
              <a:rPr lang="en-US" sz="1400" dirty="0" err="1">
                <a:solidFill>
                  <a:schemeClr val="bg1"/>
                </a:solidFill>
              </a:rPr>
              <a:t>this.owner</a:t>
            </a:r>
            <a:r>
              <a:rPr lang="en-US" sz="1400" dirty="0">
                <a:solidFill>
                  <a:schemeClr val="bg1"/>
                </a:solidFill>
              </a:rPr>
              <a:t> = </a:t>
            </a:r>
            <a:r>
              <a:rPr lang="en-US" sz="1400" dirty="0" err="1">
                <a:solidFill>
                  <a:schemeClr val="bg1"/>
                </a:solidFill>
              </a:rPr>
              <a:t>Objects.requireNonNull</a:t>
            </a:r>
            <a:r>
              <a:rPr lang="en-US" sz="1400" dirty="0">
                <a:solidFill>
                  <a:schemeClr val="bg1"/>
                </a:solidFill>
              </a:rPr>
              <a:t>(owner, "owner required");</a:t>
            </a:r>
          </a:p>
          <a:p>
            <a:r>
              <a:rPr lang="en-US" sz="1400" dirty="0">
                <a:solidFill>
                  <a:schemeClr val="bg1"/>
                </a:solidFill>
              </a:rPr>
              <a:t>        </a:t>
            </a:r>
            <a:r>
              <a:rPr lang="en-US" sz="1400" dirty="0" err="1">
                <a:solidFill>
                  <a:schemeClr val="bg1"/>
                </a:solidFill>
              </a:rPr>
              <a:t>setBalance</a:t>
            </a:r>
            <a:r>
              <a:rPr lang="en-US" sz="1400" dirty="0">
                <a:solidFill>
                  <a:schemeClr val="bg1"/>
                </a:solidFill>
              </a:rPr>
              <a:t>(</a:t>
            </a:r>
            <a:r>
              <a:rPr lang="en-US" sz="1400" dirty="0" err="1">
                <a:solidFill>
                  <a:schemeClr val="bg1"/>
                </a:solidFill>
              </a:rPr>
              <a:t>initialBalance</a:t>
            </a:r>
            <a:r>
              <a:rPr lang="en-US" sz="1400" dirty="0">
                <a:solidFill>
                  <a:schemeClr val="bg1"/>
                </a:solidFill>
              </a:rPr>
              <a:t>); // reuse validation</a:t>
            </a:r>
          </a:p>
          <a:p>
            <a:r>
              <a:rPr lang="en-US" sz="1400" dirty="0">
                <a:solidFill>
                  <a:schemeClr val="bg1"/>
                </a:solidFill>
              </a:rPr>
              <a:t>    }</a:t>
            </a:r>
          </a:p>
          <a:p>
            <a:endParaRPr lang="en-US" sz="1400" dirty="0">
              <a:solidFill>
                <a:schemeClr val="bg1"/>
              </a:solidFill>
            </a:endParaRPr>
          </a:p>
          <a:p>
            <a:r>
              <a:rPr lang="en-US" sz="1400" dirty="0">
                <a:solidFill>
                  <a:schemeClr val="bg1"/>
                </a:solidFill>
              </a:rPr>
              <a:t>    public String </a:t>
            </a:r>
            <a:r>
              <a:rPr lang="en-US" sz="1400" dirty="0" err="1">
                <a:solidFill>
                  <a:schemeClr val="bg1"/>
                </a:solidFill>
              </a:rPr>
              <a:t>getOwner</a:t>
            </a:r>
            <a:r>
              <a:rPr lang="en-US" sz="1400" dirty="0">
                <a:solidFill>
                  <a:schemeClr val="bg1"/>
                </a:solidFill>
              </a:rPr>
              <a:t>() {</a:t>
            </a:r>
          </a:p>
          <a:p>
            <a:r>
              <a:rPr lang="en-US" sz="1400" dirty="0">
                <a:solidFill>
                  <a:schemeClr val="bg1"/>
                </a:solidFill>
              </a:rPr>
              <a:t>        return owner;</a:t>
            </a:r>
          </a:p>
          <a:p>
            <a:r>
              <a:rPr lang="en-US" sz="1400" dirty="0">
                <a:solidFill>
                  <a:schemeClr val="bg1"/>
                </a:solidFill>
              </a:rPr>
              <a:t>    }</a:t>
            </a:r>
          </a:p>
          <a:p>
            <a:r>
              <a:rPr lang="en-US" sz="1400" dirty="0">
                <a:solidFill>
                  <a:schemeClr val="bg1"/>
                </a:solidFill>
              </a:rPr>
              <a:t>    </a:t>
            </a:r>
          </a:p>
          <a:p>
            <a:r>
              <a:rPr lang="en-US" sz="1400" dirty="0">
                <a:solidFill>
                  <a:schemeClr val="bg1"/>
                </a:solidFill>
              </a:rPr>
              <a:t>    public synchronized double </a:t>
            </a:r>
            <a:r>
              <a:rPr lang="en-US" sz="1400" dirty="0" err="1">
                <a:solidFill>
                  <a:schemeClr val="bg1"/>
                </a:solidFill>
              </a:rPr>
              <a:t>getBalance</a:t>
            </a:r>
            <a:r>
              <a:rPr lang="en-US" sz="1400" dirty="0">
                <a:solidFill>
                  <a:schemeClr val="bg1"/>
                </a:solidFill>
              </a:rPr>
              <a:t>() { </a:t>
            </a:r>
          </a:p>
          <a:p>
            <a:r>
              <a:rPr lang="en-US" sz="1400" dirty="0">
                <a:solidFill>
                  <a:schemeClr val="bg1"/>
                </a:solidFill>
              </a:rPr>
              <a:t>        return balance;</a:t>
            </a:r>
          </a:p>
          <a:p>
            <a:r>
              <a:rPr lang="en-US" sz="1400" dirty="0">
                <a:solidFill>
                  <a:schemeClr val="bg1"/>
                </a:solidFill>
              </a:rPr>
              <a:t>    }</a:t>
            </a:r>
          </a:p>
          <a:p>
            <a:endParaRPr lang="en-US" sz="1400" dirty="0">
              <a:solidFill>
                <a:schemeClr val="bg1"/>
              </a:solidFill>
            </a:endParaRPr>
          </a:p>
          <a:p>
            <a:r>
              <a:rPr lang="en-US" sz="1400" dirty="0">
                <a:solidFill>
                  <a:schemeClr val="bg1"/>
                </a:solidFill>
              </a:rPr>
              <a:t>    // private setter enforces invariant and is not exposed publicly</a:t>
            </a:r>
          </a:p>
          <a:p>
            <a:r>
              <a:rPr lang="en-US" sz="1400" dirty="0">
                <a:solidFill>
                  <a:schemeClr val="bg1"/>
                </a:solidFill>
              </a:rPr>
              <a:t>    private void </a:t>
            </a:r>
            <a:r>
              <a:rPr lang="en-US" sz="1400" dirty="0" err="1">
                <a:solidFill>
                  <a:schemeClr val="bg1"/>
                </a:solidFill>
              </a:rPr>
              <a:t>setBalance</a:t>
            </a:r>
            <a:r>
              <a:rPr lang="en-US" sz="1400" dirty="0">
                <a:solidFill>
                  <a:schemeClr val="bg1"/>
                </a:solidFill>
              </a:rPr>
              <a:t>(double amount) {</a:t>
            </a:r>
          </a:p>
          <a:p>
            <a:r>
              <a:rPr lang="en-US" sz="1400" dirty="0">
                <a:solidFill>
                  <a:schemeClr val="bg1"/>
                </a:solidFill>
              </a:rPr>
              <a:t>        if (amount &lt; 0) throw new </a:t>
            </a:r>
            <a:r>
              <a:rPr lang="en-US" sz="1400" dirty="0" err="1">
                <a:solidFill>
                  <a:schemeClr val="bg1"/>
                </a:solidFill>
              </a:rPr>
              <a:t>IllegalArgumentException</a:t>
            </a:r>
            <a:r>
              <a:rPr lang="en-US" sz="1400" dirty="0">
                <a:solidFill>
                  <a:schemeClr val="bg1"/>
                </a:solidFill>
              </a:rPr>
              <a:t>("Balance 					cannot be negative");</a:t>
            </a:r>
          </a:p>
          <a:p>
            <a:r>
              <a:rPr lang="en-US" sz="1400" dirty="0">
                <a:solidFill>
                  <a:schemeClr val="bg1"/>
                </a:solidFill>
              </a:rPr>
              <a:t>        </a:t>
            </a:r>
            <a:r>
              <a:rPr lang="en-US" sz="1400" dirty="0" err="1">
                <a:solidFill>
                  <a:schemeClr val="bg1"/>
                </a:solidFill>
              </a:rPr>
              <a:t>this.balance</a:t>
            </a:r>
            <a:r>
              <a:rPr lang="en-US" sz="1400" dirty="0">
                <a:solidFill>
                  <a:schemeClr val="bg1"/>
                </a:solidFill>
              </a:rPr>
              <a:t> = amount;</a:t>
            </a:r>
          </a:p>
          <a:p>
            <a:r>
              <a:rPr lang="en-US" sz="1400" dirty="0">
                <a:solidFill>
                  <a:schemeClr val="bg1"/>
                </a:solidFill>
              </a:rPr>
              <a:t>    }</a:t>
            </a:r>
          </a:p>
          <a:p>
            <a:endParaRPr lang="en-US" sz="1400" dirty="0">
              <a:solidFill>
                <a:schemeClr val="bg1"/>
              </a:solidFill>
            </a:endParaRPr>
          </a:p>
        </p:txBody>
      </p:sp>
      <p:sp>
        <p:nvSpPr>
          <p:cNvPr id="5" name="TextBox 4">
            <a:extLst>
              <a:ext uri="{FF2B5EF4-FFF2-40B4-BE49-F238E27FC236}">
                <a16:creationId xmlns:a16="http://schemas.microsoft.com/office/drawing/2014/main" id="{7CA4A9F4-0715-F1D5-9938-AFEF4470043A}"/>
              </a:ext>
            </a:extLst>
          </p:cNvPr>
          <p:cNvSpPr txBox="1"/>
          <p:nvPr/>
        </p:nvSpPr>
        <p:spPr>
          <a:xfrm>
            <a:off x="6034003" y="889843"/>
            <a:ext cx="5787414" cy="5509200"/>
          </a:xfrm>
          <a:prstGeom prst="rect">
            <a:avLst/>
          </a:prstGeom>
          <a:noFill/>
          <a:ln>
            <a:solidFill>
              <a:schemeClr val="tx1">
                <a:lumMod val="85000"/>
              </a:schemeClr>
            </a:solidFill>
          </a:ln>
        </p:spPr>
        <p:txBody>
          <a:bodyPr wrap="square" rtlCol="0">
            <a:spAutoFit/>
          </a:bodyPr>
          <a:lstStyle/>
          <a:p>
            <a:r>
              <a:rPr lang="en-US" sz="1600" dirty="0">
                <a:solidFill>
                  <a:schemeClr val="bg1"/>
                </a:solidFill>
              </a:rPr>
              <a:t>    // behavior method that enforces rules instead of exposing raw setter</a:t>
            </a:r>
          </a:p>
          <a:p>
            <a:r>
              <a:rPr lang="en-US" sz="1600" dirty="0">
                <a:solidFill>
                  <a:schemeClr val="bg1"/>
                </a:solidFill>
              </a:rPr>
              <a:t>    public synchronized void deposit(double amount) {</a:t>
            </a:r>
          </a:p>
          <a:p>
            <a:r>
              <a:rPr lang="en-US" sz="1600" dirty="0">
                <a:solidFill>
                  <a:schemeClr val="bg1"/>
                </a:solidFill>
              </a:rPr>
              <a:t>        if (amount &lt;= 0) throw new </a:t>
            </a:r>
            <a:r>
              <a:rPr lang="en-US" sz="1600" dirty="0" err="1">
                <a:solidFill>
                  <a:schemeClr val="bg1"/>
                </a:solidFill>
              </a:rPr>
              <a:t>IllegalArgumentException</a:t>
            </a:r>
            <a:r>
              <a:rPr lang="en-US" sz="1600" dirty="0">
                <a:solidFill>
                  <a:schemeClr val="bg1"/>
                </a:solidFill>
              </a:rPr>
              <a:t>("Deposit must be positive");</a:t>
            </a:r>
          </a:p>
          <a:p>
            <a:r>
              <a:rPr lang="en-US" sz="1600" dirty="0">
                <a:solidFill>
                  <a:schemeClr val="bg1"/>
                </a:solidFill>
              </a:rPr>
              <a:t>        </a:t>
            </a:r>
            <a:r>
              <a:rPr lang="en-US" sz="1600" dirty="0" err="1">
                <a:solidFill>
                  <a:schemeClr val="bg1"/>
                </a:solidFill>
              </a:rPr>
              <a:t>setBalance</a:t>
            </a:r>
            <a:r>
              <a:rPr lang="en-US" sz="1600" dirty="0">
                <a:solidFill>
                  <a:schemeClr val="bg1"/>
                </a:solidFill>
              </a:rPr>
              <a:t>(</a:t>
            </a:r>
            <a:r>
              <a:rPr lang="en-US" sz="1600" dirty="0" err="1">
                <a:solidFill>
                  <a:schemeClr val="bg1"/>
                </a:solidFill>
              </a:rPr>
              <a:t>this.balance</a:t>
            </a:r>
            <a:r>
              <a:rPr lang="en-US" sz="1600" dirty="0">
                <a:solidFill>
                  <a:schemeClr val="bg1"/>
                </a:solidFill>
              </a:rPr>
              <a:t> + amount);</a:t>
            </a:r>
          </a:p>
          <a:p>
            <a:r>
              <a:rPr lang="en-US" sz="1600" dirty="0">
                <a:solidFill>
                  <a:schemeClr val="bg1"/>
                </a:solidFill>
              </a:rPr>
              <a:t>    }</a:t>
            </a:r>
          </a:p>
          <a:p>
            <a:endParaRPr lang="en-US" sz="1600" dirty="0">
              <a:solidFill>
                <a:schemeClr val="bg1"/>
              </a:solidFill>
            </a:endParaRPr>
          </a:p>
          <a:p>
            <a:r>
              <a:rPr lang="en-US" sz="1600" dirty="0">
                <a:solidFill>
                  <a:schemeClr val="bg1"/>
                </a:solidFill>
              </a:rPr>
              <a:t>    public synchronized void withdraw(double amount) {</a:t>
            </a:r>
          </a:p>
          <a:p>
            <a:r>
              <a:rPr lang="en-US" sz="1600" dirty="0">
                <a:solidFill>
                  <a:schemeClr val="bg1"/>
                </a:solidFill>
              </a:rPr>
              <a:t>        if (amount &lt;= 0) throw new </a:t>
            </a:r>
            <a:r>
              <a:rPr lang="en-US" sz="1600" dirty="0" err="1">
                <a:solidFill>
                  <a:schemeClr val="bg1"/>
                </a:solidFill>
              </a:rPr>
              <a:t>IllegalArgumentException</a:t>
            </a:r>
            <a:r>
              <a:rPr lang="en-US" sz="1600" dirty="0">
                <a:solidFill>
                  <a:schemeClr val="bg1"/>
                </a:solidFill>
              </a:rPr>
              <a:t>("Withdraw must be positive");</a:t>
            </a:r>
          </a:p>
          <a:p>
            <a:r>
              <a:rPr lang="en-US" sz="1600" dirty="0">
                <a:solidFill>
                  <a:schemeClr val="bg1"/>
                </a:solidFill>
              </a:rPr>
              <a:t>        if (amount &gt; balance) throw new </a:t>
            </a:r>
            <a:r>
              <a:rPr lang="en-US" sz="1600" dirty="0" err="1">
                <a:solidFill>
                  <a:schemeClr val="bg1"/>
                </a:solidFill>
              </a:rPr>
              <a:t>IllegalStateException</a:t>
            </a:r>
            <a:r>
              <a:rPr lang="en-US" sz="1600" dirty="0">
                <a:solidFill>
                  <a:schemeClr val="bg1"/>
                </a:solidFill>
              </a:rPr>
              <a:t>("Insufficient funds");</a:t>
            </a:r>
          </a:p>
          <a:p>
            <a:r>
              <a:rPr lang="en-US" sz="1600" dirty="0">
                <a:solidFill>
                  <a:schemeClr val="bg1"/>
                </a:solidFill>
              </a:rPr>
              <a:t>        </a:t>
            </a:r>
            <a:r>
              <a:rPr lang="en-US" sz="1600" dirty="0" err="1">
                <a:solidFill>
                  <a:schemeClr val="bg1"/>
                </a:solidFill>
              </a:rPr>
              <a:t>setBalance</a:t>
            </a:r>
            <a:r>
              <a:rPr lang="en-US" sz="1600" dirty="0">
                <a:solidFill>
                  <a:schemeClr val="bg1"/>
                </a:solidFill>
              </a:rPr>
              <a:t>(</a:t>
            </a:r>
            <a:r>
              <a:rPr lang="en-US" sz="1600" dirty="0" err="1">
                <a:solidFill>
                  <a:schemeClr val="bg1"/>
                </a:solidFill>
              </a:rPr>
              <a:t>this.balance</a:t>
            </a:r>
            <a:r>
              <a:rPr lang="en-US" sz="1600" dirty="0">
                <a:solidFill>
                  <a:schemeClr val="bg1"/>
                </a:solidFill>
              </a:rPr>
              <a:t> - amount);</a:t>
            </a:r>
          </a:p>
          <a:p>
            <a:r>
              <a:rPr lang="en-US" sz="1600" dirty="0">
                <a:solidFill>
                  <a:schemeClr val="bg1"/>
                </a:solidFill>
              </a:rPr>
              <a:t>    }</a:t>
            </a:r>
          </a:p>
          <a:p>
            <a:endParaRPr lang="en-US" sz="1600" dirty="0">
              <a:solidFill>
                <a:schemeClr val="bg1"/>
              </a:solidFill>
            </a:endParaRPr>
          </a:p>
          <a:p>
            <a:r>
              <a:rPr lang="en-US" sz="1600" dirty="0">
                <a:solidFill>
                  <a:schemeClr val="bg1"/>
                </a:solidFill>
              </a:rPr>
              <a:t>    @Override</a:t>
            </a:r>
          </a:p>
          <a:p>
            <a:r>
              <a:rPr lang="en-US" sz="1600" dirty="0">
                <a:solidFill>
                  <a:schemeClr val="bg1"/>
                </a:solidFill>
              </a:rPr>
              <a:t>    public String </a:t>
            </a:r>
            <a:r>
              <a:rPr lang="en-US" sz="1600" dirty="0" err="1">
                <a:solidFill>
                  <a:schemeClr val="bg1"/>
                </a:solidFill>
              </a:rPr>
              <a:t>toString</a:t>
            </a:r>
            <a:r>
              <a:rPr lang="en-US" sz="1600" dirty="0">
                <a:solidFill>
                  <a:schemeClr val="bg1"/>
                </a:solidFill>
              </a:rPr>
              <a:t>() {</a:t>
            </a:r>
          </a:p>
          <a:p>
            <a:r>
              <a:rPr lang="en-US" sz="1600" dirty="0">
                <a:solidFill>
                  <a:schemeClr val="bg1"/>
                </a:solidFill>
              </a:rPr>
              <a:t>        return "Account{owner='" + owner + "', balance=" + balance + "}";</a:t>
            </a:r>
          </a:p>
          <a:p>
            <a:r>
              <a:rPr lang="en-US" sz="1600" dirty="0">
                <a:solidFill>
                  <a:schemeClr val="bg1"/>
                </a:solidFill>
              </a:rPr>
              <a:t>    }</a:t>
            </a:r>
          </a:p>
          <a:p>
            <a:r>
              <a:rPr lang="en-US" sz="1600" dirty="0">
                <a:solidFill>
                  <a:schemeClr val="bg1"/>
                </a:solidFill>
              </a:rPr>
              <a:t>}</a:t>
            </a:r>
          </a:p>
        </p:txBody>
      </p:sp>
      <p:sp>
        <p:nvSpPr>
          <p:cNvPr id="6" name="Date Placeholder 3">
            <a:extLst>
              <a:ext uri="{FF2B5EF4-FFF2-40B4-BE49-F238E27FC236}">
                <a16:creationId xmlns:a16="http://schemas.microsoft.com/office/drawing/2014/main" id="{4AA015F3-66C4-B7CA-5E87-52AC08895515}"/>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691838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8A030-BE90-6A4B-BD2E-060200D3CB09}"/>
              </a:ext>
            </a:extLst>
          </p:cNvPr>
          <p:cNvSpPr>
            <a:spLocks noGrp="1"/>
          </p:cNvSpPr>
          <p:nvPr>
            <p:ph type="title"/>
          </p:nvPr>
        </p:nvSpPr>
        <p:spPr/>
        <p:txBody>
          <a:bodyPr>
            <a:normAutofit/>
          </a:bodyPr>
          <a:lstStyle/>
          <a:p>
            <a:r>
              <a:rPr lang="en-IN" sz="2400" dirty="0"/>
              <a:t>Encapsulation {</a:t>
            </a:r>
            <a:r>
              <a:rPr lang="en-IN" sz="2000" dirty="0"/>
              <a:t>Access modifiers</a:t>
            </a:r>
            <a:r>
              <a:rPr lang="en-IN" sz="2400" dirty="0"/>
              <a:t>}</a:t>
            </a:r>
          </a:p>
        </p:txBody>
      </p:sp>
      <p:sp>
        <p:nvSpPr>
          <p:cNvPr id="3" name="Content Placeholder 2">
            <a:extLst>
              <a:ext uri="{FF2B5EF4-FFF2-40B4-BE49-F238E27FC236}">
                <a16:creationId xmlns:a16="http://schemas.microsoft.com/office/drawing/2014/main" id="{BC12B12F-178F-F998-ADC0-935C4A67DEE3}"/>
              </a:ext>
            </a:extLst>
          </p:cNvPr>
          <p:cNvSpPr>
            <a:spLocks noGrp="1"/>
          </p:cNvSpPr>
          <p:nvPr>
            <p:ph idx="1"/>
          </p:nvPr>
        </p:nvSpPr>
        <p:spPr/>
        <p:txBody>
          <a:bodyPr>
            <a:normAutofit/>
          </a:bodyPr>
          <a:lstStyle/>
          <a:p>
            <a:pPr marL="0" indent="0">
              <a:buNone/>
            </a:pPr>
            <a:r>
              <a:rPr lang="en-IN" sz="1800" b="1" dirty="0">
                <a:solidFill>
                  <a:schemeClr val="bg1"/>
                </a:solidFill>
              </a:rPr>
              <a:t>Access Modifiers</a:t>
            </a:r>
          </a:p>
          <a:p>
            <a:pPr marL="0" indent="0">
              <a:buNone/>
            </a:pPr>
            <a:r>
              <a:rPr lang="en-US" sz="1800" dirty="0">
                <a:solidFill>
                  <a:schemeClr val="bg1"/>
                </a:solidFill>
              </a:rPr>
              <a:t>Access modifiers determine which code can see or call a class, field, method, or constructor. Java offers four visibility levels that progressively restrict access from everywhere to only inside the declaring class.</a:t>
            </a:r>
          </a:p>
          <a:p>
            <a:pPr marL="0" indent="0">
              <a:buNone/>
            </a:pPr>
            <a:endParaRPr lang="en-US" sz="1800" b="1" dirty="0">
              <a:solidFill>
                <a:schemeClr val="bg1"/>
              </a:solidFill>
            </a:endParaRPr>
          </a:p>
          <a:p>
            <a:pPr marL="0" indent="0">
              <a:buNone/>
            </a:pPr>
            <a:r>
              <a:rPr lang="en-US" sz="1800" b="1" dirty="0">
                <a:solidFill>
                  <a:schemeClr val="bg1"/>
                </a:solidFill>
              </a:rPr>
              <a:t>Visibility summary</a:t>
            </a:r>
          </a:p>
          <a:p>
            <a:pPr marL="0" indent="0">
              <a:buNone/>
            </a:pPr>
            <a:r>
              <a:rPr lang="en-US" sz="1800" b="1" dirty="0">
                <a:solidFill>
                  <a:schemeClr val="bg1"/>
                </a:solidFill>
              </a:rPr>
              <a:t>public</a:t>
            </a:r>
            <a:r>
              <a:rPr lang="en-US" sz="1800" dirty="0">
                <a:solidFill>
                  <a:schemeClr val="bg1"/>
                </a:solidFill>
              </a:rPr>
              <a:t> — visible from any package; use for APIs and entry points.</a:t>
            </a:r>
            <a:br>
              <a:rPr lang="en-US" sz="1800" dirty="0">
                <a:solidFill>
                  <a:schemeClr val="bg1"/>
                </a:solidFill>
              </a:rPr>
            </a:br>
            <a:endParaRPr lang="en-US" sz="1800" dirty="0">
              <a:solidFill>
                <a:schemeClr val="bg1"/>
              </a:solidFill>
            </a:endParaRPr>
          </a:p>
          <a:p>
            <a:pPr marL="0" indent="0">
              <a:buNone/>
            </a:pPr>
            <a:r>
              <a:rPr lang="en-US" sz="1800" b="1" dirty="0">
                <a:solidFill>
                  <a:schemeClr val="bg1"/>
                </a:solidFill>
              </a:rPr>
              <a:t>protected</a:t>
            </a:r>
            <a:r>
              <a:rPr lang="en-US" sz="1800" dirty="0">
                <a:solidFill>
                  <a:schemeClr val="bg1"/>
                </a:solidFill>
              </a:rPr>
              <a:t> — visible to classes in the same package and to subclasses (even in other packages); useful for controlled subclass access.</a:t>
            </a:r>
            <a:br>
              <a:rPr lang="en-US" sz="1800" dirty="0">
                <a:solidFill>
                  <a:schemeClr val="bg1"/>
                </a:solidFill>
              </a:rPr>
            </a:br>
            <a:endParaRPr lang="en-US" sz="1800" dirty="0">
              <a:solidFill>
                <a:schemeClr val="bg1"/>
              </a:solidFill>
            </a:endParaRPr>
          </a:p>
          <a:p>
            <a:pPr marL="0" indent="0">
              <a:buNone/>
            </a:pPr>
            <a:r>
              <a:rPr lang="en-US" sz="1800" b="1" dirty="0">
                <a:solidFill>
                  <a:schemeClr val="bg1"/>
                </a:solidFill>
              </a:rPr>
              <a:t>default (package-private)</a:t>
            </a:r>
            <a:r>
              <a:rPr lang="en-US" sz="1800" dirty="0">
                <a:solidFill>
                  <a:schemeClr val="bg1"/>
                </a:solidFill>
              </a:rPr>
              <a:t> — no keyword; visible only to other types in the same package; good for internal module helpers.</a:t>
            </a:r>
            <a:br>
              <a:rPr lang="en-US" sz="1800" dirty="0">
                <a:solidFill>
                  <a:schemeClr val="bg1"/>
                </a:solidFill>
              </a:rPr>
            </a:br>
            <a:endParaRPr lang="en-US" sz="1800" dirty="0">
              <a:solidFill>
                <a:schemeClr val="bg1"/>
              </a:solidFill>
            </a:endParaRPr>
          </a:p>
          <a:p>
            <a:pPr marL="0" indent="0">
              <a:buNone/>
            </a:pPr>
            <a:r>
              <a:rPr lang="en-US" sz="1800" b="1" dirty="0">
                <a:solidFill>
                  <a:schemeClr val="bg1"/>
                </a:solidFill>
              </a:rPr>
              <a:t>private</a:t>
            </a:r>
            <a:r>
              <a:rPr lang="en-US" sz="1800" dirty="0">
                <a:solidFill>
                  <a:schemeClr val="bg1"/>
                </a:solidFill>
              </a:rPr>
              <a:t> — visible only inside the declaring class; the primary tool for hiding implementation details.</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35878961-2A1F-47AF-C61F-4B4FED3E7D1F}"/>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223618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8F81D-DF22-26D4-207E-8FD2A66823ED}"/>
              </a:ext>
            </a:extLst>
          </p:cNvPr>
          <p:cNvSpPr>
            <a:spLocks noGrp="1"/>
          </p:cNvSpPr>
          <p:nvPr>
            <p:ph type="title"/>
          </p:nvPr>
        </p:nvSpPr>
        <p:spPr/>
        <p:txBody>
          <a:bodyPr>
            <a:normAutofit/>
          </a:bodyPr>
          <a:lstStyle/>
          <a:p>
            <a:r>
              <a:rPr lang="en-IN" sz="2400" dirty="0"/>
              <a:t>Encapsulation {</a:t>
            </a:r>
            <a:r>
              <a:rPr lang="en-IN" sz="2000" dirty="0"/>
              <a:t>Access Modifier</a:t>
            </a:r>
            <a:r>
              <a:rPr lang="en-IN" sz="2400" dirty="0"/>
              <a:t>}</a:t>
            </a:r>
          </a:p>
        </p:txBody>
      </p:sp>
      <p:graphicFrame>
        <p:nvGraphicFramePr>
          <p:cNvPr id="4" name="Table 3">
            <a:extLst>
              <a:ext uri="{FF2B5EF4-FFF2-40B4-BE49-F238E27FC236}">
                <a16:creationId xmlns:a16="http://schemas.microsoft.com/office/drawing/2014/main" id="{6AFA7212-393F-A807-ABE6-EF33725FDDE0}"/>
              </a:ext>
            </a:extLst>
          </p:cNvPr>
          <p:cNvGraphicFramePr>
            <a:graphicFrameLocks noGrp="1"/>
          </p:cNvGraphicFramePr>
          <p:nvPr>
            <p:extLst>
              <p:ext uri="{D42A27DB-BD31-4B8C-83A1-F6EECF244321}">
                <p14:modId xmlns:p14="http://schemas.microsoft.com/office/powerpoint/2010/main" val="1670330368"/>
              </p:ext>
            </p:extLst>
          </p:nvPr>
        </p:nvGraphicFramePr>
        <p:xfrm>
          <a:off x="330129" y="1574123"/>
          <a:ext cx="10943684" cy="3709754"/>
        </p:xfrm>
        <a:graphic>
          <a:graphicData uri="http://schemas.openxmlformats.org/drawingml/2006/table">
            <a:tbl>
              <a:tblPr firstRow="1" bandRow="1">
                <a:tableStyleId>{B301B821-A1FF-4177-AEE7-76D212191A09}</a:tableStyleId>
              </a:tblPr>
              <a:tblGrid>
                <a:gridCol w="2735921">
                  <a:extLst>
                    <a:ext uri="{9D8B030D-6E8A-4147-A177-3AD203B41FA5}">
                      <a16:colId xmlns:a16="http://schemas.microsoft.com/office/drawing/2014/main" val="2901774618"/>
                    </a:ext>
                  </a:extLst>
                </a:gridCol>
                <a:gridCol w="2735921">
                  <a:extLst>
                    <a:ext uri="{9D8B030D-6E8A-4147-A177-3AD203B41FA5}">
                      <a16:colId xmlns:a16="http://schemas.microsoft.com/office/drawing/2014/main" val="2889478440"/>
                    </a:ext>
                  </a:extLst>
                </a:gridCol>
                <a:gridCol w="2735921">
                  <a:extLst>
                    <a:ext uri="{9D8B030D-6E8A-4147-A177-3AD203B41FA5}">
                      <a16:colId xmlns:a16="http://schemas.microsoft.com/office/drawing/2014/main" val="3427385212"/>
                    </a:ext>
                  </a:extLst>
                </a:gridCol>
                <a:gridCol w="2735921">
                  <a:extLst>
                    <a:ext uri="{9D8B030D-6E8A-4147-A177-3AD203B41FA5}">
                      <a16:colId xmlns:a16="http://schemas.microsoft.com/office/drawing/2014/main" val="1106956036"/>
                    </a:ext>
                  </a:extLst>
                </a:gridCol>
              </a:tblGrid>
              <a:tr h="296164">
                <a:tc>
                  <a:txBody>
                    <a:bodyPr/>
                    <a:lstStyle/>
                    <a:p>
                      <a:pPr>
                        <a:buNone/>
                      </a:pPr>
                      <a:r>
                        <a:rPr lang="en-IN" sz="1700" b="1" dirty="0">
                          <a:effectLst/>
                        </a:rPr>
                        <a:t>Modifier</a:t>
                      </a:r>
                      <a:endParaRPr lang="en-IN" sz="1700" dirty="0">
                        <a:effectLst/>
                      </a:endParaRPr>
                    </a:p>
                  </a:txBody>
                  <a:tcPr anchor="ctr"/>
                </a:tc>
                <a:tc>
                  <a:txBody>
                    <a:bodyPr/>
                    <a:lstStyle/>
                    <a:p>
                      <a:pPr>
                        <a:buNone/>
                      </a:pPr>
                      <a:r>
                        <a:rPr lang="en-IN" sz="1700" b="1">
                          <a:effectLst/>
                        </a:rPr>
                        <a:t>Visibility</a:t>
                      </a:r>
                      <a:endParaRPr lang="en-IN" sz="1700">
                        <a:effectLst/>
                      </a:endParaRPr>
                    </a:p>
                  </a:txBody>
                  <a:tcPr anchor="ctr"/>
                </a:tc>
                <a:tc>
                  <a:txBody>
                    <a:bodyPr/>
                    <a:lstStyle/>
                    <a:p>
                      <a:pPr>
                        <a:buNone/>
                      </a:pPr>
                      <a:r>
                        <a:rPr lang="en-IN" sz="1700" b="1">
                          <a:effectLst/>
                        </a:rPr>
                        <a:t>Where usable</a:t>
                      </a:r>
                      <a:endParaRPr lang="en-IN" sz="1700">
                        <a:effectLst/>
                      </a:endParaRPr>
                    </a:p>
                  </a:txBody>
                  <a:tcPr anchor="ctr"/>
                </a:tc>
                <a:tc>
                  <a:txBody>
                    <a:bodyPr/>
                    <a:lstStyle/>
                    <a:p>
                      <a:pPr>
                        <a:buNone/>
                      </a:pPr>
                      <a:r>
                        <a:rPr lang="en-IN" sz="1700" b="1" dirty="0">
                          <a:effectLst/>
                        </a:rPr>
                        <a:t>Typical use</a:t>
                      </a:r>
                      <a:endParaRPr lang="en-IN" sz="1700" dirty="0">
                        <a:effectLst/>
                      </a:endParaRPr>
                    </a:p>
                  </a:txBody>
                  <a:tcPr anchor="ctr"/>
                </a:tc>
                <a:extLst>
                  <a:ext uri="{0D108BD9-81ED-4DB2-BD59-A6C34878D82A}">
                    <a16:rowId xmlns:a16="http://schemas.microsoft.com/office/drawing/2014/main" val="162041036"/>
                  </a:ext>
                </a:extLst>
              </a:tr>
              <a:tr h="730268">
                <a:tc>
                  <a:txBody>
                    <a:bodyPr/>
                    <a:lstStyle/>
                    <a:p>
                      <a:pPr>
                        <a:buNone/>
                      </a:pPr>
                      <a:r>
                        <a:rPr lang="en-IN" sz="1700" b="1" dirty="0">
                          <a:effectLst/>
                        </a:rPr>
                        <a:t>public</a:t>
                      </a:r>
                      <a:endParaRPr lang="en-IN" sz="1700" dirty="0">
                        <a:effectLst/>
                      </a:endParaRPr>
                    </a:p>
                  </a:txBody>
                  <a:tcPr anchor="ctr"/>
                </a:tc>
                <a:tc>
                  <a:txBody>
                    <a:bodyPr/>
                    <a:lstStyle/>
                    <a:p>
                      <a:pPr>
                        <a:buNone/>
                      </a:pPr>
                      <a:r>
                        <a:rPr lang="en-IN" sz="1700">
                          <a:effectLst/>
                        </a:rPr>
                        <a:t>Everywhere</a:t>
                      </a:r>
                    </a:p>
                  </a:txBody>
                  <a:tcPr anchor="ctr"/>
                </a:tc>
                <a:tc>
                  <a:txBody>
                    <a:bodyPr/>
                    <a:lstStyle/>
                    <a:p>
                      <a:pPr>
                        <a:buNone/>
                      </a:pPr>
                      <a:r>
                        <a:rPr lang="en-IN" sz="1700">
                          <a:effectLst/>
                        </a:rPr>
                        <a:t>Classes, methods, fields, constructors</a:t>
                      </a:r>
                    </a:p>
                  </a:txBody>
                  <a:tcPr anchor="ctr"/>
                </a:tc>
                <a:tc>
                  <a:txBody>
                    <a:bodyPr/>
                    <a:lstStyle/>
                    <a:p>
                      <a:pPr>
                        <a:buNone/>
                      </a:pPr>
                      <a:r>
                        <a:rPr lang="en-US" sz="1700">
                          <a:effectLst/>
                        </a:rPr>
                        <a:t>API methods; library entry points</a:t>
                      </a:r>
                    </a:p>
                  </a:txBody>
                  <a:tcPr anchor="ctr"/>
                </a:tc>
                <a:extLst>
                  <a:ext uri="{0D108BD9-81ED-4DB2-BD59-A6C34878D82A}">
                    <a16:rowId xmlns:a16="http://schemas.microsoft.com/office/drawing/2014/main" val="1873684939"/>
                  </a:ext>
                </a:extLst>
              </a:tr>
              <a:tr h="949349">
                <a:tc>
                  <a:txBody>
                    <a:bodyPr/>
                    <a:lstStyle/>
                    <a:p>
                      <a:pPr>
                        <a:buNone/>
                      </a:pPr>
                      <a:r>
                        <a:rPr lang="en-IN" sz="1700" b="1">
                          <a:effectLst/>
                        </a:rPr>
                        <a:t>protected</a:t>
                      </a:r>
                      <a:endParaRPr lang="en-IN" sz="1700">
                        <a:effectLst/>
                      </a:endParaRPr>
                    </a:p>
                  </a:txBody>
                  <a:tcPr anchor="ctr"/>
                </a:tc>
                <a:tc>
                  <a:txBody>
                    <a:bodyPr/>
                    <a:lstStyle/>
                    <a:p>
                      <a:pPr>
                        <a:buNone/>
                      </a:pPr>
                      <a:r>
                        <a:rPr lang="en-IN" sz="1700">
                          <a:effectLst/>
                        </a:rPr>
                        <a:t>Same package + subclasses</a:t>
                      </a:r>
                    </a:p>
                  </a:txBody>
                  <a:tcPr anchor="ctr"/>
                </a:tc>
                <a:tc>
                  <a:txBody>
                    <a:bodyPr/>
                    <a:lstStyle/>
                    <a:p>
                      <a:pPr>
                        <a:buNone/>
                      </a:pPr>
                      <a:r>
                        <a:rPr lang="en-IN" sz="1700">
                          <a:effectLst/>
                        </a:rPr>
                        <a:t>Fields, methods, constructors</a:t>
                      </a:r>
                    </a:p>
                  </a:txBody>
                  <a:tcPr anchor="ctr"/>
                </a:tc>
                <a:tc>
                  <a:txBody>
                    <a:bodyPr/>
                    <a:lstStyle/>
                    <a:p>
                      <a:pPr>
                        <a:buNone/>
                      </a:pPr>
                      <a:r>
                        <a:rPr lang="en-US" sz="1700">
                          <a:effectLst/>
                        </a:rPr>
                        <a:t>Allow subclass access while hiding from others</a:t>
                      </a:r>
                    </a:p>
                  </a:txBody>
                  <a:tcPr anchor="ctr"/>
                </a:tc>
                <a:extLst>
                  <a:ext uri="{0D108BD9-81ED-4DB2-BD59-A6C34878D82A}">
                    <a16:rowId xmlns:a16="http://schemas.microsoft.com/office/drawing/2014/main" val="699636656"/>
                  </a:ext>
                </a:extLst>
              </a:tr>
              <a:tr h="949349">
                <a:tc>
                  <a:txBody>
                    <a:bodyPr/>
                    <a:lstStyle/>
                    <a:p>
                      <a:pPr>
                        <a:buNone/>
                      </a:pPr>
                      <a:r>
                        <a:rPr lang="en-IN" sz="1700" b="1">
                          <a:effectLst/>
                        </a:rPr>
                        <a:t>default</a:t>
                      </a:r>
                      <a:endParaRPr lang="en-IN" sz="1700">
                        <a:effectLst/>
                      </a:endParaRPr>
                    </a:p>
                  </a:txBody>
                  <a:tcPr anchor="ctr"/>
                </a:tc>
                <a:tc>
                  <a:txBody>
                    <a:bodyPr/>
                    <a:lstStyle/>
                    <a:p>
                      <a:pPr>
                        <a:buNone/>
                      </a:pPr>
                      <a:r>
                        <a:rPr lang="en-IN" sz="1700">
                          <a:effectLst/>
                        </a:rPr>
                        <a:t>Same package only</a:t>
                      </a:r>
                    </a:p>
                  </a:txBody>
                  <a:tcPr anchor="ctr"/>
                </a:tc>
                <a:tc>
                  <a:txBody>
                    <a:bodyPr/>
                    <a:lstStyle/>
                    <a:p>
                      <a:pPr>
                        <a:buNone/>
                      </a:pPr>
                      <a:r>
                        <a:rPr lang="en-US" sz="1700" dirty="0">
                          <a:effectLst/>
                        </a:rPr>
                        <a:t>Classes, fields, methods, constructors (no keyword)</a:t>
                      </a:r>
                    </a:p>
                  </a:txBody>
                  <a:tcPr anchor="ctr"/>
                </a:tc>
                <a:tc>
                  <a:txBody>
                    <a:bodyPr/>
                    <a:lstStyle/>
                    <a:p>
                      <a:pPr>
                        <a:buNone/>
                      </a:pPr>
                      <a:r>
                        <a:rPr lang="en-IN" sz="1700" dirty="0">
                          <a:effectLst/>
                        </a:rPr>
                        <a:t>Package-level helpers; internal APIs</a:t>
                      </a:r>
                    </a:p>
                  </a:txBody>
                  <a:tcPr anchor="ctr"/>
                </a:tc>
                <a:extLst>
                  <a:ext uri="{0D108BD9-81ED-4DB2-BD59-A6C34878D82A}">
                    <a16:rowId xmlns:a16="http://schemas.microsoft.com/office/drawing/2014/main" val="4067673121"/>
                  </a:ext>
                </a:extLst>
              </a:tr>
              <a:tr h="730268">
                <a:tc>
                  <a:txBody>
                    <a:bodyPr/>
                    <a:lstStyle/>
                    <a:p>
                      <a:pPr>
                        <a:buNone/>
                      </a:pPr>
                      <a:r>
                        <a:rPr lang="en-IN" sz="1700" b="1">
                          <a:effectLst/>
                        </a:rPr>
                        <a:t>private</a:t>
                      </a:r>
                      <a:endParaRPr lang="en-IN" sz="1700">
                        <a:effectLst/>
                      </a:endParaRPr>
                    </a:p>
                  </a:txBody>
                  <a:tcPr anchor="ctr"/>
                </a:tc>
                <a:tc>
                  <a:txBody>
                    <a:bodyPr/>
                    <a:lstStyle/>
                    <a:p>
                      <a:pPr>
                        <a:buNone/>
                      </a:pPr>
                      <a:r>
                        <a:rPr lang="en-IN" sz="1700" dirty="0">
                          <a:effectLst/>
                        </a:rPr>
                        <a:t>Declaring class only</a:t>
                      </a:r>
                    </a:p>
                  </a:txBody>
                  <a:tcPr anchor="ctr"/>
                </a:tc>
                <a:tc>
                  <a:txBody>
                    <a:bodyPr/>
                    <a:lstStyle/>
                    <a:p>
                      <a:pPr>
                        <a:buNone/>
                      </a:pPr>
                      <a:r>
                        <a:rPr lang="en-IN" sz="1700">
                          <a:effectLst/>
                        </a:rPr>
                        <a:t>Fields, methods, constructors</a:t>
                      </a:r>
                    </a:p>
                  </a:txBody>
                  <a:tcPr anchor="ctr"/>
                </a:tc>
                <a:tc>
                  <a:txBody>
                    <a:bodyPr/>
                    <a:lstStyle/>
                    <a:p>
                      <a:pPr>
                        <a:buNone/>
                      </a:pPr>
                      <a:r>
                        <a:rPr lang="en-US" sz="1700" dirty="0">
                          <a:effectLst/>
                        </a:rPr>
                        <a:t>Encapsulate internal state and helpers</a:t>
                      </a:r>
                    </a:p>
                  </a:txBody>
                  <a:tcPr anchor="ctr"/>
                </a:tc>
                <a:extLst>
                  <a:ext uri="{0D108BD9-81ED-4DB2-BD59-A6C34878D82A}">
                    <a16:rowId xmlns:a16="http://schemas.microsoft.com/office/drawing/2014/main" val="3030259836"/>
                  </a:ext>
                </a:extLst>
              </a:tr>
            </a:tbl>
          </a:graphicData>
        </a:graphic>
      </p:graphicFrame>
      <p:sp>
        <p:nvSpPr>
          <p:cNvPr id="3" name="Date Placeholder 3">
            <a:extLst>
              <a:ext uri="{FF2B5EF4-FFF2-40B4-BE49-F238E27FC236}">
                <a16:creationId xmlns:a16="http://schemas.microsoft.com/office/drawing/2014/main" id="{1050DAB4-2041-B25D-037D-11611BBCAB64}"/>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613790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4D8F-8C33-1789-6DF8-591E9CAE55CC}"/>
              </a:ext>
            </a:extLst>
          </p:cNvPr>
          <p:cNvSpPr>
            <a:spLocks noGrp="1"/>
          </p:cNvSpPr>
          <p:nvPr>
            <p:ph type="title"/>
          </p:nvPr>
        </p:nvSpPr>
        <p:spPr/>
        <p:txBody>
          <a:bodyPr>
            <a:normAutofit/>
          </a:bodyPr>
          <a:lstStyle/>
          <a:p>
            <a:r>
              <a:rPr lang="en-IN" sz="2400" dirty="0"/>
              <a:t>Polymorphism</a:t>
            </a:r>
          </a:p>
        </p:txBody>
      </p:sp>
      <p:sp>
        <p:nvSpPr>
          <p:cNvPr id="3" name="Content Placeholder 2">
            <a:extLst>
              <a:ext uri="{FF2B5EF4-FFF2-40B4-BE49-F238E27FC236}">
                <a16:creationId xmlns:a16="http://schemas.microsoft.com/office/drawing/2014/main" id="{5B233DAD-58F3-81E4-1AE9-6D724825C8E3}"/>
              </a:ext>
            </a:extLst>
          </p:cNvPr>
          <p:cNvSpPr>
            <a:spLocks noGrp="1"/>
          </p:cNvSpPr>
          <p:nvPr>
            <p:ph idx="1"/>
          </p:nvPr>
        </p:nvSpPr>
        <p:spPr>
          <a:xfrm>
            <a:off x="36726" y="1059444"/>
            <a:ext cx="11784691" cy="5613971"/>
          </a:xfrm>
        </p:spPr>
        <p:txBody>
          <a:bodyPr>
            <a:normAutofit/>
          </a:bodyPr>
          <a:lstStyle/>
          <a:p>
            <a:pPr marL="0" indent="0">
              <a:buNone/>
            </a:pPr>
            <a:r>
              <a:rPr lang="en-US" sz="1800" b="1" dirty="0">
                <a:solidFill>
                  <a:schemeClr val="bg1"/>
                </a:solidFill>
              </a:rPr>
              <a:t>Polymorphism</a:t>
            </a:r>
            <a:r>
              <a:rPr lang="en-US" sz="1800" dirty="0">
                <a:solidFill>
                  <a:schemeClr val="bg1"/>
                </a:solidFill>
              </a:rPr>
              <a:t> is the ability of a single interface or reference type to represent multiple underlying forms. In Java, it allows one variable, method, or object to behave differently depending on the actual type it refers to. The word itself means </a:t>
            </a:r>
            <a:r>
              <a:rPr lang="en-US" sz="1800" i="1" dirty="0">
                <a:solidFill>
                  <a:schemeClr val="bg1"/>
                </a:solidFill>
              </a:rPr>
              <a:t>“</a:t>
            </a:r>
            <a:r>
              <a:rPr lang="en-US" sz="1800" b="1" i="1" dirty="0">
                <a:solidFill>
                  <a:schemeClr val="bg1"/>
                </a:solidFill>
              </a:rPr>
              <a:t>many shapes</a:t>
            </a:r>
            <a:r>
              <a:rPr lang="en-US" sz="1800" i="1" dirty="0">
                <a:solidFill>
                  <a:schemeClr val="bg1"/>
                </a:solidFill>
              </a:rPr>
              <a:t>”</a:t>
            </a:r>
            <a:r>
              <a:rPr lang="en-US" sz="1800" dirty="0">
                <a:solidFill>
                  <a:schemeClr val="bg1"/>
                </a:solidFill>
              </a:rPr>
              <a:t> — and that’s exactly what it enables in object‑oriented programming.</a:t>
            </a:r>
          </a:p>
          <a:p>
            <a:pPr marL="0" indent="0">
              <a:buNone/>
            </a:pPr>
            <a:endParaRPr lang="en-US" b="1" dirty="0">
              <a:solidFill>
                <a:schemeClr val="bg1"/>
              </a:solidFill>
            </a:endParaRPr>
          </a:p>
          <a:p>
            <a:pPr marL="0" indent="0">
              <a:buNone/>
            </a:pPr>
            <a:r>
              <a:rPr lang="en-US" sz="1900" b="1" dirty="0">
                <a:solidFill>
                  <a:schemeClr val="bg1"/>
                </a:solidFill>
              </a:rPr>
              <a:t>Key characteristics</a:t>
            </a:r>
          </a:p>
          <a:p>
            <a:pPr marL="342900" indent="-342900">
              <a:buFont typeface="+mj-lt"/>
              <a:buAutoNum type="arabicPeriod"/>
            </a:pPr>
            <a:r>
              <a:rPr lang="en-US" sz="1800" b="1" dirty="0">
                <a:solidFill>
                  <a:schemeClr val="bg1"/>
                </a:solidFill>
              </a:rPr>
              <a:t>Unified reference, diverse behavior</a:t>
            </a:r>
            <a:r>
              <a:rPr lang="en-US" sz="1800" dirty="0">
                <a:solidFill>
                  <a:schemeClr val="bg1"/>
                </a:solidFill>
              </a:rPr>
              <a:t>: A parent type reference can point to child objects, and the actual method executed depends on the object’s runtime type.</a:t>
            </a:r>
          </a:p>
          <a:p>
            <a:pPr marL="342900" indent="-342900">
              <a:buFont typeface="+mj-lt"/>
              <a:buAutoNum type="arabicPeriod"/>
            </a:pPr>
            <a:r>
              <a:rPr lang="en-US" sz="1800" b="1" dirty="0">
                <a:solidFill>
                  <a:schemeClr val="bg1"/>
                </a:solidFill>
              </a:rPr>
              <a:t>Compile‑time vs. runtime</a:t>
            </a:r>
            <a:r>
              <a:rPr lang="en-US" sz="1800" dirty="0">
                <a:solidFill>
                  <a:schemeClr val="bg1"/>
                </a:solidFill>
              </a:rPr>
              <a:t>:</a:t>
            </a:r>
          </a:p>
          <a:p>
            <a:pPr marL="800100" lvl="1" indent="-342900">
              <a:buFont typeface="+mj-lt"/>
              <a:buAutoNum type="arabicPeriod"/>
            </a:pPr>
            <a:r>
              <a:rPr lang="en-US" sz="1800" i="1" dirty="0">
                <a:solidFill>
                  <a:schemeClr val="bg1"/>
                </a:solidFill>
              </a:rPr>
              <a:t>Compile‑time polymorphism</a:t>
            </a:r>
            <a:r>
              <a:rPr lang="en-US" sz="1800" dirty="0">
                <a:solidFill>
                  <a:schemeClr val="bg1"/>
                </a:solidFill>
              </a:rPr>
              <a:t> (method overloading) lets you define multiple methods with the same name but different parameter lists.</a:t>
            </a:r>
          </a:p>
          <a:p>
            <a:pPr marL="800100" lvl="1" indent="-342900">
              <a:buFont typeface="+mj-lt"/>
              <a:buAutoNum type="arabicPeriod"/>
            </a:pPr>
            <a:r>
              <a:rPr lang="en-US" sz="1800" i="1" dirty="0">
                <a:solidFill>
                  <a:schemeClr val="bg1"/>
                </a:solidFill>
              </a:rPr>
              <a:t>Runtime polymorphism</a:t>
            </a:r>
            <a:r>
              <a:rPr lang="en-US" sz="1800" dirty="0">
                <a:solidFill>
                  <a:schemeClr val="bg1"/>
                </a:solidFill>
              </a:rPr>
              <a:t> (method overriding) ensures that the most specific implementation in the inheritance chain is chosen when the program runs.</a:t>
            </a:r>
          </a:p>
          <a:p>
            <a:pPr marL="342900" indent="-342900">
              <a:buFont typeface="+mj-lt"/>
              <a:buAutoNum type="arabicPeriod"/>
            </a:pPr>
            <a:r>
              <a:rPr lang="en-US" sz="1800" b="1" dirty="0">
                <a:solidFill>
                  <a:schemeClr val="bg1"/>
                </a:solidFill>
              </a:rPr>
              <a:t>Flexibility in design</a:t>
            </a:r>
            <a:r>
              <a:rPr lang="en-US" sz="1800" dirty="0">
                <a:solidFill>
                  <a:schemeClr val="bg1"/>
                </a:solidFill>
              </a:rPr>
              <a:t>: Code written against abstract classes or interfaces can work with any concrete implementation, making systems more extensible.</a:t>
            </a:r>
          </a:p>
          <a:p>
            <a:pPr marL="342900" indent="-342900">
              <a:buFont typeface="+mj-lt"/>
              <a:buAutoNum type="arabicPeriod"/>
            </a:pPr>
            <a:r>
              <a:rPr lang="en-US" sz="1800" b="1" dirty="0">
                <a:solidFill>
                  <a:schemeClr val="bg1"/>
                </a:solidFill>
              </a:rPr>
              <a:t>Reduced coupling</a:t>
            </a:r>
            <a:r>
              <a:rPr lang="en-US" sz="1800" dirty="0">
                <a:solidFill>
                  <a:schemeClr val="bg1"/>
                </a:solidFill>
              </a:rPr>
              <a:t>: Clients depend on contracts (interfaces or </a:t>
            </a:r>
            <a:r>
              <a:rPr lang="en-US" sz="1800" dirty="0" err="1">
                <a:solidFill>
                  <a:schemeClr val="bg1"/>
                </a:solidFill>
              </a:rPr>
              <a:t>superclasses</a:t>
            </a:r>
            <a:r>
              <a:rPr lang="en-US" sz="1800" dirty="0">
                <a:solidFill>
                  <a:schemeClr val="bg1"/>
                </a:solidFill>
              </a:rPr>
              <a:t>), not on specific implementations, which makes swapping or extending behavior easier.</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1E0F7FD4-9CEB-FF01-F828-BC074F4ED839}"/>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843402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8FF9B-5B24-4DB7-C302-510F66C494A7}"/>
              </a:ext>
            </a:extLst>
          </p:cNvPr>
          <p:cNvSpPr>
            <a:spLocks noGrp="1"/>
          </p:cNvSpPr>
          <p:nvPr>
            <p:ph type="title"/>
          </p:nvPr>
        </p:nvSpPr>
        <p:spPr/>
        <p:txBody>
          <a:bodyPr>
            <a:normAutofit/>
          </a:bodyPr>
          <a:lstStyle/>
          <a:p>
            <a:r>
              <a:rPr lang="en-IN" sz="2400" dirty="0"/>
              <a:t>Polymorphism {</a:t>
            </a:r>
            <a:r>
              <a:rPr lang="en-IN" sz="2000" dirty="0"/>
              <a:t>Runtime polymorphism or method overriding</a:t>
            </a:r>
            <a:r>
              <a:rPr lang="en-IN" sz="2400" dirty="0"/>
              <a:t>}</a:t>
            </a:r>
          </a:p>
        </p:txBody>
      </p:sp>
      <p:sp>
        <p:nvSpPr>
          <p:cNvPr id="3" name="Content Placeholder 2">
            <a:extLst>
              <a:ext uri="{FF2B5EF4-FFF2-40B4-BE49-F238E27FC236}">
                <a16:creationId xmlns:a16="http://schemas.microsoft.com/office/drawing/2014/main" id="{C73E4AF3-1C3C-89AE-C64A-C8356FE31A97}"/>
              </a:ext>
            </a:extLst>
          </p:cNvPr>
          <p:cNvSpPr>
            <a:spLocks noGrp="1"/>
          </p:cNvSpPr>
          <p:nvPr>
            <p:ph idx="1"/>
          </p:nvPr>
        </p:nvSpPr>
        <p:spPr>
          <a:xfrm>
            <a:off x="96552" y="1044754"/>
            <a:ext cx="11040954" cy="5742251"/>
          </a:xfrm>
        </p:spPr>
        <p:txBody>
          <a:bodyPr>
            <a:noAutofit/>
          </a:bodyPr>
          <a:lstStyle/>
          <a:p>
            <a:pPr marL="0" indent="0">
              <a:buNone/>
            </a:pPr>
            <a:r>
              <a:rPr lang="en-US" sz="1800" dirty="0">
                <a:solidFill>
                  <a:schemeClr val="bg1"/>
                </a:solidFill>
              </a:rPr>
              <a:t>Runtime polymorphism is the ability of Java to decide which method implementation to execute </a:t>
            </a:r>
            <a:r>
              <a:rPr lang="en-US" sz="1800" b="1" dirty="0">
                <a:solidFill>
                  <a:schemeClr val="bg1"/>
                </a:solidFill>
              </a:rPr>
              <a:t>while the program is running</a:t>
            </a:r>
            <a:r>
              <a:rPr lang="en-US" sz="1800" dirty="0">
                <a:solidFill>
                  <a:schemeClr val="bg1"/>
                </a:solidFill>
              </a:rPr>
              <a:t>, not at compile time. It is achieved primarily through </a:t>
            </a:r>
            <a:r>
              <a:rPr lang="en-US" sz="1800" b="1" dirty="0">
                <a:solidFill>
                  <a:schemeClr val="bg1"/>
                </a:solidFill>
              </a:rPr>
              <a:t>method overriding</a:t>
            </a:r>
            <a:r>
              <a:rPr lang="en-US" sz="1800" dirty="0">
                <a:solidFill>
                  <a:schemeClr val="bg1"/>
                </a:solidFill>
              </a:rPr>
              <a:t>: when a subclass provides its own version of a method already defined in a superclass or interface.</a:t>
            </a:r>
          </a:p>
          <a:p>
            <a:pPr marL="0" indent="0">
              <a:buNone/>
            </a:pPr>
            <a:endParaRPr lang="en-US" sz="200" b="1" dirty="0">
              <a:solidFill>
                <a:schemeClr val="bg1"/>
              </a:solidFill>
            </a:endParaRPr>
          </a:p>
          <a:p>
            <a:pPr marL="0" indent="0">
              <a:buNone/>
            </a:pPr>
            <a:r>
              <a:rPr lang="en-US" sz="1800" b="1" dirty="0">
                <a:solidFill>
                  <a:schemeClr val="bg1"/>
                </a:solidFill>
              </a:rPr>
              <a:t>How it works</a:t>
            </a:r>
          </a:p>
          <a:p>
            <a:pPr marL="342900" indent="-342900">
              <a:buFont typeface="+mj-lt"/>
              <a:buAutoNum type="arabicPeriod"/>
            </a:pPr>
            <a:r>
              <a:rPr lang="en-US" sz="1600" b="1" dirty="0">
                <a:solidFill>
                  <a:schemeClr val="bg1"/>
                </a:solidFill>
              </a:rPr>
              <a:t>Superclass reference, subclass object</a:t>
            </a:r>
            <a:r>
              <a:rPr lang="en-US" sz="1600" dirty="0">
                <a:solidFill>
                  <a:schemeClr val="bg1"/>
                </a:solidFill>
              </a:rPr>
              <a:t>: You declare a variable of a parent type but assign it a child object.</a:t>
            </a:r>
          </a:p>
          <a:p>
            <a:pPr marL="342900" indent="-342900">
              <a:buFont typeface="+mj-lt"/>
              <a:buAutoNum type="arabicPeriod"/>
            </a:pPr>
            <a:r>
              <a:rPr lang="en-US" sz="1600" b="1" dirty="0">
                <a:solidFill>
                  <a:schemeClr val="bg1"/>
                </a:solidFill>
              </a:rPr>
              <a:t>Dynamic method dispatch</a:t>
            </a:r>
            <a:r>
              <a:rPr lang="en-US" sz="1600" dirty="0">
                <a:solidFill>
                  <a:schemeClr val="bg1"/>
                </a:solidFill>
              </a:rPr>
              <a:t>: When you call an overridden method, the JVM looks at the actual object type (not the reference type) and executes the child’s version.</a:t>
            </a:r>
          </a:p>
          <a:p>
            <a:pPr marL="342900" indent="-342900">
              <a:buFont typeface="+mj-lt"/>
              <a:buAutoNum type="arabicPeriod"/>
            </a:pPr>
            <a:r>
              <a:rPr lang="en-US" sz="1600" b="1" dirty="0">
                <a:solidFill>
                  <a:schemeClr val="bg1"/>
                </a:solidFill>
              </a:rPr>
              <a:t>Flexibility</a:t>
            </a:r>
            <a:r>
              <a:rPr lang="en-US" sz="1600" dirty="0">
                <a:solidFill>
                  <a:schemeClr val="bg1"/>
                </a:solidFill>
              </a:rPr>
              <a:t>: This allows one interface or abstract class to support many concrete behaviors, making code extensible and loosely coupled.</a:t>
            </a:r>
          </a:p>
          <a:p>
            <a:pPr marL="0" indent="0">
              <a:buNone/>
            </a:pPr>
            <a:endParaRPr lang="en-US" sz="1600" dirty="0">
              <a:solidFill>
                <a:schemeClr val="bg1"/>
              </a:solidFill>
            </a:endParaRPr>
          </a:p>
          <a:p>
            <a:pPr marL="0" indent="0">
              <a:buNone/>
            </a:pPr>
            <a:r>
              <a:rPr lang="en-US" sz="1800" b="1" dirty="0">
                <a:solidFill>
                  <a:schemeClr val="bg1"/>
                </a:solidFill>
              </a:rPr>
              <a:t>Benefits</a:t>
            </a:r>
          </a:p>
          <a:p>
            <a:pPr marL="342900" indent="-342900">
              <a:buFont typeface="+mj-lt"/>
              <a:buAutoNum type="arabicPeriod"/>
            </a:pPr>
            <a:r>
              <a:rPr lang="en-US" sz="1600" b="1" dirty="0">
                <a:solidFill>
                  <a:schemeClr val="bg1"/>
                </a:solidFill>
              </a:rPr>
              <a:t>Extensibility</a:t>
            </a:r>
            <a:r>
              <a:rPr lang="en-US" sz="1600" dirty="0">
                <a:solidFill>
                  <a:schemeClr val="bg1"/>
                </a:solidFill>
              </a:rPr>
              <a:t>: You can add new subclasses without changing existing client code.</a:t>
            </a:r>
          </a:p>
          <a:p>
            <a:pPr marL="342900" indent="-342900">
              <a:buFont typeface="+mj-lt"/>
              <a:buAutoNum type="arabicPeriod"/>
            </a:pPr>
            <a:r>
              <a:rPr lang="en-US" sz="1600" b="1" dirty="0">
                <a:solidFill>
                  <a:schemeClr val="bg1"/>
                </a:solidFill>
              </a:rPr>
              <a:t>Maintainability</a:t>
            </a:r>
            <a:r>
              <a:rPr lang="en-US" sz="1600" dirty="0">
                <a:solidFill>
                  <a:schemeClr val="bg1"/>
                </a:solidFill>
              </a:rPr>
              <a:t>: Code written against a general contract (like Vehicle) remains stable even as new behaviors are introduced.</a:t>
            </a:r>
          </a:p>
          <a:p>
            <a:pPr marL="342900" indent="-342900">
              <a:buFont typeface="+mj-lt"/>
              <a:buAutoNum type="arabicPeriod"/>
            </a:pPr>
            <a:r>
              <a:rPr lang="en-US" sz="1600" b="1" dirty="0">
                <a:solidFill>
                  <a:schemeClr val="bg1"/>
                </a:solidFill>
              </a:rPr>
              <a:t>Real‑world modeling</a:t>
            </a:r>
            <a:r>
              <a:rPr lang="en-US" sz="1600" dirty="0">
                <a:solidFill>
                  <a:schemeClr val="bg1"/>
                </a:solidFill>
              </a:rPr>
              <a:t>: Mirrors how categories work in reality — one concept (Vehicle) can take many forms (car, bike, etc.), each with its own behavior.</a:t>
            </a:r>
          </a:p>
          <a:p>
            <a:pPr marL="342900" indent="-342900">
              <a:buFont typeface="+mj-lt"/>
              <a:buAutoNum type="arabicPeriod"/>
            </a:pPr>
            <a:r>
              <a:rPr lang="en-US" sz="1600" b="1" dirty="0">
                <a:solidFill>
                  <a:schemeClr val="bg1"/>
                </a:solidFill>
              </a:rPr>
              <a:t>Testability</a:t>
            </a:r>
            <a:r>
              <a:rPr lang="en-US" sz="1600" dirty="0">
                <a:solidFill>
                  <a:schemeClr val="bg1"/>
                </a:solidFill>
              </a:rPr>
              <a:t>: Makes it easy to substitute mock or stub implementations in unit tests.</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1B5B3607-A621-D87A-5434-D516B0537FB5}"/>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2341088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CED73-C7A6-19EC-77D8-4BDD54C8816B}"/>
              </a:ext>
            </a:extLst>
          </p:cNvPr>
          <p:cNvSpPr>
            <a:spLocks noGrp="1"/>
          </p:cNvSpPr>
          <p:nvPr>
            <p:ph type="title"/>
          </p:nvPr>
        </p:nvSpPr>
        <p:spPr/>
        <p:txBody>
          <a:bodyPr>
            <a:normAutofit/>
          </a:bodyPr>
          <a:lstStyle/>
          <a:p>
            <a:r>
              <a:rPr lang="en-IN" sz="2400" dirty="0"/>
              <a:t>Polymorphism {</a:t>
            </a:r>
            <a:r>
              <a:rPr lang="en-IN" sz="2000" dirty="0"/>
              <a:t>Runtime polymorphism or method overriding</a:t>
            </a:r>
            <a:r>
              <a:rPr lang="en-IN" sz="2400" dirty="0"/>
              <a:t>}</a:t>
            </a:r>
          </a:p>
        </p:txBody>
      </p:sp>
      <p:sp>
        <p:nvSpPr>
          <p:cNvPr id="4" name="TextBox 3">
            <a:extLst>
              <a:ext uri="{FF2B5EF4-FFF2-40B4-BE49-F238E27FC236}">
                <a16:creationId xmlns:a16="http://schemas.microsoft.com/office/drawing/2014/main" id="{B88F8942-0B04-9631-0FFD-AE54E30E96DA}"/>
              </a:ext>
            </a:extLst>
          </p:cNvPr>
          <p:cNvSpPr txBox="1"/>
          <p:nvPr/>
        </p:nvSpPr>
        <p:spPr>
          <a:xfrm>
            <a:off x="130050" y="1044755"/>
            <a:ext cx="4640154" cy="5262979"/>
          </a:xfrm>
          <a:prstGeom prst="rect">
            <a:avLst/>
          </a:prstGeom>
          <a:noFill/>
          <a:ln>
            <a:solidFill>
              <a:schemeClr val="tx1">
                <a:lumMod val="85000"/>
              </a:schemeClr>
            </a:solidFill>
          </a:ln>
        </p:spPr>
        <p:txBody>
          <a:bodyPr wrap="square" rtlCol="0">
            <a:spAutoFit/>
          </a:bodyPr>
          <a:lstStyle/>
          <a:p>
            <a:r>
              <a:rPr lang="en-IN" sz="1600" dirty="0">
                <a:solidFill>
                  <a:schemeClr val="bg1"/>
                </a:solidFill>
              </a:rPr>
              <a:t>// Base class</a:t>
            </a:r>
          </a:p>
          <a:p>
            <a:r>
              <a:rPr lang="en-IN" sz="1600" dirty="0">
                <a:solidFill>
                  <a:schemeClr val="bg1"/>
                </a:solidFill>
              </a:rPr>
              <a:t>abstract class Vehicle {</a:t>
            </a:r>
          </a:p>
          <a:p>
            <a:r>
              <a:rPr lang="en-IN" sz="1600" dirty="0">
                <a:solidFill>
                  <a:schemeClr val="bg1"/>
                </a:solidFill>
              </a:rPr>
              <a:t>    abstract void move();</a:t>
            </a:r>
          </a:p>
          <a:p>
            <a:r>
              <a:rPr lang="en-IN" sz="1600" dirty="0">
                <a:solidFill>
                  <a:schemeClr val="bg1"/>
                </a:solidFill>
              </a:rPr>
              <a:t>}</a:t>
            </a:r>
          </a:p>
          <a:p>
            <a:endParaRPr lang="en-IN" sz="1600" dirty="0">
              <a:solidFill>
                <a:schemeClr val="bg1"/>
              </a:solidFill>
            </a:endParaRPr>
          </a:p>
          <a:p>
            <a:r>
              <a:rPr lang="en-IN" sz="1600" dirty="0">
                <a:solidFill>
                  <a:schemeClr val="bg1"/>
                </a:solidFill>
              </a:rPr>
              <a:t>// Subclasses</a:t>
            </a:r>
          </a:p>
          <a:p>
            <a:r>
              <a:rPr lang="en-IN" sz="1600" dirty="0">
                <a:solidFill>
                  <a:schemeClr val="bg1"/>
                </a:solidFill>
              </a:rPr>
              <a:t>class Car extends Vehicle {</a:t>
            </a:r>
          </a:p>
          <a:p>
            <a:r>
              <a:rPr lang="en-IN" sz="1600" dirty="0">
                <a:solidFill>
                  <a:schemeClr val="bg1"/>
                </a:solidFill>
              </a:rPr>
              <a:t>    @Override</a:t>
            </a:r>
          </a:p>
          <a:p>
            <a:r>
              <a:rPr lang="en-IN" sz="1600" dirty="0">
                <a:solidFill>
                  <a:schemeClr val="bg1"/>
                </a:solidFill>
              </a:rPr>
              <a:t>    void move()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("Car drives on roads.");</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a:p>
            <a:r>
              <a:rPr lang="en-IN" sz="1600" dirty="0">
                <a:solidFill>
                  <a:schemeClr val="bg1"/>
                </a:solidFill>
              </a:rPr>
              <a:t>class Bike extends Vehicle {</a:t>
            </a:r>
          </a:p>
          <a:p>
            <a:r>
              <a:rPr lang="en-IN" sz="1600" dirty="0">
                <a:solidFill>
                  <a:schemeClr val="bg1"/>
                </a:solidFill>
              </a:rPr>
              <a:t>    @Override</a:t>
            </a:r>
          </a:p>
          <a:p>
            <a:r>
              <a:rPr lang="en-IN" sz="1600" dirty="0">
                <a:solidFill>
                  <a:schemeClr val="bg1"/>
                </a:solidFill>
              </a:rPr>
              <a:t>    void move() {</a:t>
            </a:r>
          </a:p>
          <a:p>
            <a:r>
              <a:rPr lang="en-IN" sz="1600" dirty="0">
                <a:solidFill>
                  <a:schemeClr val="bg1"/>
                </a:solidFill>
              </a:rPr>
              <a:t>        </a:t>
            </a:r>
            <a:r>
              <a:rPr lang="en-IN" sz="1600" dirty="0" err="1">
                <a:solidFill>
                  <a:schemeClr val="bg1"/>
                </a:solidFill>
              </a:rPr>
              <a:t>System.out.println</a:t>
            </a:r>
            <a:r>
              <a:rPr lang="en-IN" sz="1600" dirty="0">
                <a:solidFill>
                  <a:schemeClr val="bg1"/>
                </a:solidFill>
              </a:rPr>
              <a:t>("Bike rides on two wheels.");</a:t>
            </a:r>
          </a:p>
          <a:p>
            <a:r>
              <a:rPr lang="en-IN" sz="1600" dirty="0">
                <a:solidFill>
                  <a:schemeClr val="bg1"/>
                </a:solidFill>
              </a:rPr>
              <a:t>    }</a:t>
            </a:r>
          </a:p>
          <a:p>
            <a:r>
              <a:rPr lang="en-IN" sz="1600" dirty="0">
                <a:solidFill>
                  <a:schemeClr val="bg1"/>
                </a:solidFill>
              </a:rPr>
              <a:t>}</a:t>
            </a:r>
          </a:p>
          <a:p>
            <a:endParaRPr lang="en-IN" sz="1600" dirty="0">
              <a:solidFill>
                <a:schemeClr val="bg1"/>
              </a:solidFill>
            </a:endParaRPr>
          </a:p>
        </p:txBody>
      </p:sp>
      <p:sp>
        <p:nvSpPr>
          <p:cNvPr id="5" name="TextBox 4">
            <a:extLst>
              <a:ext uri="{FF2B5EF4-FFF2-40B4-BE49-F238E27FC236}">
                <a16:creationId xmlns:a16="http://schemas.microsoft.com/office/drawing/2014/main" id="{657537B3-34E3-95AA-FDEB-FC774C799D1D}"/>
              </a:ext>
            </a:extLst>
          </p:cNvPr>
          <p:cNvSpPr txBox="1"/>
          <p:nvPr/>
        </p:nvSpPr>
        <p:spPr>
          <a:xfrm>
            <a:off x="5596393" y="1044755"/>
            <a:ext cx="4640154" cy="4478149"/>
          </a:xfrm>
          <a:prstGeom prst="rect">
            <a:avLst/>
          </a:prstGeom>
          <a:noFill/>
          <a:ln>
            <a:solidFill>
              <a:schemeClr val="tx1">
                <a:lumMod val="85000"/>
              </a:schemeClr>
            </a:solidFill>
          </a:ln>
        </p:spPr>
        <p:txBody>
          <a:bodyPr wrap="square" rtlCol="0">
            <a:spAutoFit/>
          </a:bodyPr>
          <a:lstStyle/>
          <a:p>
            <a:r>
              <a:rPr lang="en-IN" sz="1500" dirty="0">
                <a:solidFill>
                  <a:schemeClr val="bg1"/>
                </a:solidFill>
              </a:rPr>
              <a:t>class </a:t>
            </a:r>
            <a:r>
              <a:rPr lang="en-IN" sz="1500" dirty="0" err="1">
                <a:solidFill>
                  <a:schemeClr val="bg1"/>
                </a:solidFill>
              </a:rPr>
              <a:t>ElectricCar</a:t>
            </a:r>
            <a:r>
              <a:rPr lang="en-IN" sz="1500" dirty="0">
                <a:solidFill>
                  <a:schemeClr val="bg1"/>
                </a:solidFill>
              </a:rPr>
              <a:t> extends Car {</a:t>
            </a:r>
          </a:p>
          <a:p>
            <a:r>
              <a:rPr lang="en-IN" sz="1500" dirty="0">
                <a:solidFill>
                  <a:schemeClr val="bg1"/>
                </a:solidFill>
              </a:rPr>
              <a:t>    @Override</a:t>
            </a:r>
          </a:p>
          <a:p>
            <a:r>
              <a:rPr lang="en-IN" sz="1500" dirty="0">
                <a:solidFill>
                  <a:schemeClr val="bg1"/>
                </a:solidFill>
              </a:rPr>
              <a:t>    void move() {</a:t>
            </a:r>
          </a:p>
          <a:p>
            <a:r>
              <a:rPr lang="en-IN" sz="1500" dirty="0">
                <a:solidFill>
                  <a:schemeClr val="bg1"/>
                </a:solidFill>
              </a:rPr>
              <a:t>        </a:t>
            </a:r>
            <a:r>
              <a:rPr lang="en-IN" sz="1500" dirty="0" err="1">
                <a:solidFill>
                  <a:schemeClr val="bg1"/>
                </a:solidFill>
              </a:rPr>
              <a:t>System.out.println</a:t>
            </a:r>
            <a:r>
              <a:rPr lang="en-IN" sz="1500" dirty="0">
                <a:solidFill>
                  <a:schemeClr val="bg1"/>
                </a:solidFill>
              </a:rPr>
              <a:t>("Electric car glides silently.");</a:t>
            </a:r>
          </a:p>
          <a:p>
            <a:r>
              <a:rPr lang="en-IN" sz="1500" dirty="0">
                <a:solidFill>
                  <a:schemeClr val="bg1"/>
                </a:solidFill>
              </a:rPr>
              <a:t>    }</a:t>
            </a:r>
          </a:p>
          <a:p>
            <a:r>
              <a:rPr lang="en-IN" sz="1500" dirty="0">
                <a:solidFill>
                  <a:schemeClr val="bg1"/>
                </a:solidFill>
              </a:rPr>
              <a:t>}</a:t>
            </a:r>
          </a:p>
          <a:p>
            <a:endParaRPr lang="en-IN" sz="1500" dirty="0">
              <a:solidFill>
                <a:schemeClr val="bg1"/>
              </a:solidFill>
            </a:endParaRPr>
          </a:p>
          <a:p>
            <a:r>
              <a:rPr lang="en-IN" sz="1500" dirty="0">
                <a:solidFill>
                  <a:schemeClr val="bg1"/>
                </a:solidFill>
              </a:rPr>
              <a:t>// Demonstration</a:t>
            </a:r>
          </a:p>
          <a:p>
            <a:r>
              <a:rPr lang="en-IN" sz="1500" dirty="0">
                <a:solidFill>
                  <a:schemeClr val="bg1"/>
                </a:solidFill>
              </a:rPr>
              <a:t>public class </a:t>
            </a:r>
            <a:r>
              <a:rPr lang="en-IN" sz="1500" dirty="0" err="1">
                <a:solidFill>
                  <a:schemeClr val="bg1"/>
                </a:solidFill>
              </a:rPr>
              <a:t>PolymorphismDemo</a:t>
            </a:r>
            <a:r>
              <a:rPr lang="en-IN" sz="1500" dirty="0">
                <a:solidFill>
                  <a:schemeClr val="bg1"/>
                </a:solidFill>
              </a:rPr>
              <a:t> {</a:t>
            </a:r>
          </a:p>
          <a:p>
            <a:r>
              <a:rPr lang="en-IN" sz="1500" dirty="0">
                <a:solidFill>
                  <a:schemeClr val="bg1"/>
                </a:solidFill>
              </a:rPr>
              <a:t>    public static void main(String[] </a:t>
            </a:r>
            <a:r>
              <a:rPr lang="en-IN" sz="1500" dirty="0" err="1">
                <a:solidFill>
                  <a:schemeClr val="bg1"/>
                </a:solidFill>
              </a:rPr>
              <a:t>args</a:t>
            </a:r>
            <a:r>
              <a:rPr lang="en-IN" sz="1500" dirty="0">
                <a:solidFill>
                  <a:schemeClr val="bg1"/>
                </a:solidFill>
              </a:rPr>
              <a:t>) {</a:t>
            </a:r>
          </a:p>
          <a:p>
            <a:r>
              <a:rPr lang="en-IN" sz="1500" dirty="0">
                <a:solidFill>
                  <a:schemeClr val="bg1"/>
                </a:solidFill>
              </a:rPr>
              <a:t>        Vehicle v1 = new Car();</a:t>
            </a:r>
          </a:p>
          <a:p>
            <a:r>
              <a:rPr lang="en-IN" sz="1500" dirty="0">
                <a:solidFill>
                  <a:schemeClr val="bg1"/>
                </a:solidFill>
              </a:rPr>
              <a:t>        Vehicle v2 = new Bike();</a:t>
            </a:r>
          </a:p>
          <a:p>
            <a:r>
              <a:rPr lang="en-IN" sz="1500" dirty="0">
                <a:solidFill>
                  <a:schemeClr val="bg1"/>
                </a:solidFill>
              </a:rPr>
              <a:t>        Vehicle v3 = new </a:t>
            </a:r>
            <a:r>
              <a:rPr lang="en-IN" sz="1500" dirty="0" err="1">
                <a:solidFill>
                  <a:schemeClr val="bg1"/>
                </a:solidFill>
              </a:rPr>
              <a:t>ElectricCar</a:t>
            </a:r>
            <a:r>
              <a:rPr lang="en-IN" sz="1500" dirty="0">
                <a:solidFill>
                  <a:schemeClr val="bg1"/>
                </a:solidFill>
              </a:rPr>
              <a:t>();</a:t>
            </a:r>
          </a:p>
          <a:p>
            <a:endParaRPr lang="en-IN" sz="1500" dirty="0">
              <a:solidFill>
                <a:schemeClr val="bg1"/>
              </a:solidFill>
            </a:endParaRPr>
          </a:p>
          <a:p>
            <a:r>
              <a:rPr lang="en-IN" sz="1500" dirty="0">
                <a:solidFill>
                  <a:schemeClr val="bg1"/>
                </a:solidFill>
              </a:rPr>
              <a:t>        v1.move(); // Car’s version</a:t>
            </a:r>
          </a:p>
          <a:p>
            <a:r>
              <a:rPr lang="en-IN" sz="1500" dirty="0">
                <a:solidFill>
                  <a:schemeClr val="bg1"/>
                </a:solidFill>
              </a:rPr>
              <a:t>        v2.move(); // Bike’s version</a:t>
            </a:r>
          </a:p>
          <a:p>
            <a:r>
              <a:rPr lang="en-IN" sz="1500" dirty="0">
                <a:solidFill>
                  <a:schemeClr val="bg1"/>
                </a:solidFill>
              </a:rPr>
              <a:t>        v3.move(); // </a:t>
            </a:r>
            <a:r>
              <a:rPr lang="en-IN" sz="1500" dirty="0" err="1">
                <a:solidFill>
                  <a:schemeClr val="bg1"/>
                </a:solidFill>
              </a:rPr>
              <a:t>ElectricCar’s</a:t>
            </a:r>
            <a:r>
              <a:rPr lang="en-IN" sz="1500" dirty="0">
                <a:solidFill>
                  <a:schemeClr val="bg1"/>
                </a:solidFill>
              </a:rPr>
              <a:t> version</a:t>
            </a:r>
          </a:p>
          <a:p>
            <a:r>
              <a:rPr lang="en-IN" sz="1500" dirty="0">
                <a:solidFill>
                  <a:schemeClr val="bg1"/>
                </a:solidFill>
              </a:rPr>
              <a:t>    }</a:t>
            </a:r>
          </a:p>
        </p:txBody>
      </p:sp>
      <p:sp>
        <p:nvSpPr>
          <p:cNvPr id="6" name="Date Placeholder 3">
            <a:extLst>
              <a:ext uri="{FF2B5EF4-FFF2-40B4-BE49-F238E27FC236}">
                <a16:creationId xmlns:a16="http://schemas.microsoft.com/office/drawing/2014/main" id="{7DD2CD67-6D1C-5E2D-BB41-2A8E220B7F95}"/>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0541617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58AF-DE96-B004-6B1F-9CAC773F3320}"/>
              </a:ext>
            </a:extLst>
          </p:cNvPr>
          <p:cNvSpPr>
            <a:spLocks noGrp="1"/>
          </p:cNvSpPr>
          <p:nvPr>
            <p:ph type="title"/>
          </p:nvPr>
        </p:nvSpPr>
        <p:spPr/>
        <p:txBody>
          <a:bodyPr>
            <a:normAutofit/>
          </a:bodyPr>
          <a:lstStyle/>
          <a:p>
            <a:r>
              <a:rPr lang="en-IN" sz="2400" dirty="0"/>
              <a:t>Polymorphism {</a:t>
            </a:r>
            <a:r>
              <a:rPr lang="en-IN" sz="2000" dirty="0"/>
              <a:t>Compile time polymorphism or method overloading</a:t>
            </a:r>
            <a:r>
              <a:rPr lang="en-IN" sz="2400" dirty="0"/>
              <a:t>}</a:t>
            </a:r>
          </a:p>
        </p:txBody>
      </p:sp>
      <p:sp>
        <p:nvSpPr>
          <p:cNvPr id="3" name="Content Placeholder 2">
            <a:extLst>
              <a:ext uri="{FF2B5EF4-FFF2-40B4-BE49-F238E27FC236}">
                <a16:creationId xmlns:a16="http://schemas.microsoft.com/office/drawing/2014/main" id="{1C4B68DD-B09C-FA04-E920-16C40FD9AE1C}"/>
              </a:ext>
            </a:extLst>
          </p:cNvPr>
          <p:cNvSpPr>
            <a:spLocks noGrp="1"/>
          </p:cNvSpPr>
          <p:nvPr>
            <p:ph idx="1"/>
          </p:nvPr>
        </p:nvSpPr>
        <p:spPr>
          <a:xfrm>
            <a:off x="36726" y="1059445"/>
            <a:ext cx="11784691" cy="5619914"/>
          </a:xfrm>
        </p:spPr>
        <p:txBody>
          <a:bodyPr>
            <a:normAutofit/>
          </a:bodyPr>
          <a:lstStyle/>
          <a:p>
            <a:pPr marL="0" indent="0">
              <a:buNone/>
            </a:pPr>
            <a:r>
              <a:rPr lang="en-US" sz="1700" dirty="0">
                <a:solidFill>
                  <a:schemeClr val="bg1"/>
                </a:solidFill>
              </a:rPr>
              <a:t>Compile‑time polymorphism happens when the compiler decides which method to call based on the method signature (name + parameter list). In Java, this is achieved through </a:t>
            </a:r>
            <a:r>
              <a:rPr lang="en-US" sz="1700" b="1" dirty="0">
                <a:solidFill>
                  <a:schemeClr val="bg1"/>
                </a:solidFill>
              </a:rPr>
              <a:t>method overloading</a:t>
            </a:r>
            <a:r>
              <a:rPr lang="en-US" sz="1700" dirty="0">
                <a:solidFill>
                  <a:schemeClr val="bg1"/>
                </a:solidFill>
              </a:rPr>
              <a:t> — multiple methods with the same name but different parameter types or counts. The decision is made at compile time, not runtime.</a:t>
            </a:r>
          </a:p>
          <a:p>
            <a:pPr marL="0" indent="0">
              <a:buNone/>
            </a:pPr>
            <a:endParaRPr lang="en-US" sz="1700" dirty="0">
              <a:solidFill>
                <a:schemeClr val="bg1"/>
              </a:solidFill>
            </a:endParaRPr>
          </a:p>
          <a:p>
            <a:pPr marL="0" indent="0">
              <a:buNone/>
            </a:pPr>
            <a:r>
              <a:rPr lang="en-US" sz="1700" b="1" dirty="0">
                <a:solidFill>
                  <a:schemeClr val="bg1"/>
                </a:solidFill>
              </a:rPr>
              <a:t>Key points</a:t>
            </a:r>
          </a:p>
          <a:p>
            <a:pPr marL="342900" indent="-342900">
              <a:buFont typeface="+mj-lt"/>
              <a:buAutoNum type="arabicPeriod"/>
            </a:pPr>
            <a:r>
              <a:rPr lang="en-US" sz="1700" b="1" dirty="0">
                <a:solidFill>
                  <a:schemeClr val="bg1"/>
                </a:solidFill>
              </a:rPr>
              <a:t>Same method name, different signatures</a:t>
            </a:r>
            <a:r>
              <a:rPr lang="en-US" sz="1700" dirty="0">
                <a:solidFill>
                  <a:schemeClr val="bg1"/>
                </a:solidFill>
              </a:rPr>
              <a:t>.</a:t>
            </a:r>
          </a:p>
          <a:p>
            <a:pPr marL="342900" indent="-342900">
              <a:buFont typeface="+mj-lt"/>
              <a:buAutoNum type="arabicPeriod"/>
            </a:pPr>
            <a:r>
              <a:rPr lang="en-US" sz="1700" b="1" dirty="0">
                <a:solidFill>
                  <a:schemeClr val="bg1"/>
                </a:solidFill>
              </a:rPr>
              <a:t>Return type alone is not enough</a:t>
            </a:r>
            <a:r>
              <a:rPr lang="en-US" sz="1700" dirty="0">
                <a:solidFill>
                  <a:schemeClr val="bg1"/>
                </a:solidFill>
              </a:rPr>
              <a:t> — you must change parameters.</a:t>
            </a:r>
          </a:p>
          <a:p>
            <a:pPr marL="342900" indent="-342900">
              <a:buFont typeface="+mj-lt"/>
              <a:buAutoNum type="arabicPeriod"/>
            </a:pPr>
            <a:r>
              <a:rPr lang="en-US" sz="1700" b="1" dirty="0">
                <a:solidFill>
                  <a:schemeClr val="bg1"/>
                </a:solidFill>
              </a:rPr>
              <a:t>Resolved at compile time</a:t>
            </a:r>
            <a:r>
              <a:rPr lang="en-US" sz="1700" dirty="0">
                <a:solidFill>
                  <a:schemeClr val="bg1"/>
                </a:solidFill>
              </a:rPr>
              <a:t> — the compiler picks the correct method based on arguments.</a:t>
            </a:r>
          </a:p>
          <a:p>
            <a:pPr marL="0" indent="0">
              <a:buNone/>
            </a:pPr>
            <a:endParaRPr lang="en-IN" sz="1700" dirty="0">
              <a:solidFill>
                <a:schemeClr val="bg1"/>
              </a:solidFill>
            </a:endParaRPr>
          </a:p>
          <a:p>
            <a:pPr marL="0" indent="0">
              <a:buNone/>
            </a:pPr>
            <a:r>
              <a:rPr lang="en-US" sz="1700" b="1" dirty="0">
                <a:solidFill>
                  <a:schemeClr val="bg1"/>
                </a:solidFill>
              </a:rPr>
              <a:t>Why it matters</a:t>
            </a:r>
          </a:p>
          <a:p>
            <a:pPr marL="342900" indent="-342900">
              <a:buFont typeface="+mj-lt"/>
              <a:buAutoNum type="arabicPeriod"/>
            </a:pPr>
            <a:r>
              <a:rPr lang="en-US" sz="1700" b="1" dirty="0">
                <a:solidFill>
                  <a:schemeClr val="bg1"/>
                </a:solidFill>
              </a:rPr>
              <a:t>Convenience</a:t>
            </a:r>
            <a:r>
              <a:rPr lang="en-US" sz="1700" dirty="0">
                <a:solidFill>
                  <a:schemeClr val="bg1"/>
                </a:solidFill>
              </a:rPr>
              <a:t>: one method name can handle multiple input types.</a:t>
            </a:r>
          </a:p>
          <a:p>
            <a:pPr marL="342900" indent="-342900">
              <a:buFont typeface="+mj-lt"/>
              <a:buAutoNum type="arabicPeriod"/>
            </a:pPr>
            <a:r>
              <a:rPr lang="en-US" sz="1700" b="1" dirty="0">
                <a:solidFill>
                  <a:schemeClr val="bg1"/>
                </a:solidFill>
              </a:rPr>
              <a:t>Clarity</a:t>
            </a:r>
            <a:r>
              <a:rPr lang="en-US" sz="1700" dirty="0">
                <a:solidFill>
                  <a:schemeClr val="bg1"/>
                </a:solidFill>
              </a:rPr>
              <a:t>: avoids cluttering APIs with many different names for similar operations.</a:t>
            </a:r>
          </a:p>
          <a:p>
            <a:pPr marL="342900" indent="-342900">
              <a:buFont typeface="+mj-lt"/>
              <a:buAutoNum type="arabicPeriod"/>
            </a:pPr>
            <a:r>
              <a:rPr lang="en-US" sz="1700" b="1" dirty="0">
                <a:solidFill>
                  <a:schemeClr val="bg1"/>
                </a:solidFill>
              </a:rPr>
              <a:t>Extensibility</a:t>
            </a:r>
            <a:r>
              <a:rPr lang="en-US" sz="1700" dirty="0">
                <a:solidFill>
                  <a:schemeClr val="bg1"/>
                </a:solidFill>
              </a:rPr>
              <a:t>: you can add new overloads later without breaking existing code.</a:t>
            </a:r>
          </a:p>
          <a:p>
            <a:pPr marL="0" indent="0">
              <a:buNone/>
            </a:pPr>
            <a:endParaRPr lang="en-IN" sz="1700" dirty="0">
              <a:solidFill>
                <a:schemeClr val="bg1"/>
              </a:solidFill>
            </a:endParaRPr>
          </a:p>
        </p:txBody>
      </p:sp>
      <p:sp>
        <p:nvSpPr>
          <p:cNvPr id="4" name="Date Placeholder 3">
            <a:extLst>
              <a:ext uri="{FF2B5EF4-FFF2-40B4-BE49-F238E27FC236}">
                <a16:creationId xmlns:a16="http://schemas.microsoft.com/office/drawing/2014/main" id="{BA79CFA9-FC74-DCF1-4520-7B5975DC193B}"/>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564355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4DE1F-F954-2A87-7E7D-FDE079E76E42}"/>
              </a:ext>
            </a:extLst>
          </p:cNvPr>
          <p:cNvSpPr>
            <a:spLocks noGrp="1"/>
          </p:cNvSpPr>
          <p:nvPr>
            <p:ph type="title"/>
          </p:nvPr>
        </p:nvSpPr>
        <p:spPr/>
        <p:txBody>
          <a:bodyPr>
            <a:normAutofit/>
          </a:bodyPr>
          <a:lstStyle/>
          <a:p>
            <a:r>
              <a:rPr lang="en-IN" sz="2400" dirty="0"/>
              <a:t>Polymorphism </a:t>
            </a:r>
            <a:r>
              <a:rPr lang="en-IN" sz="2800" dirty="0"/>
              <a:t>{</a:t>
            </a:r>
            <a:r>
              <a:rPr lang="en-IN" sz="2000" dirty="0"/>
              <a:t>Compile time polymorphism or method overloading</a:t>
            </a:r>
            <a:r>
              <a:rPr lang="en-IN" sz="2800" dirty="0"/>
              <a:t>}</a:t>
            </a:r>
            <a:endParaRPr lang="en-IN" sz="2400" dirty="0"/>
          </a:p>
        </p:txBody>
      </p:sp>
      <p:sp>
        <p:nvSpPr>
          <p:cNvPr id="7" name="TextBox 6">
            <a:extLst>
              <a:ext uri="{FF2B5EF4-FFF2-40B4-BE49-F238E27FC236}">
                <a16:creationId xmlns:a16="http://schemas.microsoft.com/office/drawing/2014/main" id="{21C73230-16D6-CDA5-3389-1CED0D8F3513}"/>
              </a:ext>
            </a:extLst>
          </p:cNvPr>
          <p:cNvSpPr txBox="1"/>
          <p:nvPr/>
        </p:nvSpPr>
        <p:spPr>
          <a:xfrm>
            <a:off x="84779" y="1009489"/>
            <a:ext cx="6194908" cy="5262979"/>
          </a:xfrm>
          <a:prstGeom prst="rect">
            <a:avLst/>
          </a:prstGeom>
          <a:noFill/>
          <a:ln>
            <a:solidFill>
              <a:schemeClr val="tx1">
                <a:lumMod val="85000"/>
              </a:schemeClr>
            </a:solidFill>
          </a:ln>
        </p:spPr>
        <p:txBody>
          <a:bodyPr wrap="square" rtlCol="0">
            <a:spAutoFit/>
          </a:bodyPr>
          <a:lstStyle/>
          <a:p>
            <a:r>
              <a:rPr lang="en-IN" sz="1400" dirty="0">
                <a:solidFill>
                  <a:schemeClr val="bg1"/>
                </a:solidFill>
              </a:rPr>
              <a:t>public class Vehicle {</a:t>
            </a:r>
          </a:p>
          <a:p>
            <a:r>
              <a:rPr lang="en-IN" sz="1400" dirty="0">
                <a:solidFill>
                  <a:schemeClr val="bg1"/>
                </a:solidFill>
              </a:rPr>
              <a:t>    private String brand;</a:t>
            </a:r>
          </a:p>
          <a:p>
            <a:endParaRPr lang="en-IN" sz="1400" dirty="0">
              <a:solidFill>
                <a:schemeClr val="bg1"/>
              </a:solidFill>
            </a:endParaRPr>
          </a:p>
          <a:p>
            <a:r>
              <a:rPr lang="en-IN" sz="1400" dirty="0">
                <a:solidFill>
                  <a:schemeClr val="bg1"/>
                </a:solidFill>
              </a:rPr>
              <a:t>    public Vehicle(String brand) {</a:t>
            </a:r>
          </a:p>
          <a:p>
            <a:r>
              <a:rPr lang="en-IN" sz="1400" dirty="0">
                <a:solidFill>
                  <a:schemeClr val="bg1"/>
                </a:solidFill>
              </a:rPr>
              <a:t>        </a:t>
            </a:r>
            <a:r>
              <a:rPr lang="en-IN" sz="1400" dirty="0" err="1">
                <a:solidFill>
                  <a:schemeClr val="bg1"/>
                </a:solidFill>
              </a:rPr>
              <a:t>this.brand</a:t>
            </a:r>
            <a:r>
              <a:rPr lang="en-IN" sz="1400" dirty="0">
                <a:solidFill>
                  <a:schemeClr val="bg1"/>
                </a:solidFill>
              </a:rPr>
              <a:t> = brand;</a:t>
            </a:r>
          </a:p>
          <a:p>
            <a:r>
              <a:rPr lang="en-IN" sz="1400" dirty="0">
                <a:solidFill>
                  <a:schemeClr val="bg1"/>
                </a:solidFill>
              </a:rPr>
              <a:t>    }</a:t>
            </a:r>
          </a:p>
          <a:p>
            <a:endParaRPr lang="en-IN" sz="1400" dirty="0">
              <a:solidFill>
                <a:schemeClr val="bg1"/>
              </a:solidFill>
            </a:endParaRPr>
          </a:p>
          <a:p>
            <a:r>
              <a:rPr lang="en-IN" sz="1400" dirty="0">
                <a:solidFill>
                  <a:schemeClr val="bg1"/>
                </a:solidFill>
              </a:rPr>
              <a:t>    // No parameters</a:t>
            </a:r>
          </a:p>
          <a:p>
            <a:r>
              <a:rPr lang="en-IN" sz="1400" dirty="0">
                <a:solidFill>
                  <a:schemeClr val="bg1"/>
                </a:solidFill>
              </a:rPr>
              <a:t>    public void start()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vehicle started with default ignition.");</a:t>
            </a:r>
          </a:p>
          <a:p>
            <a:r>
              <a:rPr lang="en-IN" sz="1400" dirty="0">
                <a:solidFill>
                  <a:schemeClr val="bg1"/>
                </a:solidFill>
              </a:rPr>
              <a:t>    }</a:t>
            </a:r>
          </a:p>
          <a:p>
            <a:endParaRPr lang="en-IN" sz="1400" dirty="0">
              <a:solidFill>
                <a:schemeClr val="bg1"/>
              </a:solidFill>
            </a:endParaRPr>
          </a:p>
          <a:p>
            <a:r>
              <a:rPr lang="en-IN" sz="1400" dirty="0">
                <a:solidFill>
                  <a:schemeClr val="bg1"/>
                </a:solidFill>
              </a:rPr>
              <a:t> // One parameter: speed</a:t>
            </a:r>
          </a:p>
          <a:p>
            <a:r>
              <a:rPr lang="en-IN" sz="1400" dirty="0">
                <a:solidFill>
                  <a:schemeClr val="bg1"/>
                </a:solidFill>
              </a:rPr>
              <a:t>    public void start(int speed)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vehicle started at speed " + speed + " km/h.");</a:t>
            </a:r>
          </a:p>
          <a:p>
            <a:r>
              <a:rPr lang="en-IN" sz="1400" dirty="0">
                <a:solidFill>
                  <a:schemeClr val="bg1"/>
                </a:solidFill>
              </a:rPr>
              <a:t>    }</a:t>
            </a:r>
          </a:p>
          <a:p>
            <a:endParaRPr lang="en-IN" sz="1400" dirty="0">
              <a:solidFill>
                <a:schemeClr val="bg1"/>
              </a:solidFill>
            </a:endParaRPr>
          </a:p>
          <a:p>
            <a:r>
              <a:rPr lang="en-IN" sz="1400" dirty="0">
                <a:solidFill>
                  <a:schemeClr val="bg1"/>
                </a:solidFill>
              </a:rPr>
              <a:t>// Two parameters: speed and gear</a:t>
            </a:r>
          </a:p>
          <a:p>
            <a:r>
              <a:rPr lang="en-IN" sz="1400" dirty="0">
                <a:solidFill>
                  <a:schemeClr val="bg1"/>
                </a:solidFill>
              </a:rPr>
              <a:t>    public void start(int speed, int gear)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vehicle started at speed " + speed + " km/h in gear " + gear + ".");</a:t>
            </a:r>
          </a:p>
          <a:p>
            <a:r>
              <a:rPr lang="en-IN" sz="1400" dirty="0">
                <a:solidFill>
                  <a:schemeClr val="bg1"/>
                </a:solidFill>
              </a:rPr>
              <a:t>    }</a:t>
            </a:r>
          </a:p>
          <a:p>
            <a:endParaRPr lang="en-IN" sz="1400" dirty="0">
              <a:solidFill>
                <a:schemeClr val="bg1"/>
              </a:solidFill>
            </a:endParaRPr>
          </a:p>
        </p:txBody>
      </p:sp>
      <p:sp>
        <p:nvSpPr>
          <p:cNvPr id="8" name="TextBox 7">
            <a:extLst>
              <a:ext uri="{FF2B5EF4-FFF2-40B4-BE49-F238E27FC236}">
                <a16:creationId xmlns:a16="http://schemas.microsoft.com/office/drawing/2014/main" id="{B90E33F4-EB7F-B7E4-3C1D-05EC15D89DDC}"/>
              </a:ext>
            </a:extLst>
          </p:cNvPr>
          <p:cNvSpPr txBox="1"/>
          <p:nvPr/>
        </p:nvSpPr>
        <p:spPr>
          <a:xfrm>
            <a:off x="6401192" y="1009489"/>
            <a:ext cx="5662405" cy="4185761"/>
          </a:xfrm>
          <a:prstGeom prst="rect">
            <a:avLst/>
          </a:prstGeom>
          <a:noFill/>
          <a:ln>
            <a:solidFill>
              <a:schemeClr val="tx1">
                <a:lumMod val="85000"/>
              </a:schemeClr>
            </a:solidFill>
          </a:ln>
        </p:spPr>
        <p:txBody>
          <a:bodyPr wrap="square" rtlCol="0">
            <a:spAutoFit/>
          </a:bodyPr>
          <a:lstStyle/>
          <a:p>
            <a:endParaRPr lang="en-IN" sz="1400" dirty="0">
              <a:solidFill>
                <a:schemeClr val="bg1"/>
              </a:solidFill>
            </a:endParaRPr>
          </a:p>
          <a:p>
            <a:r>
              <a:rPr lang="en-IN" sz="1400" dirty="0">
                <a:solidFill>
                  <a:schemeClr val="bg1"/>
                </a:solidFill>
              </a:rPr>
              <a:t>    // Different parameter type</a:t>
            </a:r>
          </a:p>
          <a:p>
            <a:r>
              <a:rPr lang="en-IN" sz="1400" dirty="0">
                <a:solidFill>
                  <a:schemeClr val="bg1"/>
                </a:solidFill>
              </a:rPr>
              <a:t>    public void start(String mode)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vehicle started in " + mode + " mode.");</a:t>
            </a:r>
          </a:p>
          <a:p>
            <a:r>
              <a:rPr lang="en-IN" sz="1400" dirty="0">
                <a:solidFill>
                  <a:schemeClr val="bg1"/>
                </a:solidFill>
              </a:rPr>
              <a:t>    }</a:t>
            </a:r>
          </a:p>
          <a:p>
            <a:r>
              <a:rPr lang="en-IN" sz="1400" dirty="0">
                <a:solidFill>
                  <a:schemeClr val="bg1"/>
                </a:solidFill>
              </a:rPr>
              <a:t>}</a:t>
            </a:r>
          </a:p>
          <a:p>
            <a:endParaRPr lang="en-IN" sz="1400" dirty="0">
              <a:solidFill>
                <a:schemeClr val="bg1"/>
              </a:solidFill>
            </a:endParaRPr>
          </a:p>
          <a:p>
            <a:r>
              <a:rPr lang="en-IN" sz="1400" dirty="0">
                <a:solidFill>
                  <a:schemeClr val="bg1"/>
                </a:solidFill>
              </a:rPr>
              <a:t>public class </a:t>
            </a:r>
            <a:r>
              <a:rPr lang="en-IN" sz="1400" dirty="0" err="1">
                <a:solidFill>
                  <a:schemeClr val="bg1"/>
                </a:solidFill>
              </a:rPr>
              <a:t>VehicleDemo</a:t>
            </a:r>
            <a:r>
              <a:rPr lang="en-IN" sz="1400" dirty="0">
                <a:solidFill>
                  <a:schemeClr val="bg1"/>
                </a:solidFill>
              </a:rPr>
              <a:t> {</a:t>
            </a:r>
          </a:p>
          <a:p>
            <a:r>
              <a:rPr lang="en-IN" sz="1400" dirty="0">
                <a:solidFill>
                  <a:schemeClr val="bg1"/>
                </a:solidFill>
              </a:rPr>
              <a:t>    public static void main(String[] </a:t>
            </a:r>
            <a:r>
              <a:rPr lang="en-IN" sz="1400" dirty="0" err="1">
                <a:solidFill>
                  <a:schemeClr val="bg1"/>
                </a:solidFill>
              </a:rPr>
              <a:t>args</a:t>
            </a:r>
            <a:r>
              <a:rPr lang="en-IN" sz="1400" dirty="0">
                <a:solidFill>
                  <a:schemeClr val="bg1"/>
                </a:solidFill>
              </a:rPr>
              <a:t>) {</a:t>
            </a:r>
          </a:p>
          <a:p>
            <a:r>
              <a:rPr lang="en-IN" sz="1400" dirty="0">
                <a:solidFill>
                  <a:schemeClr val="bg1"/>
                </a:solidFill>
              </a:rPr>
              <a:t>        Vehicle car = new Vehicle("Toyota");</a:t>
            </a:r>
          </a:p>
          <a:p>
            <a:endParaRPr lang="en-IN" sz="1400" dirty="0">
              <a:solidFill>
                <a:schemeClr val="bg1"/>
              </a:solidFill>
            </a:endParaRPr>
          </a:p>
          <a:p>
            <a:r>
              <a:rPr lang="en-IN" sz="1400" dirty="0">
                <a:solidFill>
                  <a:schemeClr val="bg1"/>
                </a:solidFill>
              </a:rPr>
              <a:t>        </a:t>
            </a:r>
            <a:r>
              <a:rPr lang="en-IN" sz="1400" dirty="0" err="1">
                <a:solidFill>
                  <a:schemeClr val="bg1"/>
                </a:solidFill>
              </a:rPr>
              <a:t>car.start</a:t>
            </a:r>
            <a:r>
              <a:rPr lang="en-IN" sz="1400" dirty="0">
                <a:solidFill>
                  <a:schemeClr val="bg1"/>
                </a:solidFill>
              </a:rPr>
              <a:t>();                 // calls no‑</a:t>
            </a:r>
            <a:r>
              <a:rPr lang="en-IN" sz="1400" dirty="0" err="1">
                <a:solidFill>
                  <a:schemeClr val="bg1"/>
                </a:solidFill>
              </a:rPr>
              <a:t>arg</a:t>
            </a:r>
            <a:r>
              <a:rPr lang="en-IN" sz="1400" dirty="0">
                <a:solidFill>
                  <a:schemeClr val="bg1"/>
                </a:solidFill>
              </a:rPr>
              <a:t> version</a:t>
            </a:r>
          </a:p>
          <a:p>
            <a:r>
              <a:rPr lang="en-IN" sz="1400" dirty="0">
                <a:solidFill>
                  <a:schemeClr val="bg1"/>
                </a:solidFill>
              </a:rPr>
              <a:t>        </a:t>
            </a:r>
            <a:r>
              <a:rPr lang="en-IN" sz="1400" dirty="0" err="1">
                <a:solidFill>
                  <a:schemeClr val="bg1"/>
                </a:solidFill>
              </a:rPr>
              <a:t>car.start</a:t>
            </a:r>
            <a:r>
              <a:rPr lang="en-IN" sz="1400" dirty="0">
                <a:solidFill>
                  <a:schemeClr val="bg1"/>
                </a:solidFill>
              </a:rPr>
              <a:t>(40);               // calls int version</a:t>
            </a:r>
          </a:p>
          <a:p>
            <a:r>
              <a:rPr lang="en-IN" sz="1400" dirty="0">
                <a:solidFill>
                  <a:schemeClr val="bg1"/>
                </a:solidFill>
              </a:rPr>
              <a:t>        </a:t>
            </a:r>
            <a:r>
              <a:rPr lang="en-IN" sz="1400" dirty="0" err="1">
                <a:solidFill>
                  <a:schemeClr val="bg1"/>
                </a:solidFill>
              </a:rPr>
              <a:t>car.start</a:t>
            </a:r>
            <a:r>
              <a:rPr lang="en-IN" sz="1400" dirty="0">
                <a:solidFill>
                  <a:schemeClr val="bg1"/>
                </a:solidFill>
              </a:rPr>
              <a:t>(60, 3);            // calls two‑int version</a:t>
            </a:r>
          </a:p>
          <a:p>
            <a:r>
              <a:rPr lang="en-IN" sz="1400" dirty="0">
                <a:solidFill>
                  <a:schemeClr val="bg1"/>
                </a:solidFill>
              </a:rPr>
              <a:t>        </a:t>
            </a:r>
            <a:r>
              <a:rPr lang="en-IN" sz="1400" dirty="0" err="1">
                <a:solidFill>
                  <a:schemeClr val="bg1"/>
                </a:solidFill>
              </a:rPr>
              <a:t>car.start</a:t>
            </a:r>
            <a:r>
              <a:rPr lang="en-IN" sz="1400" dirty="0">
                <a:solidFill>
                  <a:schemeClr val="bg1"/>
                </a:solidFill>
              </a:rPr>
              <a:t>("Eco");            // calls String version</a:t>
            </a:r>
          </a:p>
          <a:p>
            <a:r>
              <a:rPr lang="en-IN" sz="1400" dirty="0">
                <a:solidFill>
                  <a:schemeClr val="bg1"/>
                </a:solidFill>
              </a:rPr>
              <a:t>    }</a:t>
            </a:r>
          </a:p>
          <a:p>
            <a:r>
              <a:rPr lang="en-IN" sz="1400" dirty="0">
                <a:solidFill>
                  <a:schemeClr val="bg1"/>
                </a:solidFill>
              </a:rPr>
              <a:t>}</a:t>
            </a:r>
          </a:p>
          <a:p>
            <a:endParaRPr lang="en-IN" sz="1400" dirty="0">
              <a:solidFill>
                <a:schemeClr val="bg1"/>
              </a:solidFill>
            </a:endParaRPr>
          </a:p>
        </p:txBody>
      </p:sp>
      <p:sp>
        <p:nvSpPr>
          <p:cNvPr id="9" name="Date Placeholder 3">
            <a:extLst>
              <a:ext uri="{FF2B5EF4-FFF2-40B4-BE49-F238E27FC236}">
                <a16:creationId xmlns:a16="http://schemas.microsoft.com/office/drawing/2014/main" id="{016F8D90-1493-1C06-4B02-7385B4175932}"/>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692862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E2D0D-5BEC-9203-5594-F225F21877D2}"/>
              </a:ext>
            </a:extLst>
          </p:cNvPr>
          <p:cNvSpPr>
            <a:spLocks noGrp="1"/>
          </p:cNvSpPr>
          <p:nvPr>
            <p:ph type="title"/>
          </p:nvPr>
        </p:nvSpPr>
        <p:spPr/>
        <p:txBody>
          <a:bodyPr>
            <a:normAutofit/>
          </a:bodyPr>
          <a:lstStyle/>
          <a:p>
            <a:r>
              <a:rPr lang="en-IN" sz="2400" dirty="0"/>
              <a:t>Composition</a:t>
            </a:r>
          </a:p>
        </p:txBody>
      </p:sp>
      <p:sp>
        <p:nvSpPr>
          <p:cNvPr id="3" name="Content Placeholder 2">
            <a:extLst>
              <a:ext uri="{FF2B5EF4-FFF2-40B4-BE49-F238E27FC236}">
                <a16:creationId xmlns:a16="http://schemas.microsoft.com/office/drawing/2014/main" id="{B43485DE-5AFA-8B5A-C812-F07FE201D7D1}"/>
              </a:ext>
            </a:extLst>
          </p:cNvPr>
          <p:cNvSpPr>
            <a:spLocks noGrp="1"/>
          </p:cNvSpPr>
          <p:nvPr>
            <p:ph idx="1"/>
          </p:nvPr>
        </p:nvSpPr>
        <p:spPr/>
        <p:txBody>
          <a:bodyPr>
            <a:normAutofit/>
          </a:bodyPr>
          <a:lstStyle/>
          <a:p>
            <a:pPr marL="0" indent="0">
              <a:buNone/>
            </a:pPr>
            <a:r>
              <a:rPr lang="en-US" sz="1800" dirty="0">
                <a:solidFill>
                  <a:schemeClr val="bg1"/>
                </a:solidFill>
              </a:rPr>
              <a:t>Composition is an object‑oriented design principle where one class contains references to other classes, effectively </a:t>
            </a:r>
            <a:r>
              <a:rPr lang="en-US" sz="1800" i="1" dirty="0">
                <a:solidFill>
                  <a:schemeClr val="bg1"/>
                </a:solidFill>
              </a:rPr>
              <a:t>building</a:t>
            </a:r>
            <a:r>
              <a:rPr lang="en-US" sz="1800" dirty="0">
                <a:solidFill>
                  <a:schemeClr val="bg1"/>
                </a:solidFill>
              </a:rPr>
              <a:t> complex functionality by combining simpler components. Instead of inheriting behavior, you </a:t>
            </a:r>
            <a:r>
              <a:rPr lang="en-US" sz="1800" b="1" dirty="0">
                <a:solidFill>
                  <a:schemeClr val="bg1"/>
                </a:solidFill>
              </a:rPr>
              <a:t>assemble</a:t>
            </a:r>
            <a:r>
              <a:rPr lang="en-US" sz="1800" dirty="0">
                <a:solidFill>
                  <a:schemeClr val="bg1"/>
                </a:solidFill>
              </a:rPr>
              <a:t> it by embedding objects inside another.</a:t>
            </a:r>
          </a:p>
          <a:p>
            <a:pPr marL="0" indent="0">
              <a:buNone/>
            </a:pPr>
            <a:endParaRPr lang="en-US" sz="1800" dirty="0">
              <a:solidFill>
                <a:schemeClr val="bg1"/>
              </a:solidFill>
            </a:endParaRPr>
          </a:p>
          <a:p>
            <a:pPr marL="0" indent="0">
              <a:buNone/>
            </a:pPr>
            <a:r>
              <a:rPr lang="en-US" sz="1800" b="1" dirty="0">
                <a:solidFill>
                  <a:schemeClr val="bg1"/>
                </a:solidFill>
              </a:rPr>
              <a:t>Key characteristics</a:t>
            </a:r>
          </a:p>
          <a:p>
            <a:pPr marL="342900" indent="-342900">
              <a:buFont typeface="+mj-lt"/>
              <a:buAutoNum type="arabicPeriod"/>
            </a:pPr>
            <a:r>
              <a:rPr lang="en-US" sz="1800" b="1" dirty="0">
                <a:solidFill>
                  <a:schemeClr val="bg1"/>
                </a:solidFill>
              </a:rPr>
              <a:t>“Has‑a” relationship</a:t>
            </a:r>
            <a:r>
              <a:rPr lang="en-US" sz="1800" dirty="0">
                <a:solidFill>
                  <a:schemeClr val="bg1"/>
                </a:solidFill>
              </a:rPr>
              <a:t>: While inheritance models an </a:t>
            </a:r>
            <a:r>
              <a:rPr lang="en-US" sz="1800" i="1" dirty="0">
                <a:solidFill>
                  <a:schemeClr val="bg1"/>
                </a:solidFill>
              </a:rPr>
              <a:t>“is‑a”</a:t>
            </a:r>
            <a:r>
              <a:rPr lang="en-US" sz="1800" dirty="0">
                <a:solidFill>
                  <a:schemeClr val="bg1"/>
                </a:solidFill>
              </a:rPr>
              <a:t> relationship (e.g., a Car </a:t>
            </a:r>
            <a:r>
              <a:rPr lang="en-US" sz="1800" i="1" dirty="0">
                <a:solidFill>
                  <a:schemeClr val="bg1"/>
                </a:solidFill>
              </a:rPr>
              <a:t>is a</a:t>
            </a:r>
            <a:r>
              <a:rPr lang="en-US" sz="1800" dirty="0">
                <a:solidFill>
                  <a:schemeClr val="bg1"/>
                </a:solidFill>
              </a:rPr>
              <a:t> Vehicle), composition models </a:t>
            </a:r>
            <a:r>
              <a:rPr lang="en-US" sz="1800" i="1" dirty="0">
                <a:solidFill>
                  <a:schemeClr val="bg1"/>
                </a:solidFill>
              </a:rPr>
              <a:t>“has‑a”</a:t>
            </a:r>
            <a:r>
              <a:rPr lang="en-US" sz="1800" dirty="0">
                <a:solidFill>
                  <a:schemeClr val="bg1"/>
                </a:solidFill>
              </a:rPr>
              <a:t> (e.g., a Car </a:t>
            </a:r>
            <a:r>
              <a:rPr lang="en-US" sz="1800" i="1" dirty="0">
                <a:solidFill>
                  <a:schemeClr val="bg1"/>
                </a:solidFill>
              </a:rPr>
              <a:t>has an</a:t>
            </a:r>
            <a:r>
              <a:rPr lang="en-US" sz="1800" dirty="0">
                <a:solidFill>
                  <a:schemeClr val="bg1"/>
                </a:solidFill>
              </a:rPr>
              <a:t> Engine).</a:t>
            </a:r>
          </a:p>
          <a:p>
            <a:pPr marL="342900" indent="-342900">
              <a:buFont typeface="+mj-lt"/>
              <a:buAutoNum type="arabicPeriod"/>
            </a:pPr>
            <a:r>
              <a:rPr lang="en-US" sz="1800" b="1" dirty="0">
                <a:solidFill>
                  <a:schemeClr val="bg1"/>
                </a:solidFill>
              </a:rPr>
              <a:t>Flexibility</a:t>
            </a:r>
            <a:r>
              <a:rPr lang="en-US" sz="1800" dirty="0">
                <a:solidFill>
                  <a:schemeClr val="bg1"/>
                </a:solidFill>
              </a:rPr>
              <a:t>: You can swap or replace components without changing the outer class’s contract.</a:t>
            </a:r>
          </a:p>
          <a:p>
            <a:pPr marL="342900" indent="-342900">
              <a:buFont typeface="+mj-lt"/>
              <a:buAutoNum type="arabicPeriod"/>
            </a:pPr>
            <a:r>
              <a:rPr lang="en-US" sz="1800" b="1" dirty="0">
                <a:solidFill>
                  <a:schemeClr val="bg1"/>
                </a:solidFill>
              </a:rPr>
              <a:t>Encapsulation friendly</a:t>
            </a:r>
            <a:r>
              <a:rPr lang="en-US" sz="1800" dirty="0">
                <a:solidFill>
                  <a:schemeClr val="bg1"/>
                </a:solidFill>
              </a:rPr>
              <a:t>: Internal parts remain hidden; the outer class decides how to expose or delegate their behavior.</a:t>
            </a:r>
          </a:p>
          <a:p>
            <a:pPr marL="342900" indent="-342900">
              <a:buFont typeface="+mj-lt"/>
              <a:buAutoNum type="arabicPeriod"/>
            </a:pPr>
            <a:r>
              <a:rPr lang="en-US" sz="1800" b="1" dirty="0">
                <a:solidFill>
                  <a:schemeClr val="bg1"/>
                </a:solidFill>
              </a:rPr>
              <a:t>Favors reuse</a:t>
            </a:r>
            <a:r>
              <a:rPr lang="en-US" sz="1800" dirty="0">
                <a:solidFill>
                  <a:schemeClr val="bg1"/>
                </a:solidFill>
              </a:rPr>
              <a:t>: Instead of duplicating code or forcing inheritance, you reuse existing classes as building blocks.</a:t>
            </a:r>
          </a:p>
          <a:p>
            <a:pPr marL="0" indent="0">
              <a:buNone/>
            </a:pPr>
            <a:endParaRPr lang="en-IN" sz="1800" dirty="0">
              <a:solidFill>
                <a:schemeClr val="bg1"/>
              </a:solidFill>
            </a:endParaRPr>
          </a:p>
        </p:txBody>
      </p:sp>
      <p:sp>
        <p:nvSpPr>
          <p:cNvPr id="4" name="Date Placeholder 3">
            <a:extLst>
              <a:ext uri="{FF2B5EF4-FFF2-40B4-BE49-F238E27FC236}">
                <a16:creationId xmlns:a16="http://schemas.microsoft.com/office/drawing/2014/main" id="{AC70EB9E-A823-5F99-0564-831999E6753F}"/>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7944509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AF3C-B78C-412B-C17C-B2587E8C30D8}"/>
              </a:ext>
            </a:extLst>
          </p:cNvPr>
          <p:cNvSpPr>
            <a:spLocks noGrp="1"/>
          </p:cNvSpPr>
          <p:nvPr>
            <p:ph type="title"/>
          </p:nvPr>
        </p:nvSpPr>
        <p:spPr/>
        <p:txBody>
          <a:bodyPr>
            <a:normAutofit/>
          </a:bodyPr>
          <a:lstStyle/>
          <a:p>
            <a:r>
              <a:rPr lang="en-IN" sz="2400" dirty="0"/>
              <a:t>Composition</a:t>
            </a:r>
          </a:p>
        </p:txBody>
      </p:sp>
      <p:sp>
        <p:nvSpPr>
          <p:cNvPr id="4" name="TextBox 3">
            <a:extLst>
              <a:ext uri="{FF2B5EF4-FFF2-40B4-BE49-F238E27FC236}">
                <a16:creationId xmlns:a16="http://schemas.microsoft.com/office/drawing/2014/main" id="{DE19EF61-49DC-A764-BA1D-6E45A35864CC}"/>
              </a:ext>
            </a:extLst>
          </p:cNvPr>
          <p:cNvSpPr txBox="1"/>
          <p:nvPr/>
        </p:nvSpPr>
        <p:spPr>
          <a:xfrm>
            <a:off x="121113" y="950734"/>
            <a:ext cx="5123062" cy="5693866"/>
          </a:xfrm>
          <a:prstGeom prst="rect">
            <a:avLst/>
          </a:prstGeom>
          <a:noFill/>
          <a:ln>
            <a:solidFill>
              <a:schemeClr val="tx1">
                <a:lumMod val="85000"/>
              </a:schemeClr>
            </a:solidFill>
          </a:ln>
        </p:spPr>
        <p:txBody>
          <a:bodyPr wrap="square" rtlCol="0">
            <a:spAutoFit/>
          </a:bodyPr>
          <a:lstStyle/>
          <a:p>
            <a:r>
              <a:rPr lang="en-IN" sz="1400" dirty="0">
                <a:solidFill>
                  <a:schemeClr val="bg1"/>
                </a:solidFill>
              </a:rPr>
              <a:t>// Engine class</a:t>
            </a:r>
          </a:p>
          <a:p>
            <a:r>
              <a:rPr lang="en-IN" sz="1400" dirty="0">
                <a:solidFill>
                  <a:schemeClr val="bg1"/>
                </a:solidFill>
              </a:rPr>
              <a:t>class Engine {</a:t>
            </a:r>
          </a:p>
          <a:p>
            <a:r>
              <a:rPr lang="en-IN" sz="1400" dirty="0">
                <a:solidFill>
                  <a:schemeClr val="bg1"/>
                </a:solidFill>
              </a:rPr>
              <a:t>    private String type;</a:t>
            </a:r>
          </a:p>
          <a:p>
            <a:endParaRPr lang="en-IN" sz="1400" dirty="0">
              <a:solidFill>
                <a:schemeClr val="bg1"/>
              </a:solidFill>
            </a:endParaRPr>
          </a:p>
          <a:p>
            <a:r>
              <a:rPr lang="en-IN" sz="1400" dirty="0">
                <a:solidFill>
                  <a:schemeClr val="bg1"/>
                </a:solidFill>
              </a:rPr>
              <a:t>    Engine(String type) {</a:t>
            </a:r>
          </a:p>
          <a:p>
            <a:r>
              <a:rPr lang="en-IN" sz="1400" dirty="0">
                <a:solidFill>
                  <a:schemeClr val="bg1"/>
                </a:solidFill>
              </a:rPr>
              <a:t>        </a:t>
            </a:r>
            <a:r>
              <a:rPr lang="en-IN" sz="1400" dirty="0" err="1">
                <a:solidFill>
                  <a:schemeClr val="bg1"/>
                </a:solidFill>
              </a:rPr>
              <a:t>this.type</a:t>
            </a:r>
            <a:r>
              <a:rPr lang="en-IN" sz="1400" dirty="0">
                <a:solidFill>
                  <a:schemeClr val="bg1"/>
                </a:solidFill>
              </a:rPr>
              <a:t> = type;</a:t>
            </a:r>
          </a:p>
          <a:p>
            <a:r>
              <a:rPr lang="en-IN" sz="1400" dirty="0">
                <a:solidFill>
                  <a:schemeClr val="bg1"/>
                </a:solidFill>
              </a:rPr>
              <a:t>    }</a:t>
            </a:r>
          </a:p>
          <a:p>
            <a:endParaRPr lang="en-IN" sz="1400" dirty="0">
              <a:solidFill>
                <a:schemeClr val="bg1"/>
              </a:solidFill>
            </a:endParaRPr>
          </a:p>
          <a:p>
            <a:r>
              <a:rPr lang="en-IN" sz="1400" dirty="0">
                <a:solidFill>
                  <a:schemeClr val="bg1"/>
                </a:solidFill>
              </a:rPr>
              <a:t>    void start()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(type + " engine started.");</a:t>
            </a:r>
          </a:p>
          <a:p>
            <a:r>
              <a:rPr lang="en-IN" sz="1400" dirty="0">
                <a:solidFill>
                  <a:schemeClr val="bg1"/>
                </a:solidFill>
              </a:rPr>
              <a:t>    }</a:t>
            </a:r>
          </a:p>
          <a:p>
            <a:endParaRPr lang="en-IN" sz="1400" dirty="0">
              <a:solidFill>
                <a:schemeClr val="bg1"/>
              </a:solidFill>
            </a:endParaRPr>
          </a:p>
          <a:p>
            <a:r>
              <a:rPr lang="en-IN" sz="1400" dirty="0">
                <a:solidFill>
                  <a:schemeClr val="bg1"/>
                </a:solidFill>
              </a:rPr>
              <a:t>    void stop()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(type + " engine stopped.");</a:t>
            </a:r>
          </a:p>
          <a:p>
            <a:r>
              <a:rPr lang="en-IN" sz="1400" dirty="0">
                <a:solidFill>
                  <a:schemeClr val="bg1"/>
                </a:solidFill>
              </a:rPr>
              <a:t>    }</a:t>
            </a:r>
          </a:p>
          <a:p>
            <a:r>
              <a:rPr lang="en-IN" sz="1400" dirty="0">
                <a:solidFill>
                  <a:schemeClr val="bg1"/>
                </a:solidFill>
              </a:rPr>
              <a:t>}</a:t>
            </a:r>
          </a:p>
          <a:p>
            <a:endParaRPr lang="en-IN" sz="1400" dirty="0">
              <a:solidFill>
                <a:schemeClr val="bg1"/>
              </a:solidFill>
            </a:endParaRPr>
          </a:p>
          <a:p>
            <a:r>
              <a:rPr lang="en-US" sz="1400" dirty="0">
                <a:solidFill>
                  <a:schemeClr val="bg1"/>
                </a:solidFill>
              </a:rPr>
              <a:t>// Car class using composition</a:t>
            </a:r>
          </a:p>
          <a:p>
            <a:r>
              <a:rPr lang="en-US" sz="1400" dirty="0">
                <a:solidFill>
                  <a:schemeClr val="bg1"/>
                </a:solidFill>
              </a:rPr>
              <a:t>class Car {</a:t>
            </a:r>
          </a:p>
          <a:p>
            <a:r>
              <a:rPr lang="en-US" sz="1400" dirty="0">
                <a:solidFill>
                  <a:schemeClr val="bg1"/>
                </a:solidFill>
              </a:rPr>
              <a:t>    private String brand;</a:t>
            </a:r>
          </a:p>
          <a:p>
            <a:r>
              <a:rPr lang="en-US" sz="1400" dirty="0">
                <a:solidFill>
                  <a:schemeClr val="bg1"/>
                </a:solidFill>
              </a:rPr>
              <a:t>    private Engine </a:t>
            </a:r>
            <a:r>
              <a:rPr lang="en-US" sz="1400" dirty="0" err="1">
                <a:solidFill>
                  <a:schemeClr val="bg1"/>
                </a:solidFill>
              </a:rPr>
              <a:t>engine</a:t>
            </a:r>
            <a:r>
              <a:rPr lang="en-US" sz="1400" dirty="0">
                <a:solidFill>
                  <a:schemeClr val="bg1"/>
                </a:solidFill>
              </a:rPr>
              <a:t>;  // Car has an Engine</a:t>
            </a:r>
          </a:p>
          <a:p>
            <a:endParaRPr lang="en-US" sz="1400" dirty="0">
              <a:solidFill>
                <a:schemeClr val="bg1"/>
              </a:solidFill>
            </a:endParaRPr>
          </a:p>
          <a:p>
            <a:r>
              <a:rPr lang="en-US" sz="1400" dirty="0">
                <a:solidFill>
                  <a:schemeClr val="bg1"/>
                </a:solidFill>
              </a:rPr>
              <a:t>    Car(String brand, Engine engine) {</a:t>
            </a:r>
          </a:p>
          <a:p>
            <a:r>
              <a:rPr lang="en-US" sz="1400" dirty="0">
                <a:solidFill>
                  <a:schemeClr val="bg1"/>
                </a:solidFill>
              </a:rPr>
              <a:t>        </a:t>
            </a:r>
            <a:r>
              <a:rPr lang="en-US" sz="1400" dirty="0" err="1">
                <a:solidFill>
                  <a:schemeClr val="bg1"/>
                </a:solidFill>
              </a:rPr>
              <a:t>this.brand</a:t>
            </a:r>
            <a:r>
              <a:rPr lang="en-US" sz="1400" dirty="0">
                <a:solidFill>
                  <a:schemeClr val="bg1"/>
                </a:solidFill>
              </a:rPr>
              <a:t> = brand;</a:t>
            </a:r>
          </a:p>
          <a:p>
            <a:r>
              <a:rPr lang="en-US" sz="1400" dirty="0">
                <a:solidFill>
                  <a:schemeClr val="bg1"/>
                </a:solidFill>
              </a:rPr>
              <a:t>        </a:t>
            </a:r>
            <a:r>
              <a:rPr lang="en-US" sz="1400" dirty="0" err="1">
                <a:solidFill>
                  <a:schemeClr val="bg1"/>
                </a:solidFill>
              </a:rPr>
              <a:t>this.engine</a:t>
            </a:r>
            <a:r>
              <a:rPr lang="en-US" sz="1400" dirty="0">
                <a:solidFill>
                  <a:schemeClr val="bg1"/>
                </a:solidFill>
              </a:rPr>
              <a:t> = engine;</a:t>
            </a:r>
          </a:p>
          <a:p>
            <a:r>
              <a:rPr lang="en-US" sz="1400" dirty="0">
                <a:solidFill>
                  <a:schemeClr val="bg1"/>
                </a:solidFill>
              </a:rPr>
              <a:t>    }</a:t>
            </a:r>
            <a:endParaRPr lang="en-IN" sz="1400" dirty="0">
              <a:solidFill>
                <a:schemeClr val="bg1"/>
              </a:solidFill>
            </a:endParaRPr>
          </a:p>
        </p:txBody>
      </p:sp>
      <p:sp>
        <p:nvSpPr>
          <p:cNvPr id="5" name="TextBox 4">
            <a:extLst>
              <a:ext uri="{FF2B5EF4-FFF2-40B4-BE49-F238E27FC236}">
                <a16:creationId xmlns:a16="http://schemas.microsoft.com/office/drawing/2014/main" id="{6CFA7F66-6940-5814-AA39-BA57FAD706B3}"/>
              </a:ext>
            </a:extLst>
          </p:cNvPr>
          <p:cNvSpPr txBox="1"/>
          <p:nvPr/>
        </p:nvSpPr>
        <p:spPr>
          <a:xfrm>
            <a:off x="5638800" y="950734"/>
            <a:ext cx="5123062" cy="4832092"/>
          </a:xfrm>
          <a:prstGeom prst="rect">
            <a:avLst/>
          </a:prstGeom>
          <a:noFill/>
          <a:ln>
            <a:solidFill>
              <a:schemeClr val="tx1">
                <a:lumMod val="85000"/>
              </a:schemeClr>
            </a:solidFill>
          </a:ln>
        </p:spPr>
        <p:txBody>
          <a:bodyPr wrap="square" rtlCol="0">
            <a:spAutoFit/>
          </a:bodyPr>
          <a:lstStyle/>
          <a:p>
            <a:r>
              <a:rPr lang="en-IN" sz="1400" dirty="0">
                <a:solidFill>
                  <a:schemeClr val="bg1"/>
                </a:solidFill>
              </a:rPr>
              <a:t>void </a:t>
            </a:r>
            <a:r>
              <a:rPr lang="en-IN" sz="1400" dirty="0" err="1">
                <a:solidFill>
                  <a:schemeClr val="bg1"/>
                </a:solidFill>
              </a:rPr>
              <a:t>startCar</a:t>
            </a:r>
            <a:r>
              <a:rPr lang="en-IN" sz="1400" dirty="0">
                <a:solidFill>
                  <a:schemeClr val="bg1"/>
                </a:solidFill>
              </a:rPr>
              <a:t>()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car is preparing to start...");</a:t>
            </a:r>
          </a:p>
          <a:p>
            <a:r>
              <a:rPr lang="en-IN" sz="1400" dirty="0">
                <a:solidFill>
                  <a:schemeClr val="bg1"/>
                </a:solidFill>
              </a:rPr>
              <a:t>        </a:t>
            </a:r>
            <a:r>
              <a:rPr lang="en-IN" sz="1400" dirty="0" err="1">
                <a:solidFill>
                  <a:schemeClr val="bg1"/>
                </a:solidFill>
              </a:rPr>
              <a:t>engine.start</a:t>
            </a:r>
            <a:r>
              <a:rPr lang="en-IN" sz="1400" dirty="0">
                <a:solidFill>
                  <a:schemeClr val="bg1"/>
                </a:solidFill>
              </a:rPr>
              <a:t>(); // delegate to Engine</a:t>
            </a:r>
          </a:p>
          <a:p>
            <a:r>
              <a:rPr lang="en-IN" sz="1400" dirty="0">
                <a:solidFill>
                  <a:schemeClr val="bg1"/>
                </a:solidFill>
              </a:rPr>
              <a:t>    }</a:t>
            </a:r>
          </a:p>
          <a:p>
            <a:endParaRPr lang="en-IN" sz="1400" dirty="0">
              <a:solidFill>
                <a:schemeClr val="bg1"/>
              </a:solidFill>
            </a:endParaRPr>
          </a:p>
          <a:p>
            <a:r>
              <a:rPr lang="en-IN" sz="1400" dirty="0">
                <a:solidFill>
                  <a:schemeClr val="bg1"/>
                </a:solidFill>
              </a:rPr>
              <a:t>    void </a:t>
            </a:r>
            <a:r>
              <a:rPr lang="en-IN" sz="1400" dirty="0" err="1">
                <a:solidFill>
                  <a:schemeClr val="bg1"/>
                </a:solidFill>
              </a:rPr>
              <a:t>stopCar</a:t>
            </a:r>
            <a:r>
              <a:rPr lang="en-IN" sz="1400" dirty="0">
                <a:solidFill>
                  <a:schemeClr val="bg1"/>
                </a:solidFill>
              </a:rPr>
              <a:t>() {</a:t>
            </a:r>
          </a:p>
          <a:p>
            <a:r>
              <a:rPr lang="en-IN" sz="1400" dirty="0">
                <a:solidFill>
                  <a:schemeClr val="bg1"/>
                </a:solidFill>
              </a:rPr>
              <a:t>        </a:t>
            </a:r>
            <a:r>
              <a:rPr lang="en-IN" sz="1400" dirty="0" err="1">
                <a:solidFill>
                  <a:schemeClr val="bg1"/>
                </a:solidFill>
              </a:rPr>
              <a:t>System.out.println</a:t>
            </a:r>
            <a:r>
              <a:rPr lang="en-IN" sz="1400" dirty="0">
                <a:solidFill>
                  <a:schemeClr val="bg1"/>
                </a:solidFill>
              </a:rPr>
              <a:t>(brand + " car is stopping...");</a:t>
            </a:r>
          </a:p>
          <a:p>
            <a:r>
              <a:rPr lang="en-IN" sz="1400" dirty="0">
                <a:solidFill>
                  <a:schemeClr val="bg1"/>
                </a:solidFill>
              </a:rPr>
              <a:t>        </a:t>
            </a:r>
            <a:r>
              <a:rPr lang="en-IN" sz="1400" dirty="0" err="1">
                <a:solidFill>
                  <a:schemeClr val="bg1"/>
                </a:solidFill>
              </a:rPr>
              <a:t>engine.stop</a:t>
            </a:r>
            <a:r>
              <a:rPr lang="en-IN" sz="1400" dirty="0">
                <a:solidFill>
                  <a:schemeClr val="bg1"/>
                </a:solidFill>
              </a:rPr>
              <a:t>();</a:t>
            </a:r>
          </a:p>
          <a:p>
            <a:r>
              <a:rPr lang="en-IN" sz="1400" dirty="0">
                <a:solidFill>
                  <a:schemeClr val="bg1"/>
                </a:solidFill>
              </a:rPr>
              <a:t>    }</a:t>
            </a:r>
          </a:p>
          <a:p>
            <a:r>
              <a:rPr lang="en-IN" sz="1400" dirty="0">
                <a:solidFill>
                  <a:schemeClr val="bg1"/>
                </a:solidFill>
              </a:rPr>
              <a:t>}</a:t>
            </a:r>
          </a:p>
          <a:p>
            <a:endParaRPr lang="en-IN" sz="1400" dirty="0">
              <a:solidFill>
                <a:schemeClr val="bg1"/>
              </a:solidFill>
            </a:endParaRPr>
          </a:p>
          <a:p>
            <a:r>
              <a:rPr lang="en-IN" sz="1400" dirty="0">
                <a:solidFill>
                  <a:schemeClr val="bg1"/>
                </a:solidFill>
              </a:rPr>
              <a:t>// Demo</a:t>
            </a:r>
          </a:p>
          <a:p>
            <a:r>
              <a:rPr lang="en-IN" sz="1400" dirty="0">
                <a:solidFill>
                  <a:schemeClr val="bg1"/>
                </a:solidFill>
              </a:rPr>
              <a:t>public class </a:t>
            </a:r>
            <a:r>
              <a:rPr lang="en-IN" sz="1400" dirty="0" err="1">
                <a:solidFill>
                  <a:schemeClr val="bg1"/>
                </a:solidFill>
              </a:rPr>
              <a:t>CompositionDemo</a:t>
            </a:r>
            <a:r>
              <a:rPr lang="en-IN" sz="1400" dirty="0">
                <a:solidFill>
                  <a:schemeClr val="bg1"/>
                </a:solidFill>
              </a:rPr>
              <a:t> {</a:t>
            </a:r>
          </a:p>
          <a:p>
            <a:r>
              <a:rPr lang="en-IN" sz="1400" dirty="0">
                <a:solidFill>
                  <a:schemeClr val="bg1"/>
                </a:solidFill>
              </a:rPr>
              <a:t>    public static void main(String[] </a:t>
            </a:r>
            <a:r>
              <a:rPr lang="en-IN" sz="1400" dirty="0" err="1">
                <a:solidFill>
                  <a:schemeClr val="bg1"/>
                </a:solidFill>
              </a:rPr>
              <a:t>args</a:t>
            </a:r>
            <a:r>
              <a:rPr lang="en-IN" sz="1400" dirty="0">
                <a:solidFill>
                  <a:schemeClr val="bg1"/>
                </a:solidFill>
              </a:rPr>
              <a:t>) {</a:t>
            </a:r>
          </a:p>
          <a:p>
            <a:r>
              <a:rPr lang="en-IN" sz="1400" dirty="0">
                <a:solidFill>
                  <a:schemeClr val="bg1"/>
                </a:solidFill>
              </a:rPr>
              <a:t>        Engine v8 = new Engine("V8");</a:t>
            </a:r>
          </a:p>
          <a:p>
            <a:r>
              <a:rPr lang="en-IN" sz="1400" dirty="0">
                <a:solidFill>
                  <a:schemeClr val="bg1"/>
                </a:solidFill>
              </a:rPr>
              <a:t>        Car ford = new Car("Ford", v8);</a:t>
            </a:r>
          </a:p>
          <a:p>
            <a:endParaRPr lang="en-IN" sz="1400" dirty="0">
              <a:solidFill>
                <a:schemeClr val="bg1"/>
              </a:solidFill>
            </a:endParaRPr>
          </a:p>
          <a:p>
            <a:r>
              <a:rPr lang="en-IN" sz="1400" dirty="0">
                <a:solidFill>
                  <a:schemeClr val="bg1"/>
                </a:solidFill>
              </a:rPr>
              <a:t>        </a:t>
            </a:r>
            <a:r>
              <a:rPr lang="en-IN" sz="1400" dirty="0" err="1">
                <a:solidFill>
                  <a:schemeClr val="bg1"/>
                </a:solidFill>
              </a:rPr>
              <a:t>ford.startCar</a:t>
            </a:r>
            <a:r>
              <a:rPr lang="en-IN" sz="1400" dirty="0">
                <a:solidFill>
                  <a:schemeClr val="bg1"/>
                </a:solidFill>
              </a:rPr>
              <a:t>();</a:t>
            </a:r>
          </a:p>
          <a:p>
            <a:r>
              <a:rPr lang="en-IN" sz="1400" dirty="0">
                <a:solidFill>
                  <a:schemeClr val="bg1"/>
                </a:solidFill>
              </a:rPr>
              <a:t>        </a:t>
            </a:r>
            <a:r>
              <a:rPr lang="en-IN" sz="1400" dirty="0" err="1">
                <a:solidFill>
                  <a:schemeClr val="bg1"/>
                </a:solidFill>
              </a:rPr>
              <a:t>ford.stopCar</a:t>
            </a:r>
            <a:r>
              <a:rPr lang="en-IN" sz="1400" dirty="0">
                <a:solidFill>
                  <a:schemeClr val="bg1"/>
                </a:solidFill>
              </a:rPr>
              <a:t>();</a:t>
            </a:r>
          </a:p>
          <a:p>
            <a:r>
              <a:rPr lang="en-IN" sz="1400" dirty="0">
                <a:solidFill>
                  <a:schemeClr val="bg1"/>
                </a:solidFill>
              </a:rPr>
              <a:t>    }</a:t>
            </a:r>
          </a:p>
          <a:p>
            <a:r>
              <a:rPr lang="en-IN" sz="1400" dirty="0">
                <a:solidFill>
                  <a:schemeClr val="bg1"/>
                </a:solidFill>
              </a:rPr>
              <a:t>}</a:t>
            </a:r>
          </a:p>
        </p:txBody>
      </p:sp>
      <p:sp>
        <p:nvSpPr>
          <p:cNvPr id="6" name="Date Placeholder 3">
            <a:extLst>
              <a:ext uri="{FF2B5EF4-FFF2-40B4-BE49-F238E27FC236}">
                <a16:creationId xmlns:a16="http://schemas.microsoft.com/office/drawing/2014/main" id="{9DCFE16E-FA6E-BC4F-BFE3-0D2D76563BF7}"/>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0481217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F1F8-E09E-EEFD-DCDD-ED3EFECA0872}"/>
              </a:ext>
            </a:extLst>
          </p:cNvPr>
          <p:cNvSpPr>
            <a:spLocks noGrp="1"/>
          </p:cNvSpPr>
          <p:nvPr>
            <p:ph type="title"/>
          </p:nvPr>
        </p:nvSpPr>
        <p:spPr/>
        <p:txBody>
          <a:bodyPr/>
          <a:lstStyle/>
          <a:p>
            <a:r>
              <a:rPr lang="en-IN" dirty="0">
                <a:latin typeface="Bauhaus 93" panose="04030905020B02020C02" pitchFamily="82" charset="0"/>
              </a:rPr>
              <a:t>Thank you!</a:t>
            </a:r>
          </a:p>
        </p:txBody>
      </p:sp>
    </p:spTree>
    <p:extLst>
      <p:ext uri="{BB962C8B-B14F-4D97-AF65-F5344CB8AC3E}">
        <p14:creationId xmlns:p14="http://schemas.microsoft.com/office/powerpoint/2010/main" val="391336652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572</TotalTime>
  <Words>3735</Words>
  <Application>Microsoft Office PowerPoint</Application>
  <PresentationFormat>Widescreen</PresentationFormat>
  <Paragraphs>498</Paragraphs>
  <Slides>26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Agency FB</vt:lpstr>
      <vt:lpstr>Aptos</vt:lpstr>
      <vt:lpstr>Arial</vt:lpstr>
      <vt:lpstr>Arial Black</vt:lpstr>
      <vt:lpstr>Bauhaus 93</vt:lpstr>
      <vt:lpstr>Trebuchet MS</vt:lpstr>
      <vt:lpstr>Berlin</vt:lpstr>
      <vt:lpstr>&lt;ai/&gt; &lt;IQ/&gt; LABS</vt:lpstr>
      <vt:lpstr>Object oriented programming {Agenda}</vt:lpstr>
      <vt:lpstr>Inheritance</vt:lpstr>
      <vt:lpstr>Inheritance</vt:lpstr>
      <vt:lpstr>Inheritance</vt:lpstr>
      <vt:lpstr>Inheritance</vt:lpstr>
      <vt:lpstr>Inheritance</vt:lpstr>
      <vt:lpstr>Inheritance</vt:lpstr>
      <vt:lpstr>Abstraction</vt:lpstr>
      <vt:lpstr>Abstraction</vt:lpstr>
      <vt:lpstr>Abstraction</vt:lpstr>
      <vt:lpstr>Abstraction {Design consideration}</vt:lpstr>
      <vt:lpstr>Abstraction {Design consideration}</vt:lpstr>
      <vt:lpstr>Abstraction {Design consideration &amp; summary}</vt:lpstr>
      <vt:lpstr>Encapsulation</vt:lpstr>
      <vt:lpstr>Encapsulation</vt:lpstr>
      <vt:lpstr>Encapsulation {Access modifiers}</vt:lpstr>
      <vt:lpstr>Encapsulation {Access Modifier}</vt:lpstr>
      <vt:lpstr>Polymorphism</vt:lpstr>
      <vt:lpstr>Polymorphism {Runtime polymorphism or method overriding}</vt:lpstr>
      <vt:lpstr>Polymorphism {Runtime polymorphism or method overriding}</vt:lpstr>
      <vt:lpstr>Polymorphism {Compile time polymorphism or method overloading}</vt:lpstr>
      <vt:lpstr>Polymorphism {Compile time polymorphism or method overloading}</vt:lpstr>
      <vt:lpstr>Composition</vt:lpstr>
      <vt:lpstr>Composition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Slick Ark</dc:creator>
  <cp:lastModifiedBy>Slick Ark</cp:lastModifiedBy>
  <cp:revision>100</cp:revision>
  <dcterms:created xsi:type="dcterms:W3CDTF">2026-02-04T04:23:12Z</dcterms:created>
  <dcterms:modified xsi:type="dcterms:W3CDTF">2026-02-05T18:33:07Z</dcterms:modified>
</cp:coreProperties>
</file>