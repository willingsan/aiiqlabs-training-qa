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8" r:id="rId3"/>
    <p:sldId id="288" r:id="rId4"/>
    <p:sldId id="289" r:id="rId5"/>
    <p:sldId id="290" r:id="rId6"/>
    <p:sldId id="300" r:id="rId7"/>
    <p:sldId id="301" r:id="rId8"/>
    <p:sldId id="312" r:id="rId9"/>
    <p:sldId id="306" r:id="rId10"/>
    <p:sldId id="307" r:id="rId11"/>
    <p:sldId id="308" r:id="rId12"/>
    <p:sldId id="302" r:id="rId13"/>
    <p:sldId id="313" r:id="rId14"/>
    <p:sldId id="309" r:id="rId15"/>
    <p:sldId id="310" r:id="rId16"/>
    <p:sldId id="311" r:id="rId17"/>
    <p:sldId id="303" r:id="rId18"/>
    <p:sldId id="316" r:id="rId19"/>
    <p:sldId id="314" r:id="rId20"/>
    <p:sldId id="315" r:id="rId21"/>
    <p:sldId id="304" r:id="rId22"/>
    <p:sldId id="320" r:id="rId23"/>
    <p:sldId id="317" r:id="rId24"/>
    <p:sldId id="318" r:id="rId25"/>
    <p:sldId id="319" r:id="rId26"/>
    <p:sldId id="305" r:id="rId27"/>
    <p:sldId id="28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47" autoAdjust="0"/>
    <p:restoredTop sz="94660"/>
  </p:normalViewPr>
  <p:slideViewPr>
    <p:cSldViewPr snapToGrid="0">
      <p:cViewPr varScale="1">
        <p:scale>
          <a:sx n="97" d="100"/>
          <a:sy n="97" d="100"/>
        </p:scale>
        <p:origin x="72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969DC-181F-4921-8B5F-0EF62F4CE89E}" type="doc">
      <dgm:prSet loTypeId="urn:microsoft.com/office/officeart/2005/8/layout/targe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07259D-CC92-40A2-B71A-EC53F9211F9A}">
      <dgm:prSet phldrT="[Text]" phldr="0" custT="1"/>
      <dgm:spPr/>
      <dgm:t>
        <a:bodyPr tIns="180000"/>
        <a:lstStyle/>
        <a:p>
          <a:pPr algn="l"/>
          <a:r>
            <a:rPr lang="en-IN" sz="3200" dirty="0"/>
            <a:t>Collections</a:t>
          </a:r>
        </a:p>
      </dgm:t>
    </dgm:pt>
    <dgm:pt modelId="{CDA5EB07-4899-4932-BD18-04FBCCD240D5}" type="parTrans" cxnId="{7C5D232D-E9B4-4960-B9C9-71A7B8F558DB}">
      <dgm:prSet/>
      <dgm:spPr/>
      <dgm:t>
        <a:bodyPr/>
        <a:lstStyle/>
        <a:p>
          <a:endParaRPr lang="en-IN"/>
        </a:p>
      </dgm:t>
    </dgm:pt>
    <dgm:pt modelId="{0B90EAA4-646A-462C-BE6B-22BCE114692F}" type="sibTrans" cxnId="{7C5D232D-E9B4-4960-B9C9-71A7B8F558DB}">
      <dgm:prSet/>
      <dgm:spPr/>
      <dgm:t>
        <a:bodyPr/>
        <a:lstStyle/>
        <a:p>
          <a:endParaRPr lang="en-IN"/>
        </a:p>
      </dgm:t>
    </dgm:pt>
    <dgm:pt modelId="{29513CEE-C872-4255-A290-C4BDE6E5CDB4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List &amp; Set</a:t>
          </a:r>
        </a:p>
      </dgm:t>
    </dgm:pt>
    <dgm:pt modelId="{92813842-A6E0-423F-864C-7A4FE3BBE7AA}" type="parTrans" cxnId="{1DB5F0D3-C7E7-4977-A2B2-0078BCE78EFC}">
      <dgm:prSet/>
      <dgm:spPr/>
      <dgm:t>
        <a:bodyPr/>
        <a:lstStyle/>
        <a:p>
          <a:endParaRPr lang="en-IN"/>
        </a:p>
      </dgm:t>
    </dgm:pt>
    <dgm:pt modelId="{DE6A4B1D-F319-4794-8014-0FFD2623E4CB}" type="sibTrans" cxnId="{1DB5F0D3-C7E7-4977-A2B2-0078BCE78EFC}">
      <dgm:prSet/>
      <dgm:spPr/>
      <dgm:t>
        <a:bodyPr/>
        <a:lstStyle/>
        <a:p>
          <a:endParaRPr lang="en-IN"/>
        </a:p>
      </dgm:t>
    </dgm:pt>
    <dgm:pt modelId="{870B91A1-7977-4CE3-B27C-6AE86C41D6F9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Map </a:t>
          </a:r>
          <a:r>
            <a:rPr lang="en-IN" sz="3200"/>
            <a:t>&amp; HashMap</a:t>
          </a:r>
          <a:endParaRPr lang="en-IN" sz="3200" dirty="0"/>
        </a:p>
      </dgm:t>
    </dgm:pt>
    <dgm:pt modelId="{4868F0FF-0A7D-4007-80CE-5DC4ED195136}" type="parTrans" cxnId="{6BD3B303-D7CC-40D7-88A1-7989F3A107CC}">
      <dgm:prSet/>
      <dgm:spPr/>
      <dgm:t>
        <a:bodyPr/>
        <a:lstStyle/>
        <a:p>
          <a:endParaRPr lang="en-IN"/>
        </a:p>
      </dgm:t>
    </dgm:pt>
    <dgm:pt modelId="{E7DBC3EA-52F7-4308-A19A-2140A9695EF9}" type="sibTrans" cxnId="{6BD3B303-D7CC-40D7-88A1-7989F3A107CC}">
      <dgm:prSet/>
      <dgm:spPr/>
      <dgm:t>
        <a:bodyPr/>
        <a:lstStyle/>
        <a:p>
          <a:endParaRPr lang="en-IN"/>
        </a:p>
      </dgm:t>
    </dgm:pt>
    <dgm:pt modelId="{DAFD03EE-4AA8-410E-82C6-45C1952E775A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Common collection classes</a:t>
          </a:r>
        </a:p>
      </dgm:t>
    </dgm:pt>
    <dgm:pt modelId="{32CDFF8D-66C6-42BC-AFB4-A5CB23575B0D}" type="parTrans" cxnId="{03E69AFC-DD79-4A18-92EF-F42B43221775}">
      <dgm:prSet/>
      <dgm:spPr/>
      <dgm:t>
        <a:bodyPr/>
        <a:lstStyle/>
        <a:p>
          <a:endParaRPr lang="en-IN"/>
        </a:p>
      </dgm:t>
    </dgm:pt>
    <dgm:pt modelId="{A7583725-F19B-4BCB-947F-452B135B48AD}" type="sibTrans" cxnId="{03E69AFC-DD79-4A18-92EF-F42B43221775}">
      <dgm:prSet/>
      <dgm:spPr/>
      <dgm:t>
        <a:bodyPr/>
        <a:lstStyle/>
        <a:p>
          <a:endParaRPr lang="en-IN"/>
        </a:p>
      </dgm:t>
    </dgm:pt>
    <dgm:pt modelId="{79FD3949-F916-40B1-B26E-7352F762B0F4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Best Practices</a:t>
          </a:r>
        </a:p>
      </dgm:t>
    </dgm:pt>
    <dgm:pt modelId="{4AA80D73-9F4E-4941-89F3-773E4FE9482F}" type="parTrans" cxnId="{7380166B-3FF4-40F9-AE72-7B34483A8375}">
      <dgm:prSet/>
      <dgm:spPr/>
      <dgm:t>
        <a:bodyPr/>
        <a:lstStyle/>
        <a:p>
          <a:endParaRPr lang="en-IN"/>
        </a:p>
      </dgm:t>
    </dgm:pt>
    <dgm:pt modelId="{8F0F8927-7E30-4498-998B-B1743346D32B}" type="sibTrans" cxnId="{7380166B-3FF4-40F9-AE72-7B34483A8375}">
      <dgm:prSet/>
      <dgm:spPr/>
      <dgm:t>
        <a:bodyPr/>
        <a:lstStyle/>
        <a:p>
          <a:endParaRPr lang="en-IN"/>
        </a:p>
      </dgm:t>
    </dgm:pt>
    <dgm:pt modelId="{DE860416-E6AE-46B5-862B-CD2595D1ACD2}" type="pres">
      <dgm:prSet presAssocID="{6BD969DC-181F-4921-8B5F-0EF62F4CE89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D66BBEE-7F67-4E6F-A56A-94C435C76A0E}" type="pres">
      <dgm:prSet presAssocID="{BF07259D-CC92-40A2-B71A-EC53F9211F9A}" presName="circle1" presStyleLbl="node1" presStyleIdx="0" presStyleCnt="5"/>
      <dgm:spPr/>
    </dgm:pt>
    <dgm:pt modelId="{FDE74903-F762-4C18-A9EA-82E9B3622505}" type="pres">
      <dgm:prSet presAssocID="{BF07259D-CC92-40A2-B71A-EC53F9211F9A}" presName="space" presStyleCnt="0"/>
      <dgm:spPr/>
    </dgm:pt>
    <dgm:pt modelId="{7340E5E1-75B9-4AC7-BC8E-760EBCEC593A}" type="pres">
      <dgm:prSet presAssocID="{BF07259D-CC92-40A2-B71A-EC53F9211F9A}" presName="rect1" presStyleLbl="alignAcc1" presStyleIdx="0" presStyleCnt="5"/>
      <dgm:spPr/>
    </dgm:pt>
    <dgm:pt modelId="{B254124F-857D-49BC-9076-E6B1C7264687}" type="pres">
      <dgm:prSet presAssocID="{29513CEE-C872-4255-A290-C4BDE6E5CDB4}" presName="vertSpace2" presStyleLbl="node1" presStyleIdx="0" presStyleCnt="5"/>
      <dgm:spPr/>
    </dgm:pt>
    <dgm:pt modelId="{1C92F080-F11E-41B4-9205-54B0EF12DEC9}" type="pres">
      <dgm:prSet presAssocID="{29513CEE-C872-4255-A290-C4BDE6E5CDB4}" presName="circle2" presStyleLbl="node1" presStyleIdx="1" presStyleCnt="5"/>
      <dgm:spPr/>
    </dgm:pt>
    <dgm:pt modelId="{A87E5B63-305F-4FCD-81E2-4C74958D6A27}" type="pres">
      <dgm:prSet presAssocID="{29513CEE-C872-4255-A290-C4BDE6E5CDB4}" presName="rect2" presStyleLbl="alignAcc1" presStyleIdx="1" presStyleCnt="5"/>
      <dgm:spPr/>
    </dgm:pt>
    <dgm:pt modelId="{62CB1E3F-0141-49A4-BA9C-C109765B1F98}" type="pres">
      <dgm:prSet presAssocID="{870B91A1-7977-4CE3-B27C-6AE86C41D6F9}" presName="vertSpace3" presStyleLbl="node1" presStyleIdx="1" presStyleCnt="5"/>
      <dgm:spPr/>
    </dgm:pt>
    <dgm:pt modelId="{78F08F96-F342-40B9-97BB-A45CB8663AC7}" type="pres">
      <dgm:prSet presAssocID="{870B91A1-7977-4CE3-B27C-6AE86C41D6F9}" presName="circle3" presStyleLbl="node1" presStyleIdx="2" presStyleCnt="5"/>
      <dgm:spPr/>
    </dgm:pt>
    <dgm:pt modelId="{AC3FE768-A7A6-4622-8658-F4C9B6760D50}" type="pres">
      <dgm:prSet presAssocID="{870B91A1-7977-4CE3-B27C-6AE86C41D6F9}" presName="rect3" presStyleLbl="alignAcc1" presStyleIdx="2" presStyleCnt="5"/>
      <dgm:spPr/>
    </dgm:pt>
    <dgm:pt modelId="{FB591BA2-09BC-4BB7-BDB7-0DF70449756D}" type="pres">
      <dgm:prSet presAssocID="{DAFD03EE-4AA8-410E-82C6-45C1952E775A}" presName="vertSpace4" presStyleLbl="node1" presStyleIdx="2" presStyleCnt="5"/>
      <dgm:spPr/>
    </dgm:pt>
    <dgm:pt modelId="{AEAB344D-25BA-4B95-8AFF-F09D76E1B4CF}" type="pres">
      <dgm:prSet presAssocID="{DAFD03EE-4AA8-410E-82C6-45C1952E775A}" presName="circle4" presStyleLbl="node1" presStyleIdx="3" presStyleCnt="5"/>
      <dgm:spPr/>
    </dgm:pt>
    <dgm:pt modelId="{5902331B-645C-47C5-84D3-533A699FBDCC}" type="pres">
      <dgm:prSet presAssocID="{DAFD03EE-4AA8-410E-82C6-45C1952E775A}" presName="rect4" presStyleLbl="alignAcc1" presStyleIdx="3" presStyleCnt="5"/>
      <dgm:spPr/>
    </dgm:pt>
    <dgm:pt modelId="{A6937267-C180-4A61-9FE9-E2EC168A8103}" type="pres">
      <dgm:prSet presAssocID="{79FD3949-F916-40B1-B26E-7352F762B0F4}" presName="vertSpace5" presStyleLbl="node1" presStyleIdx="3" presStyleCnt="5"/>
      <dgm:spPr/>
    </dgm:pt>
    <dgm:pt modelId="{DC2D29A8-C9A4-4945-8559-1E56CCF52E7C}" type="pres">
      <dgm:prSet presAssocID="{79FD3949-F916-40B1-B26E-7352F762B0F4}" presName="circle5" presStyleLbl="node1" presStyleIdx="4" presStyleCnt="5"/>
      <dgm:spPr/>
    </dgm:pt>
    <dgm:pt modelId="{281F762B-A68C-4126-9B07-33B83E29E6F9}" type="pres">
      <dgm:prSet presAssocID="{79FD3949-F916-40B1-B26E-7352F762B0F4}" presName="rect5" presStyleLbl="alignAcc1" presStyleIdx="4" presStyleCnt="5"/>
      <dgm:spPr/>
    </dgm:pt>
    <dgm:pt modelId="{AE2DCCCF-C4D9-4127-A2D1-BA19241541A9}" type="pres">
      <dgm:prSet presAssocID="{BF07259D-CC92-40A2-B71A-EC53F9211F9A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E0EA8316-8BED-40DF-AAEE-E26166C99A2E}" type="pres">
      <dgm:prSet presAssocID="{29513CEE-C872-4255-A290-C4BDE6E5CDB4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9E956095-B2E2-48EE-891F-740FFF3AECC9}" type="pres">
      <dgm:prSet presAssocID="{870B91A1-7977-4CE3-B27C-6AE86C41D6F9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1C6AC6B6-B2FD-4AEF-BC8C-C74E4E690E3A}" type="pres">
      <dgm:prSet presAssocID="{DAFD03EE-4AA8-410E-82C6-45C1952E775A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AF3094AE-384C-49C4-97C1-446D90DE82DB}" type="pres">
      <dgm:prSet presAssocID="{79FD3949-F916-40B1-B26E-7352F762B0F4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6BD3B303-D7CC-40D7-88A1-7989F3A107CC}" srcId="{6BD969DC-181F-4921-8B5F-0EF62F4CE89E}" destId="{870B91A1-7977-4CE3-B27C-6AE86C41D6F9}" srcOrd="2" destOrd="0" parTransId="{4868F0FF-0A7D-4007-80CE-5DC4ED195136}" sibTransId="{E7DBC3EA-52F7-4308-A19A-2140A9695EF9}"/>
    <dgm:cxn modelId="{86EB8012-C0DA-4371-88A0-38105C7E1C8E}" type="presOf" srcId="{DAFD03EE-4AA8-410E-82C6-45C1952E775A}" destId="{1C6AC6B6-B2FD-4AEF-BC8C-C74E4E690E3A}" srcOrd="1" destOrd="0" presId="urn:microsoft.com/office/officeart/2005/8/layout/target3"/>
    <dgm:cxn modelId="{2C5FC812-45D5-418B-BCFD-96C05CE31ABB}" type="presOf" srcId="{6BD969DC-181F-4921-8B5F-0EF62F4CE89E}" destId="{DE860416-E6AE-46B5-862B-CD2595D1ACD2}" srcOrd="0" destOrd="0" presId="urn:microsoft.com/office/officeart/2005/8/layout/target3"/>
    <dgm:cxn modelId="{7C5D232D-E9B4-4960-B9C9-71A7B8F558DB}" srcId="{6BD969DC-181F-4921-8B5F-0EF62F4CE89E}" destId="{BF07259D-CC92-40A2-B71A-EC53F9211F9A}" srcOrd="0" destOrd="0" parTransId="{CDA5EB07-4899-4932-BD18-04FBCCD240D5}" sibTransId="{0B90EAA4-646A-462C-BE6B-22BCE114692F}"/>
    <dgm:cxn modelId="{0E94955D-3693-42C8-9FD9-01432B62D61E}" type="presOf" srcId="{29513CEE-C872-4255-A290-C4BDE6E5CDB4}" destId="{A87E5B63-305F-4FCD-81E2-4C74958D6A27}" srcOrd="0" destOrd="0" presId="urn:microsoft.com/office/officeart/2005/8/layout/target3"/>
    <dgm:cxn modelId="{B65C6643-C8D7-441F-8452-366278DB29B8}" type="presOf" srcId="{DAFD03EE-4AA8-410E-82C6-45C1952E775A}" destId="{5902331B-645C-47C5-84D3-533A699FBDCC}" srcOrd="0" destOrd="0" presId="urn:microsoft.com/office/officeart/2005/8/layout/target3"/>
    <dgm:cxn modelId="{A89E8065-048F-41D0-9AB2-CAA758ACAB91}" type="presOf" srcId="{79FD3949-F916-40B1-B26E-7352F762B0F4}" destId="{AF3094AE-384C-49C4-97C1-446D90DE82DB}" srcOrd="1" destOrd="0" presId="urn:microsoft.com/office/officeart/2005/8/layout/target3"/>
    <dgm:cxn modelId="{B9748D48-19F4-4E34-8D1E-CFD69FE68F78}" type="presOf" srcId="{BF07259D-CC92-40A2-B71A-EC53F9211F9A}" destId="{7340E5E1-75B9-4AC7-BC8E-760EBCEC593A}" srcOrd="0" destOrd="0" presId="urn:microsoft.com/office/officeart/2005/8/layout/target3"/>
    <dgm:cxn modelId="{7380166B-3FF4-40F9-AE72-7B34483A8375}" srcId="{6BD969DC-181F-4921-8B5F-0EF62F4CE89E}" destId="{79FD3949-F916-40B1-B26E-7352F762B0F4}" srcOrd="4" destOrd="0" parTransId="{4AA80D73-9F4E-4941-89F3-773E4FE9482F}" sibTransId="{8F0F8927-7E30-4498-998B-B1743346D32B}"/>
    <dgm:cxn modelId="{444A1B52-ACD4-4514-B73F-C8C33A07A017}" type="presOf" srcId="{870B91A1-7977-4CE3-B27C-6AE86C41D6F9}" destId="{9E956095-B2E2-48EE-891F-740FFF3AECC9}" srcOrd="1" destOrd="0" presId="urn:microsoft.com/office/officeart/2005/8/layout/target3"/>
    <dgm:cxn modelId="{D1D55954-CBD5-491F-8E4C-AD8E2DC272FF}" type="presOf" srcId="{79FD3949-F916-40B1-B26E-7352F762B0F4}" destId="{281F762B-A68C-4126-9B07-33B83E29E6F9}" srcOrd="0" destOrd="0" presId="urn:microsoft.com/office/officeart/2005/8/layout/target3"/>
    <dgm:cxn modelId="{DC092A89-00D9-4349-B60E-DED9603718B9}" type="presOf" srcId="{29513CEE-C872-4255-A290-C4BDE6E5CDB4}" destId="{E0EA8316-8BED-40DF-AAEE-E26166C99A2E}" srcOrd="1" destOrd="0" presId="urn:microsoft.com/office/officeart/2005/8/layout/target3"/>
    <dgm:cxn modelId="{1DB5F0D3-C7E7-4977-A2B2-0078BCE78EFC}" srcId="{6BD969DC-181F-4921-8B5F-0EF62F4CE89E}" destId="{29513CEE-C872-4255-A290-C4BDE6E5CDB4}" srcOrd="1" destOrd="0" parTransId="{92813842-A6E0-423F-864C-7A4FE3BBE7AA}" sibTransId="{DE6A4B1D-F319-4794-8014-0FFD2623E4CB}"/>
    <dgm:cxn modelId="{B3D374D4-E24B-46A4-9D27-56178AE41B34}" type="presOf" srcId="{BF07259D-CC92-40A2-B71A-EC53F9211F9A}" destId="{AE2DCCCF-C4D9-4127-A2D1-BA19241541A9}" srcOrd="1" destOrd="0" presId="urn:microsoft.com/office/officeart/2005/8/layout/target3"/>
    <dgm:cxn modelId="{DB7E52F0-3A21-42D4-9734-0C5733E08495}" type="presOf" srcId="{870B91A1-7977-4CE3-B27C-6AE86C41D6F9}" destId="{AC3FE768-A7A6-4622-8658-F4C9B6760D50}" srcOrd="0" destOrd="0" presId="urn:microsoft.com/office/officeart/2005/8/layout/target3"/>
    <dgm:cxn modelId="{03E69AFC-DD79-4A18-92EF-F42B43221775}" srcId="{6BD969DC-181F-4921-8B5F-0EF62F4CE89E}" destId="{DAFD03EE-4AA8-410E-82C6-45C1952E775A}" srcOrd="3" destOrd="0" parTransId="{32CDFF8D-66C6-42BC-AFB4-A5CB23575B0D}" sibTransId="{A7583725-F19B-4BCB-947F-452B135B48AD}"/>
    <dgm:cxn modelId="{A15BE67A-6750-4650-8738-EDAD6AFC28DE}" type="presParOf" srcId="{DE860416-E6AE-46B5-862B-CD2595D1ACD2}" destId="{DD66BBEE-7F67-4E6F-A56A-94C435C76A0E}" srcOrd="0" destOrd="0" presId="urn:microsoft.com/office/officeart/2005/8/layout/target3"/>
    <dgm:cxn modelId="{3223D544-F4DF-466A-BCC5-D1858842068D}" type="presParOf" srcId="{DE860416-E6AE-46B5-862B-CD2595D1ACD2}" destId="{FDE74903-F762-4C18-A9EA-82E9B3622505}" srcOrd="1" destOrd="0" presId="urn:microsoft.com/office/officeart/2005/8/layout/target3"/>
    <dgm:cxn modelId="{F9F17FAA-59BF-457D-AF9C-F83D9268917F}" type="presParOf" srcId="{DE860416-E6AE-46B5-862B-CD2595D1ACD2}" destId="{7340E5E1-75B9-4AC7-BC8E-760EBCEC593A}" srcOrd="2" destOrd="0" presId="urn:microsoft.com/office/officeart/2005/8/layout/target3"/>
    <dgm:cxn modelId="{EA737104-BAF6-4461-88B0-9FF297B13851}" type="presParOf" srcId="{DE860416-E6AE-46B5-862B-CD2595D1ACD2}" destId="{B254124F-857D-49BC-9076-E6B1C7264687}" srcOrd="3" destOrd="0" presId="urn:microsoft.com/office/officeart/2005/8/layout/target3"/>
    <dgm:cxn modelId="{8C8ECAA3-5A45-415A-BE7B-9A2D82B938A0}" type="presParOf" srcId="{DE860416-E6AE-46B5-862B-CD2595D1ACD2}" destId="{1C92F080-F11E-41B4-9205-54B0EF12DEC9}" srcOrd="4" destOrd="0" presId="urn:microsoft.com/office/officeart/2005/8/layout/target3"/>
    <dgm:cxn modelId="{DEFC58F4-9137-4888-BB6C-52637020FD65}" type="presParOf" srcId="{DE860416-E6AE-46B5-862B-CD2595D1ACD2}" destId="{A87E5B63-305F-4FCD-81E2-4C74958D6A27}" srcOrd="5" destOrd="0" presId="urn:microsoft.com/office/officeart/2005/8/layout/target3"/>
    <dgm:cxn modelId="{DAF56E7F-1E3F-4000-8598-5617314F248C}" type="presParOf" srcId="{DE860416-E6AE-46B5-862B-CD2595D1ACD2}" destId="{62CB1E3F-0141-49A4-BA9C-C109765B1F98}" srcOrd="6" destOrd="0" presId="urn:microsoft.com/office/officeart/2005/8/layout/target3"/>
    <dgm:cxn modelId="{EDD97C8B-D7A0-46B1-B20C-DF0EDE1628CC}" type="presParOf" srcId="{DE860416-E6AE-46B5-862B-CD2595D1ACD2}" destId="{78F08F96-F342-40B9-97BB-A45CB8663AC7}" srcOrd="7" destOrd="0" presId="urn:microsoft.com/office/officeart/2005/8/layout/target3"/>
    <dgm:cxn modelId="{4A70E448-4806-42FD-B80C-16218464F1C2}" type="presParOf" srcId="{DE860416-E6AE-46B5-862B-CD2595D1ACD2}" destId="{AC3FE768-A7A6-4622-8658-F4C9B6760D50}" srcOrd="8" destOrd="0" presId="urn:microsoft.com/office/officeart/2005/8/layout/target3"/>
    <dgm:cxn modelId="{53023BBE-F731-4CE8-8ED7-5CAE9832FA5B}" type="presParOf" srcId="{DE860416-E6AE-46B5-862B-CD2595D1ACD2}" destId="{FB591BA2-09BC-4BB7-BDB7-0DF70449756D}" srcOrd="9" destOrd="0" presId="urn:microsoft.com/office/officeart/2005/8/layout/target3"/>
    <dgm:cxn modelId="{9284B4BD-3CA4-4B63-8F16-9F135F967029}" type="presParOf" srcId="{DE860416-E6AE-46B5-862B-CD2595D1ACD2}" destId="{AEAB344D-25BA-4B95-8AFF-F09D76E1B4CF}" srcOrd="10" destOrd="0" presId="urn:microsoft.com/office/officeart/2005/8/layout/target3"/>
    <dgm:cxn modelId="{E8C24E8B-EAFD-4006-8043-D884B5248D20}" type="presParOf" srcId="{DE860416-E6AE-46B5-862B-CD2595D1ACD2}" destId="{5902331B-645C-47C5-84D3-533A699FBDCC}" srcOrd="11" destOrd="0" presId="urn:microsoft.com/office/officeart/2005/8/layout/target3"/>
    <dgm:cxn modelId="{E1D78C22-C4C1-4ED7-A471-E343FCF05A56}" type="presParOf" srcId="{DE860416-E6AE-46B5-862B-CD2595D1ACD2}" destId="{A6937267-C180-4A61-9FE9-E2EC168A8103}" srcOrd="12" destOrd="0" presId="urn:microsoft.com/office/officeart/2005/8/layout/target3"/>
    <dgm:cxn modelId="{3C8EC40B-1CD3-42CC-A5B6-A8E914114BDA}" type="presParOf" srcId="{DE860416-E6AE-46B5-862B-CD2595D1ACD2}" destId="{DC2D29A8-C9A4-4945-8559-1E56CCF52E7C}" srcOrd="13" destOrd="0" presId="urn:microsoft.com/office/officeart/2005/8/layout/target3"/>
    <dgm:cxn modelId="{B12C7082-EF82-47CA-8231-14815D35529F}" type="presParOf" srcId="{DE860416-E6AE-46B5-862B-CD2595D1ACD2}" destId="{281F762B-A68C-4126-9B07-33B83E29E6F9}" srcOrd="14" destOrd="0" presId="urn:microsoft.com/office/officeart/2005/8/layout/target3"/>
    <dgm:cxn modelId="{A238F773-EC2D-450B-929D-25C13150D21C}" type="presParOf" srcId="{DE860416-E6AE-46B5-862B-CD2595D1ACD2}" destId="{AE2DCCCF-C4D9-4127-A2D1-BA19241541A9}" srcOrd="15" destOrd="0" presId="urn:microsoft.com/office/officeart/2005/8/layout/target3"/>
    <dgm:cxn modelId="{7596CB44-6B7D-4AC7-B02E-FD5BA8898DED}" type="presParOf" srcId="{DE860416-E6AE-46B5-862B-CD2595D1ACD2}" destId="{E0EA8316-8BED-40DF-AAEE-E26166C99A2E}" srcOrd="16" destOrd="0" presId="urn:microsoft.com/office/officeart/2005/8/layout/target3"/>
    <dgm:cxn modelId="{7EE73F01-C320-483F-B8BF-49B76DFCBD3E}" type="presParOf" srcId="{DE860416-E6AE-46B5-862B-CD2595D1ACD2}" destId="{9E956095-B2E2-48EE-891F-740FFF3AECC9}" srcOrd="17" destOrd="0" presId="urn:microsoft.com/office/officeart/2005/8/layout/target3"/>
    <dgm:cxn modelId="{95AF9584-D47C-4157-81A0-B592E0BC3277}" type="presParOf" srcId="{DE860416-E6AE-46B5-862B-CD2595D1ACD2}" destId="{1C6AC6B6-B2FD-4AEF-BC8C-C74E4E690E3A}" srcOrd="18" destOrd="0" presId="urn:microsoft.com/office/officeart/2005/8/layout/target3"/>
    <dgm:cxn modelId="{63038CE1-44C1-42AE-8027-1272BEF133DC}" type="presParOf" srcId="{DE860416-E6AE-46B5-862B-CD2595D1ACD2}" destId="{AF3094AE-384C-49C4-97C1-446D90DE82DB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6B23EB-8335-4003-9023-E27A05216D59}" type="doc">
      <dgm:prSet loTypeId="urn:microsoft.com/office/officeart/2005/8/layout/hierarchy1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2D6947AB-4A59-430F-B8CC-EC50D0FAAB1D}">
      <dgm:prSet phldrT="[Text]" phldr="0"/>
      <dgm:spPr/>
      <dgm:t>
        <a:bodyPr/>
        <a:lstStyle/>
        <a:p>
          <a:r>
            <a:rPr lang="en-IN" dirty="0" err="1"/>
            <a:t>Iterable</a:t>
          </a:r>
          <a:endParaRPr lang="en-IN" dirty="0"/>
        </a:p>
      </dgm:t>
    </dgm:pt>
    <dgm:pt modelId="{A4E80144-5909-4572-9E87-332A7CE4B206}" type="parTrans" cxnId="{84679594-7184-4C85-B584-4DCF8D5D78CF}">
      <dgm:prSet/>
      <dgm:spPr/>
      <dgm:t>
        <a:bodyPr/>
        <a:lstStyle/>
        <a:p>
          <a:endParaRPr lang="en-IN"/>
        </a:p>
      </dgm:t>
    </dgm:pt>
    <dgm:pt modelId="{8961EA18-903E-4107-AC25-61722BE3B3F2}" type="sibTrans" cxnId="{84679594-7184-4C85-B584-4DCF8D5D78CF}">
      <dgm:prSet/>
      <dgm:spPr/>
      <dgm:t>
        <a:bodyPr/>
        <a:lstStyle/>
        <a:p>
          <a:endParaRPr lang="en-IN"/>
        </a:p>
      </dgm:t>
    </dgm:pt>
    <dgm:pt modelId="{45951DC6-215D-4BC5-85A7-C41D3163EDD8}">
      <dgm:prSet phldrT="[Text]" phldr="0"/>
      <dgm:spPr/>
      <dgm:t>
        <a:bodyPr/>
        <a:lstStyle/>
        <a:p>
          <a:r>
            <a:rPr lang="en-IN" dirty="0"/>
            <a:t>Collection</a:t>
          </a:r>
        </a:p>
      </dgm:t>
    </dgm:pt>
    <dgm:pt modelId="{3B6CD7CA-7199-421B-8AE2-1AE95BC8C8D7}" type="parTrans" cxnId="{27286DDE-1A20-4168-BB0E-9786ADC87615}">
      <dgm:prSet/>
      <dgm:spPr/>
      <dgm:t>
        <a:bodyPr/>
        <a:lstStyle/>
        <a:p>
          <a:endParaRPr lang="en-IN"/>
        </a:p>
      </dgm:t>
    </dgm:pt>
    <dgm:pt modelId="{D25689F5-420D-4427-8F9E-D675CDB586C1}" type="sibTrans" cxnId="{27286DDE-1A20-4168-BB0E-9786ADC87615}">
      <dgm:prSet/>
      <dgm:spPr/>
      <dgm:t>
        <a:bodyPr/>
        <a:lstStyle/>
        <a:p>
          <a:endParaRPr lang="en-IN"/>
        </a:p>
      </dgm:t>
    </dgm:pt>
    <dgm:pt modelId="{E11AB78E-3A65-4613-A40E-93F11C9B85AA}">
      <dgm:prSet phldrT="[Text]" phldr="0"/>
      <dgm:spPr/>
      <dgm:t>
        <a:bodyPr/>
        <a:lstStyle/>
        <a:p>
          <a:r>
            <a:rPr lang="en-IN" dirty="0"/>
            <a:t>List</a:t>
          </a:r>
        </a:p>
      </dgm:t>
    </dgm:pt>
    <dgm:pt modelId="{6AFC19D6-2DB5-43FC-B8C2-95DD5A2673CB}" type="parTrans" cxnId="{41744171-933E-4EAB-8715-471617E0F816}">
      <dgm:prSet/>
      <dgm:spPr/>
      <dgm:t>
        <a:bodyPr/>
        <a:lstStyle/>
        <a:p>
          <a:endParaRPr lang="en-IN"/>
        </a:p>
      </dgm:t>
    </dgm:pt>
    <dgm:pt modelId="{9C8F3879-FE18-44CE-8526-4333A9CAE0FF}" type="sibTrans" cxnId="{41744171-933E-4EAB-8715-471617E0F816}">
      <dgm:prSet/>
      <dgm:spPr/>
      <dgm:t>
        <a:bodyPr/>
        <a:lstStyle/>
        <a:p>
          <a:endParaRPr lang="en-IN"/>
        </a:p>
      </dgm:t>
    </dgm:pt>
    <dgm:pt modelId="{375C3B9F-ABDC-4DF9-8AE0-1DA6DAF5A117}">
      <dgm:prSet phldrT="[Text]" phldr="0"/>
      <dgm:spPr/>
      <dgm:t>
        <a:bodyPr/>
        <a:lstStyle/>
        <a:p>
          <a:r>
            <a:rPr lang="en-IN" dirty="0"/>
            <a:t>Queue</a:t>
          </a:r>
        </a:p>
      </dgm:t>
    </dgm:pt>
    <dgm:pt modelId="{CCE43ECF-EF56-4FBB-B8FA-A80172838933}" type="parTrans" cxnId="{3ADB4B14-1CE3-4A26-8BCF-A516F01F2753}">
      <dgm:prSet/>
      <dgm:spPr/>
      <dgm:t>
        <a:bodyPr/>
        <a:lstStyle/>
        <a:p>
          <a:endParaRPr lang="en-IN"/>
        </a:p>
      </dgm:t>
    </dgm:pt>
    <dgm:pt modelId="{3D44321A-31CD-484D-A4A9-D8A083F2FA28}" type="sibTrans" cxnId="{3ADB4B14-1CE3-4A26-8BCF-A516F01F2753}">
      <dgm:prSet/>
      <dgm:spPr/>
      <dgm:t>
        <a:bodyPr/>
        <a:lstStyle/>
        <a:p>
          <a:endParaRPr lang="en-IN"/>
        </a:p>
      </dgm:t>
    </dgm:pt>
    <dgm:pt modelId="{D007548B-8167-437D-99FB-F4FC1B11F635}">
      <dgm:prSet phldrT="[Text]" phldr="0"/>
      <dgm:spPr/>
      <dgm:t>
        <a:bodyPr/>
        <a:lstStyle/>
        <a:p>
          <a:r>
            <a:rPr lang="en-IN" dirty="0"/>
            <a:t>Set</a:t>
          </a:r>
        </a:p>
      </dgm:t>
    </dgm:pt>
    <dgm:pt modelId="{49A98A4A-9B51-4211-AD64-1357D5842A8B}" type="parTrans" cxnId="{434AB202-8F46-4C50-AF68-092B8C9579A1}">
      <dgm:prSet/>
      <dgm:spPr/>
      <dgm:t>
        <a:bodyPr/>
        <a:lstStyle/>
        <a:p>
          <a:endParaRPr lang="en-IN"/>
        </a:p>
      </dgm:t>
    </dgm:pt>
    <dgm:pt modelId="{0FD96EB7-7B06-4AD9-8413-A1147F060155}" type="sibTrans" cxnId="{434AB202-8F46-4C50-AF68-092B8C9579A1}">
      <dgm:prSet/>
      <dgm:spPr/>
      <dgm:t>
        <a:bodyPr/>
        <a:lstStyle/>
        <a:p>
          <a:endParaRPr lang="en-IN"/>
        </a:p>
      </dgm:t>
    </dgm:pt>
    <dgm:pt modelId="{C4EB51BD-48FE-4190-84CE-9B2DA3836AFF}">
      <dgm:prSet phldrT="[Text]" phldr="0"/>
      <dgm:spPr/>
      <dgm:t>
        <a:bodyPr/>
        <a:lstStyle/>
        <a:p>
          <a:r>
            <a:rPr lang="en-IN"/>
            <a:t>ArrayList</a:t>
          </a:r>
          <a:endParaRPr lang="en-IN" dirty="0"/>
        </a:p>
      </dgm:t>
    </dgm:pt>
    <dgm:pt modelId="{BD1E03D9-663C-49FF-98A4-77F985D568A4}" type="parTrans" cxnId="{3B70A2D3-B611-4537-AA18-24E227A0FDD4}">
      <dgm:prSet/>
      <dgm:spPr/>
      <dgm:t>
        <a:bodyPr/>
        <a:lstStyle/>
        <a:p>
          <a:endParaRPr lang="en-IN"/>
        </a:p>
      </dgm:t>
    </dgm:pt>
    <dgm:pt modelId="{26C034CF-6A98-49A7-A4A5-913B15A75DE0}" type="sibTrans" cxnId="{3B70A2D3-B611-4537-AA18-24E227A0FDD4}">
      <dgm:prSet/>
      <dgm:spPr/>
      <dgm:t>
        <a:bodyPr/>
        <a:lstStyle/>
        <a:p>
          <a:endParaRPr lang="en-IN"/>
        </a:p>
      </dgm:t>
    </dgm:pt>
    <dgm:pt modelId="{593918BF-F13B-44B2-9F72-D5AB9F59FA70}">
      <dgm:prSet phldrT="[Text]" phldr="0"/>
      <dgm:spPr/>
      <dgm:t>
        <a:bodyPr/>
        <a:lstStyle/>
        <a:p>
          <a:r>
            <a:rPr lang="en-IN"/>
            <a:t>LinkedList</a:t>
          </a:r>
          <a:endParaRPr lang="en-IN" dirty="0"/>
        </a:p>
      </dgm:t>
    </dgm:pt>
    <dgm:pt modelId="{FBA8B42A-CCFD-47FF-B654-DD93430DC5CE}" type="parTrans" cxnId="{052CE65E-B271-43BA-8575-47AFBD2ABD27}">
      <dgm:prSet/>
      <dgm:spPr/>
      <dgm:t>
        <a:bodyPr/>
        <a:lstStyle/>
        <a:p>
          <a:endParaRPr lang="en-IN"/>
        </a:p>
      </dgm:t>
    </dgm:pt>
    <dgm:pt modelId="{ED46E28B-DF20-4C8A-91F9-816845019D4D}" type="sibTrans" cxnId="{052CE65E-B271-43BA-8575-47AFBD2ABD27}">
      <dgm:prSet/>
      <dgm:spPr/>
      <dgm:t>
        <a:bodyPr/>
        <a:lstStyle/>
        <a:p>
          <a:endParaRPr lang="en-IN"/>
        </a:p>
      </dgm:t>
    </dgm:pt>
    <dgm:pt modelId="{6FDCCA75-1582-430C-A32E-52D943CF3EA2}">
      <dgm:prSet phldrT="[Text]" phldr="0"/>
      <dgm:spPr/>
      <dgm:t>
        <a:bodyPr/>
        <a:lstStyle/>
        <a:p>
          <a:r>
            <a:rPr lang="en-IN" dirty="0"/>
            <a:t>Vector</a:t>
          </a:r>
        </a:p>
      </dgm:t>
    </dgm:pt>
    <dgm:pt modelId="{27DC1EA0-1041-4292-8E4F-F9EA710E28FF}" type="parTrans" cxnId="{22C737A6-5BB7-4C02-8E85-42B200D41B81}">
      <dgm:prSet/>
      <dgm:spPr/>
      <dgm:t>
        <a:bodyPr/>
        <a:lstStyle/>
        <a:p>
          <a:endParaRPr lang="en-IN"/>
        </a:p>
      </dgm:t>
    </dgm:pt>
    <dgm:pt modelId="{3C7A8B49-8A87-47E4-B6CF-459F7A5A533E}" type="sibTrans" cxnId="{22C737A6-5BB7-4C02-8E85-42B200D41B81}">
      <dgm:prSet/>
      <dgm:spPr/>
      <dgm:t>
        <a:bodyPr/>
        <a:lstStyle/>
        <a:p>
          <a:endParaRPr lang="en-IN"/>
        </a:p>
      </dgm:t>
    </dgm:pt>
    <dgm:pt modelId="{CCB10415-7216-41AE-9F96-7C6AF1924D16}">
      <dgm:prSet phldrT="[Text]" phldr="0"/>
      <dgm:spPr/>
      <dgm:t>
        <a:bodyPr/>
        <a:lstStyle/>
        <a:p>
          <a:r>
            <a:rPr lang="en-IN"/>
            <a:t>Stack</a:t>
          </a:r>
          <a:endParaRPr lang="en-IN" dirty="0"/>
        </a:p>
      </dgm:t>
    </dgm:pt>
    <dgm:pt modelId="{0027660B-4521-48A9-B4B0-F31DA0A08083}" type="parTrans" cxnId="{4EFA3E0F-6F2E-4DB5-A9D5-611986BE2800}">
      <dgm:prSet/>
      <dgm:spPr/>
      <dgm:t>
        <a:bodyPr/>
        <a:lstStyle/>
        <a:p>
          <a:endParaRPr lang="en-IN"/>
        </a:p>
      </dgm:t>
    </dgm:pt>
    <dgm:pt modelId="{B4BAFB44-75B4-4A52-8E79-85B3A7C7EC80}" type="sibTrans" cxnId="{4EFA3E0F-6F2E-4DB5-A9D5-611986BE2800}">
      <dgm:prSet/>
      <dgm:spPr/>
      <dgm:t>
        <a:bodyPr/>
        <a:lstStyle/>
        <a:p>
          <a:endParaRPr lang="en-IN"/>
        </a:p>
      </dgm:t>
    </dgm:pt>
    <dgm:pt modelId="{1AD492B4-0BB1-40D5-8122-7667829CF302}">
      <dgm:prSet phldrT="[Text]" phldr="0"/>
      <dgm:spPr/>
      <dgm:t>
        <a:bodyPr/>
        <a:lstStyle/>
        <a:p>
          <a:r>
            <a:rPr lang="en-IN"/>
            <a:t>PriorityQueue</a:t>
          </a:r>
          <a:endParaRPr lang="en-IN" dirty="0"/>
        </a:p>
      </dgm:t>
    </dgm:pt>
    <dgm:pt modelId="{76C7A84D-3C42-47A5-B47E-46D76DE22E2D}" type="parTrans" cxnId="{5E169CA4-2E1E-4F2E-9CB8-4DAD7E6AF5CB}">
      <dgm:prSet/>
      <dgm:spPr/>
      <dgm:t>
        <a:bodyPr/>
        <a:lstStyle/>
        <a:p>
          <a:endParaRPr lang="en-IN"/>
        </a:p>
      </dgm:t>
    </dgm:pt>
    <dgm:pt modelId="{FA2E3815-C62A-4DF6-8CAF-530862B8807E}" type="sibTrans" cxnId="{5E169CA4-2E1E-4F2E-9CB8-4DAD7E6AF5CB}">
      <dgm:prSet/>
      <dgm:spPr/>
      <dgm:t>
        <a:bodyPr/>
        <a:lstStyle/>
        <a:p>
          <a:endParaRPr lang="en-IN"/>
        </a:p>
      </dgm:t>
    </dgm:pt>
    <dgm:pt modelId="{F99E8F7F-6057-446D-A137-F13312497BF8}">
      <dgm:prSet phldrT="[Text]" phldr="0"/>
      <dgm:spPr/>
      <dgm:t>
        <a:bodyPr/>
        <a:lstStyle/>
        <a:p>
          <a:r>
            <a:rPr lang="en-IN"/>
            <a:t>Deque</a:t>
          </a:r>
          <a:endParaRPr lang="en-IN" dirty="0"/>
        </a:p>
      </dgm:t>
    </dgm:pt>
    <dgm:pt modelId="{0E82877C-07FF-4426-B9AF-E26348318762}" type="parTrans" cxnId="{9425FF3C-2A73-4690-8E32-48115C1A6FD0}">
      <dgm:prSet/>
      <dgm:spPr/>
      <dgm:t>
        <a:bodyPr/>
        <a:lstStyle/>
        <a:p>
          <a:endParaRPr lang="en-IN"/>
        </a:p>
      </dgm:t>
    </dgm:pt>
    <dgm:pt modelId="{204AE08D-75DE-49E5-B0E9-6E478D3140F8}" type="sibTrans" cxnId="{9425FF3C-2A73-4690-8E32-48115C1A6FD0}">
      <dgm:prSet/>
      <dgm:spPr/>
      <dgm:t>
        <a:bodyPr/>
        <a:lstStyle/>
        <a:p>
          <a:endParaRPr lang="en-IN"/>
        </a:p>
      </dgm:t>
    </dgm:pt>
    <dgm:pt modelId="{4198EB03-7A1F-4A39-B6AD-8CCFB7C89251}">
      <dgm:prSet phldrT="[Text]" phldr="0"/>
      <dgm:spPr/>
      <dgm:t>
        <a:bodyPr/>
        <a:lstStyle/>
        <a:p>
          <a:r>
            <a:rPr lang="en-IN"/>
            <a:t>HashSet</a:t>
          </a:r>
          <a:endParaRPr lang="en-IN" dirty="0"/>
        </a:p>
      </dgm:t>
    </dgm:pt>
    <dgm:pt modelId="{11ECD97B-945D-449D-8764-9C7BB8CA5F2D}" type="parTrans" cxnId="{CCB0227A-BAD7-4B28-B7B6-7161443DF2B6}">
      <dgm:prSet/>
      <dgm:spPr/>
      <dgm:t>
        <a:bodyPr/>
        <a:lstStyle/>
        <a:p>
          <a:endParaRPr lang="en-IN"/>
        </a:p>
      </dgm:t>
    </dgm:pt>
    <dgm:pt modelId="{2C34C746-0323-4E9C-8F08-39B2B17EEB3E}" type="sibTrans" cxnId="{CCB0227A-BAD7-4B28-B7B6-7161443DF2B6}">
      <dgm:prSet/>
      <dgm:spPr/>
      <dgm:t>
        <a:bodyPr/>
        <a:lstStyle/>
        <a:p>
          <a:endParaRPr lang="en-IN"/>
        </a:p>
      </dgm:t>
    </dgm:pt>
    <dgm:pt modelId="{B472C1F5-23CA-448E-8A4F-5C4B364AA762}">
      <dgm:prSet phldrT="[Text]" phldr="0"/>
      <dgm:spPr/>
      <dgm:t>
        <a:bodyPr/>
        <a:lstStyle/>
        <a:p>
          <a:r>
            <a:rPr lang="en-IN"/>
            <a:t>LinkedHashSet</a:t>
          </a:r>
          <a:endParaRPr lang="en-IN" dirty="0"/>
        </a:p>
      </dgm:t>
    </dgm:pt>
    <dgm:pt modelId="{33BD39FC-E381-4211-8959-AAABCC6D6D47}" type="parTrans" cxnId="{931D516A-0E5C-490D-82C6-90C4F4696EF0}">
      <dgm:prSet/>
      <dgm:spPr/>
      <dgm:t>
        <a:bodyPr/>
        <a:lstStyle/>
        <a:p>
          <a:endParaRPr lang="en-IN"/>
        </a:p>
      </dgm:t>
    </dgm:pt>
    <dgm:pt modelId="{E459782B-B16E-413E-A3F3-56CD44FCF8CB}" type="sibTrans" cxnId="{931D516A-0E5C-490D-82C6-90C4F4696EF0}">
      <dgm:prSet/>
      <dgm:spPr/>
      <dgm:t>
        <a:bodyPr/>
        <a:lstStyle/>
        <a:p>
          <a:endParaRPr lang="en-IN"/>
        </a:p>
      </dgm:t>
    </dgm:pt>
    <dgm:pt modelId="{D4E6F32F-F5A5-497D-ABDC-11F635390651}">
      <dgm:prSet phldrT="[Text]" phldr="0"/>
      <dgm:spPr/>
      <dgm:t>
        <a:bodyPr/>
        <a:lstStyle/>
        <a:p>
          <a:r>
            <a:rPr lang="en-IN"/>
            <a:t>SortedSet</a:t>
          </a:r>
          <a:endParaRPr lang="en-IN" dirty="0"/>
        </a:p>
      </dgm:t>
    </dgm:pt>
    <dgm:pt modelId="{FFFB5EE3-AB50-4BD7-A344-9F88D6568CE7}" type="parTrans" cxnId="{777A43AE-DA3E-45FD-A135-BFB117E5BDC5}">
      <dgm:prSet/>
      <dgm:spPr/>
      <dgm:t>
        <a:bodyPr/>
        <a:lstStyle/>
        <a:p>
          <a:endParaRPr lang="en-IN"/>
        </a:p>
      </dgm:t>
    </dgm:pt>
    <dgm:pt modelId="{25C42D0D-43D3-4BCA-90DD-27F3FFA18139}" type="sibTrans" cxnId="{777A43AE-DA3E-45FD-A135-BFB117E5BDC5}">
      <dgm:prSet/>
      <dgm:spPr/>
      <dgm:t>
        <a:bodyPr/>
        <a:lstStyle/>
        <a:p>
          <a:endParaRPr lang="en-IN"/>
        </a:p>
      </dgm:t>
    </dgm:pt>
    <dgm:pt modelId="{E4FC5207-09F3-4ADF-B102-77AFB5E25C2F}">
      <dgm:prSet phldrT="[Text]" phldr="0"/>
      <dgm:spPr/>
      <dgm:t>
        <a:bodyPr/>
        <a:lstStyle/>
        <a:p>
          <a:r>
            <a:rPr lang="en-IN" dirty="0" err="1"/>
            <a:t>TreeSet</a:t>
          </a:r>
          <a:endParaRPr lang="en-IN" dirty="0"/>
        </a:p>
      </dgm:t>
    </dgm:pt>
    <dgm:pt modelId="{DAB46A0D-0936-419D-B125-B2DE67BE2E06}" type="parTrans" cxnId="{D7BA04F4-7F49-4831-9407-1ACF3B2D9DC5}">
      <dgm:prSet/>
      <dgm:spPr/>
      <dgm:t>
        <a:bodyPr/>
        <a:lstStyle/>
        <a:p>
          <a:endParaRPr lang="en-IN"/>
        </a:p>
      </dgm:t>
    </dgm:pt>
    <dgm:pt modelId="{DC57352F-0087-4A2E-9E70-9BB57588BC73}" type="sibTrans" cxnId="{D7BA04F4-7F49-4831-9407-1ACF3B2D9DC5}">
      <dgm:prSet/>
      <dgm:spPr/>
      <dgm:t>
        <a:bodyPr/>
        <a:lstStyle/>
        <a:p>
          <a:endParaRPr lang="en-IN"/>
        </a:p>
      </dgm:t>
    </dgm:pt>
    <dgm:pt modelId="{E522CC6D-316F-478D-B2D5-B5E923C708EE}" type="pres">
      <dgm:prSet presAssocID="{946B23EB-8335-4003-9023-E27A05216D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80EBCC6-1551-4FCC-B239-8832E79D018C}" type="pres">
      <dgm:prSet presAssocID="{2D6947AB-4A59-430F-B8CC-EC50D0FAAB1D}" presName="hierRoot1" presStyleCnt="0"/>
      <dgm:spPr/>
    </dgm:pt>
    <dgm:pt modelId="{ADF28F4A-975D-44B9-93B8-57188B9F4221}" type="pres">
      <dgm:prSet presAssocID="{2D6947AB-4A59-430F-B8CC-EC50D0FAAB1D}" presName="composite" presStyleCnt="0"/>
      <dgm:spPr/>
    </dgm:pt>
    <dgm:pt modelId="{DB1D0A06-5769-4C58-A398-AC154A53C331}" type="pres">
      <dgm:prSet presAssocID="{2D6947AB-4A59-430F-B8CC-EC50D0FAAB1D}" presName="background" presStyleLbl="node0" presStyleIdx="0" presStyleCnt="1"/>
      <dgm:spPr/>
    </dgm:pt>
    <dgm:pt modelId="{AAD4DE77-89B9-4084-A8CA-2B0546BACC6F}" type="pres">
      <dgm:prSet presAssocID="{2D6947AB-4A59-430F-B8CC-EC50D0FAAB1D}" presName="text" presStyleLbl="fgAcc0" presStyleIdx="0" presStyleCnt="1">
        <dgm:presLayoutVars>
          <dgm:chPref val="3"/>
        </dgm:presLayoutVars>
      </dgm:prSet>
      <dgm:spPr/>
    </dgm:pt>
    <dgm:pt modelId="{AF97C7CD-4D00-46CE-8CBB-7E762361904E}" type="pres">
      <dgm:prSet presAssocID="{2D6947AB-4A59-430F-B8CC-EC50D0FAAB1D}" presName="hierChild2" presStyleCnt="0"/>
      <dgm:spPr/>
    </dgm:pt>
    <dgm:pt modelId="{8EEFD493-30A3-44AB-915C-B51D9752FCDB}" type="pres">
      <dgm:prSet presAssocID="{3B6CD7CA-7199-421B-8AE2-1AE95BC8C8D7}" presName="Name10" presStyleLbl="parChTrans1D2" presStyleIdx="0" presStyleCnt="1"/>
      <dgm:spPr/>
    </dgm:pt>
    <dgm:pt modelId="{2CD4C2C6-689B-4F9E-9C4B-E3D940E43416}" type="pres">
      <dgm:prSet presAssocID="{45951DC6-215D-4BC5-85A7-C41D3163EDD8}" presName="hierRoot2" presStyleCnt="0"/>
      <dgm:spPr/>
    </dgm:pt>
    <dgm:pt modelId="{F354EC6D-1E39-4156-9E00-127C433F4CE5}" type="pres">
      <dgm:prSet presAssocID="{45951DC6-215D-4BC5-85A7-C41D3163EDD8}" presName="composite2" presStyleCnt="0"/>
      <dgm:spPr/>
    </dgm:pt>
    <dgm:pt modelId="{4F678042-9533-4789-8AE2-2E4CCC137D95}" type="pres">
      <dgm:prSet presAssocID="{45951DC6-215D-4BC5-85A7-C41D3163EDD8}" presName="background2" presStyleLbl="node2" presStyleIdx="0" presStyleCnt="1"/>
      <dgm:spPr/>
    </dgm:pt>
    <dgm:pt modelId="{2DBFBC01-7D04-4D92-99A6-E4E419024F13}" type="pres">
      <dgm:prSet presAssocID="{45951DC6-215D-4BC5-85A7-C41D3163EDD8}" presName="text2" presStyleLbl="fgAcc2" presStyleIdx="0" presStyleCnt="1">
        <dgm:presLayoutVars>
          <dgm:chPref val="3"/>
        </dgm:presLayoutVars>
      </dgm:prSet>
      <dgm:spPr/>
    </dgm:pt>
    <dgm:pt modelId="{A5B2465F-C9EE-4F91-B7D7-57D48E87E1A6}" type="pres">
      <dgm:prSet presAssocID="{45951DC6-215D-4BC5-85A7-C41D3163EDD8}" presName="hierChild3" presStyleCnt="0"/>
      <dgm:spPr/>
    </dgm:pt>
    <dgm:pt modelId="{846A1CC5-4791-4639-8056-1D7F34254936}" type="pres">
      <dgm:prSet presAssocID="{6AFC19D6-2DB5-43FC-B8C2-95DD5A2673CB}" presName="Name17" presStyleLbl="parChTrans1D3" presStyleIdx="0" presStyleCnt="3"/>
      <dgm:spPr/>
    </dgm:pt>
    <dgm:pt modelId="{741D13BE-D3D0-41A3-942E-C2FCF92837B7}" type="pres">
      <dgm:prSet presAssocID="{E11AB78E-3A65-4613-A40E-93F11C9B85AA}" presName="hierRoot3" presStyleCnt="0"/>
      <dgm:spPr/>
    </dgm:pt>
    <dgm:pt modelId="{1886DFE1-8A10-4D23-80D9-B69158B0B20B}" type="pres">
      <dgm:prSet presAssocID="{E11AB78E-3A65-4613-A40E-93F11C9B85AA}" presName="composite3" presStyleCnt="0"/>
      <dgm:spPr/>
    </dgm:pt>
    <dgm:pt modelId="{46DC28E7-E9AF-4E09-A399-AECBA7D8DD85}" type="pres">
      <dgm:prSet presAssocID="{E11AB78E-3A65-4613-A40E-93F11C9B85AA}" presName="background3" presStyleLbl="node3" presStyleIdx="0" presStyleCnt="3"/>
      <dgm:spPr/>
    </dgm:pt>
    <dgm:pt modelId="{D9EB0989-01F7-4D30-A7EC-1246DB9F0329}" type="pres">
      <dgm:prSet presAssocID="{E11AB78E-3A65-4613-A40E-93F11C9B85AA}" presName="text3" presStyleLbl="fgAcc3" presStyleIdx="0" presStyleCnt="3">
        <dgm:presLayoutVars>
          <dgm:chPref val="3"/>
        </dgm:presLayoutVars>
      </dgm:prSet>
      <dgm:spPr/>
    </dgm:pt>
    <dgm:pt modelId="{FC3A51B5-7BEA-4C7B-8D98-787D6833B818}" type="pres">
      <dgm:prSet presAssocID="{E11AB78E-3A65-4613-A40E-93F11C9B85AA}" presName="hierChild4" presStyleCnt="0"/>
      <dgm:spPr/>
    </dgm:pt>
    <dgm:pt modelId="{BEDA966E-F2B7-4A94-8F4D-430E4EF09C8F}" type="pres">
      <dgm:prSet presAssocID="{BD1E03D9-663C-49FF-98A4-77F985D568A4}" presName="Name23" presStyleLbl="parChTrans1D4" presStyleIdx="0" presStyleCnt="10"/>
      <dgm:spPr/>
    </dgm:pt>
    <dgm:pt modelId="{75358A55-974D-4468-B54C-1F4B8B1AF731}" type="pres">
      <dgm:prSet presAssocID="{C4EB51BD-48FE-4190-84CE-9B2DA3836AFF}" presName="hierRoot4" presStyleCnt="0"/>
      <dgm:spPr/>
    </dgm:pt>
    <dgm:pt modelId="{A4BB4F0E-378A-4450-B33C-7E8D15FD4C21}" type="pres">
      <dgm:prSet presAssocID="{C4EB51BD-48FE-4190-84CE-9B2DA3836AFF}" presName="composite4" presStyleCnt="0"/>
      <dgm:spPr/>
    </dgm:pt>
    <dgm:pt modelId="{61265194-BD35-43CD-920C-11B82FCD1D64}" type="pres">
      <dgm:prSet presAssocID="{C4EB51BD-48FE-4190-84CE-9B2DA3836AFF}" presName="background4" presStyleLbl="node4" presStyleIdx="0" presStyleCnt="10"/>
      <dgm:spPr/>
    </dgm:pt>
    <dgm:pt modelId="{B0993751-5480-4AEB-B53D-D1A30E5928F4}" type="pres">
      <dgm:prSet presAssocID="{C4EB51BD-48FE-4190-84CE-9B2DA3836AFF}" presName="text4" presStyleLbl="fgAcc4" presStyleIdx="0" presStyleCnt="10">
        <dgm:presLayoutVars>
          <dgm:chPref val="3"/>
        </dgm:presLayoutVars>
      </dgm:prSet>
      <dgm:spPr/>
    </dgm:pt>
    <dgm:pt modelId="{26400F71-4BF4-4742-832F-E03D99588BC1}" type="pres">
      <dgm:prSet presAssocID="{C4EB51BD-48FE-4190-84CE-9B2DA3836AFF}" presName="hierChild5" presStyleCnt="0"/>
      <dgm:spPr/>
    </dgm:pt>
    <dgm:pt modelId="{C84FB6A3-F3F8-4918-9FA9-F6699D159C2E}" type="pres">
      <dgm:prSet presAssocID="{FBA8B42A-CCFD-47FF-B654-DD93430DC5CE}" presName="Name23" presStyleLbl="parChTrans1D4" presStyleIdx="1" presStyleCnt="10"/>
      <dgm:spPr/>
    </dgm:pt>
    <dgm:pt modelId="{7726B721-0EBA-4EB7-825F-BD56DDD71F38}" type="pres">
      <dgm:prSet presAssocID="{593918BF-F13B-44B2-9F72-D5AB9F59FA70}" presName="hierRoot4" presStyleCnt="0"/>
      <dgm:spPr/>
    </dgm:pt>
    <dgm:pt modelId="{5AED0381-A8DE-4592-8850-6318C791E7AF}" type="pres">
      <dgm:prSet presAssocID="{593918BF-F13B-44B2-9F72-D5AB9F59FA70}" presName="composite4" presStyleCnt="0"/>
      <dgm:spPr/>
    </dgm:pt>
    <dgm:pt modelId="{4A21E37B-6CAF-4808-9F10-CA86E25326B3}" type="pres">
      <dgm:prSet presAssocID="{593918BF-F13B-44B2-9F72-D5AB9F59FA70}" presName="background4" presStyleLbl="node4" presStyleIdx="1" presStyleCnt="10"/>
      <dgm:spPr/>
    </dgm:pt>
    <dgm:pt modelId="{E933501F-8135-45E6-A457-984DA1F932AA}" type="pres">
      <dgm:prSet presAssocID="{593918BF-F13B-44B2-9F72-D5AB9F59FA70}" presName="text4" presStyleLbl="fgAcc4" presStyleIdx="1" presStyleCnt="10">
        <dgm:presLayoutVars>
          <dgm:chPref val="3"/>
        </dgm:presLayoutVars>
      </dgm:prSet>
      <dgm:spPr/>
    </dgm:pt>
    <dgm:pt modelId="{E6113BDD-A0FB-4DC3-AA21-8B8C629D5B6B}" type="pres">
      <dgm:prSet presAssocID="{593918BF-F13B-44B2-9F72-D5AB9F59FA70}" presName="hierChild5" presStyleCnt="0"/>
      <dgm:spPr/>
    </dgm:pt>
    <dgm:pt modelId="{D9A6119C-F649-484F-BAA9-4E9004F2686E}" type="pres">
      <dgm:prSet presAssocID="{27DC1EA0-1041-4292-8E4F-F9EA710E28FF}" presName="Name23" presStyleLbl="parChTrans1D4" presStyleIdx="2" presStyleCnt="10"/>
      <dgm:spPr/>
    </dgm:pt>
    <dgm:pt modelId="{4689BC70-755B-4640-B3AB-AC4C5B65EF2E}" type="pres">
      <dgm:prSet presAssocID="{6FDCCA75-1582-430C-A32E-52D943CF3EA2}" presName="hierRoot4" presStyleCnt="0"/>
      <dgm:spPr/>
    </dgm:pt>
    <dgm:pt modelId="{0DF15360-AD18-425C-8F59-4AEE415A545A}" type="pres">
      <dgm:prSet presAssocID="{6FDCCA75-1582-430C-A32E-52D943CF3EA2}" presName="composite4" presStyleCnt="0"/>
      <dgm:spPr/>
    </dgm:pt>
    <dgm:pt modelId="{73412DD3-3A67-4AAC-A4CF-64D5004E94A3}" type="pres">
      <dgm:prSet presAssocID="{6FDCCA75-1582-430C-A32E-52D943CF3EA2}" presName="background4" presStyleLbl="node4" presStyleIdx="2" presStyleCnt="10"/>
      <dgm:spPr/>
    </dgm:pt>
    <dgm:pt modelId="{D6A0C010-FEC4-466B-B4B3-BED5AC18616E}" type="pres">
      <dgm:prSet presAssocID="{6FDCCA75-1582-430C-A32E-52D943CF3EA2}" presName="text4" presStyleLbl="fgAcc4" presStyleIdx="2" presStyleCnt="10">
        <dgm:presLayoutVars>
          <dgm:chPref val="3"/>
        </dgm:presLayoutVars>
      </dgm:prSet>
      <dgm:spPr/>
    </dgm:pt>
    <dgm:pt modelId="{66C3408A-C093-4010-A763-2FFEF64D2B0E}" type="pres">
      <dgm:prSet presAssocID="{6FDCCA75-1582-430C-A32E-52D943CF3EA2}" presName="hierChild5" presStyleCnt="0"/>
      <dgm:spPr/>
    </dgm:pt>
    <dgm:pt modelId="{6D62BE52-6B1E-41DD-A3FE-2B6FF036FC63}" type="pres">
      <dgm:prSet presAssocID="{0027660B-4521-48A9-B4B0-F31DA0A08083}" presName="Name23" presStyleLbl="parChTrans1D4" presStyleIdx="3" presStyleCnt="10"/>
      <dgm:spPr/>
    </dgm:pt>
    <dgm:pt modelId="{68694BD3-6E81-40A5-A93A-386BCB1E53CE}" type="pres">
      <dgm:prSet presAssocID="{CCB10415-7216-41AE-9F96-7C6AF1924D16}" presName="hierRoot4" presStyleCnt="0"/>
      <dgm:spPr/>
    </dgm:pt>
    <dgm:pt modelId="{AF71BE2A-C963-4A5D-8463-4EEA444BC413}" type="pres">
      <dgm:prSet presAssocID="{CCB10415-7216-41AE-9F96-7C6AF1924D16}" presName="composite4" presStyleCnt="0"/>
      <dgm:spPr/>
    </dgm:pt>
    <dgm:pt modelId="{328DE1C4-364E-4493-9F45-8EC87FDCCF9E}" type="pres">
      <dgm:prSet presAssocID="{CCB10415-7216-41AE-9F96-7C6AF1924D16}" presName="background4" presStyleLbl="node4" presStyleIdx="3" presStyleCnt="10"/>
      <dgm:spPr/>
    </dgm:pt>
    <dgm:pt modelId="{E37947F5-43FB-418B-867F-58E06DF1D4CB}" type="pres">
      <dgm:prSet presAssocID="{CCB10415-7216-41AE-9F96-7C6AF1924D16}" presName="text4" presStyleLbl="fgAcc4" presStyleIdx="3" presStyleCnt="10">
        <dgm:presLayoutVars>
          <dgm:chPref val="3"/>
        </dgm:presLayoutVars>
      </dgm:prSet>
      <dgm:spPr/>
    </dgm:pt>
    <dgm:pt modelId="{6524B918-8A25-4259-83C3-5CDC31C34604}" type="pres">
      <dgm:prSet presAssocID="{CCB10415-7216-41AE-9F96-7C6AF1924D16}" presName="hierChild5" presStyleCnt="0"/>
      <dgm:spPr/>
    </dgm:pt>
    <dgm:pt modelId="{0A13B0DD-8E8E-43AD-87CE-FB24357CADA7}" type="pres">
      <dgm:prSet presAssocID="{CCE43ECF-EF56-4FBB-B8FA-A80172838933}" presName="Name17" presStyleLbl="parChTrans1D3" presStyleIdx="1" presStyleCnt="3"/>
      <dgm:spPr/>
    </dgm:pt>
    <dgm:pt modelId="{B51F9B72-59DE-4123-9490-2138EDA5C691}" type="pres">
      <dgm:prSet presAssocID="{375C3B9F-ABDC-4DF9-8AE0-1DA6DAF5A117}" presName="hierRoot3" presStyleCnt="0"/>
      <dgm:spPr/>
    </dgm:pt>
    <dgm:pt modelId="{085325CC-2CE3-48E1-8767-9DEFB520342D}" type="pres">
      <dgm:prSet presAssocID="{375C3B9F-ABDC-4DF9-8AE0-1DA6DAF5A117}" presName="composite3" presStyleCnt="0"/>
      <dgm:spPr/>
    </dgm:pt>
    <dgm:pt modelId="{718E56EA-BB80-402D-9CE9-54E1B80A0CDF}" type="pres">
      <dgm:prSet presAssocID="{375C3B9F-ABDC-4DF9-8AE0-1DA6DAF5A117}" presName="background3" presStyleLbl="node3" presStyleIdx="1" presStyleCnt="3"/>
      <dgm:spPr/>
    </dgm:pt>
    <dgm:pt modelId="{B4CE6FF7-1B26-496B-B76A-3C468EFDF2E5}" type="pres">
      <dgm:prSet presAssocID="{375C3B9F-ABDC-4DF9-8AE0-1DA6DAF5A117}" presName="text3" presStyleLbl="fgAcc3" presStyleIdx="1" presStyleCnt="3">
        <dgm:presLayoutVars>
          <dgm:chPref val="3"/>
        </dgm:presLayoutVars>
      </dgm:prSet>
      <dgm:spPr/>
    </dgm:pt>
    <dgm:pt modelId="{A861D843-EC5B-43F9-A5D8-2D4DEEF1F657}" type="pres">
      <dgm:prSet presAssocID="{375C3B9F-ABDC-4DF9-8AE0-1DA6DAF5A117}" presName="hierChild4" presStyleCnt="0"/>
      <dgm:spPr/>
    </dgm:pt>
    <dgm:pt modelId="{38AA5465-6ACD-4040-AAEB-D02A20445E78}" type="pres">
      <dgm:prSet presAssocID="{76C7A84D-3C42-47A5-B47E-46D76DE22E2D}" presName="Name23" presStyleLbl="parChTrans1D4" presStyleIdx="4" presStyleCnt="10"/>
      <dgm:spPr/>
    </dgm:pt>
    <dgm:pt modelId="{FD859C23-8FCE-4CAA-83A9-AC3DC17E3FA3}" type="pres">
      <dgm:prSet presAssocID="{1AD492B4-0BB1-40D5-8122-7667829CF302}" presName="hierRoot4" presStyleCnt="0"/>
      <dgm:spPr/>
    </dgm:pt>
    <dgm:pt modelId="{323A6448-C7DA-4AD0-80C8-80F9E43E3511}" type="pres">
      <dgm:prSet presAssocID="{1AD492B4-0BB1-40D5-8122-7667829CF302}" presName="composite4" presStyleCnt="0"/>
      <dgm:spPr/>
    </dgm:pt>
    <dgm:pt modelId="{76AE8951-125B-4C52-B43D-E59C5D9BA73E}" type="pres">
      <dgm:prSet presAssocID="{1AD492B4-0BB1-40D5-8122-7667829CF302}" presName="background4" presStyleLbl="node4" presStyleIdx="4" presStyleCnt="10"/>
      <dgm:spPr/>
    </dgm:pt>
    <dgm:pt modelId="{7BB88314-041F-45AB-953D-BE6F77836D32}" type="pres">
      <dgm:prSet presAssocID="{1AD492B4-0BB1-40D5-8122-7667829CF302}" presName="text4" presStyleLbl="fgAcc4" presStyleIdx="4" presStyleCnt="10">
        <dgm:presLayoutVars>
          <dgm:chPref val="3"/>
        </dgm:presLayoutVars>
      </dgm:prSet>
      <dgm:spPr/>
    </dgm:pt>
    <dgm:pt modelId="{269C8B6D-780E-4E93-9737-1D1702082D80}" type="pres">
      <dgm:prSet presAssocID="{1AD492B4-0BB1-40D5-8122-7667829CF302}" presName="hierChild5" presStyleCnt="0"/>
      <dgm:spPr/>
    </dgm:pt>
    <dgm:pt modelId="{A148DAEA-A6EE-4C7E-AFDD-A57D23206977}" type="pres">
      <dgm:prSet presAssocID="{0E82877C-07FF-4426-B9AF-E26348318762}" presName="Name23" presStyleLbl="parChTrans1D4" presStyleIdx="5" presStyleCnt="10"/>
      <dgm:spPr/>
    </dgm:pt>
    <dgm:pt modelId="{E2DD8D9B-19E0-4C0A-9699-6711BABFAE79}" type="pres">
      <dgm:prSet presAssocID="{F99E8F7F-6057-446D-A137-F13312497BF8}" presName="hierRoot4" presStyleCnt="0"/>
      <dgm:spPr/>
    </dgm:pt>
    <dgm:pt modelId="{1F42AB1A-E659-4A58-8AAE-28B3A3B484FF}" type="pres">
      <dgm:prSet presAssocID="{F99E8F7F-6057-446D-A137-F13312497BF8}" presName="composite4" presStyleCnt="0"/>
      <dgm:spPr/>
    </dgm:pt>
    <dgm:pt modelId="{8CD329CB-A2F2-4E3F-B78A-65BA5D737BFF}" type="pres">
      <dgm:prSet presAssocID="{F99E8F7F-6057-446D-A137-F13312497BF8}" presName="background4" presStyleLbl="node4" presStyleIdx="5" presStyleCnt="10"/>
      <dgm:spPr/>
    </dgm:pt>
    <dgm:pt modelId="{18EB8B5E-10B1-4478-8E90-8E71D3DC9EEB}" type="pres">
      <dgm:prSet presAssocID="{F99E8F7F-6057-446D-A137-F13312497BF8}" presName="text4" presStyleLbl="fgAcc4" presStyleIdx="5" presStyleCnt="10">
        <dgm:presLayoutVars>
          <dgm:chPref val="3"/>
        </dgm:presLayoutVars>
      </dgm:prSet>
      <dgm:spPr/>
    </dgm:pt>
    <dgm:pt modelId="{5D67C2A3-D1B3-40DA-B700-753CFCEE29F1}" type="pres">
      <dgm:prSet presAssocID="{F99E8F7F-6057-446D-A137-F13312497BF8}" presName="hierChild5" presStyleCnt="0"/>
      <dgm:spPr/>
    </dgm:pt>
    <dgm:pt modelId="{7E547EB7-A42C-4F90-9C3F-872537308E90}" type="pres">
      <dgm:prSet presAssocID="{49A98A4A-9B51-4211-AD64-1357D5842A8B}" presName="Name17" presStyleLbl="parChTrans1D3" presStyleIdx="2" presStyleCnt="3"/>
      <dgm:spPr/>
    </dgm:pt>
    <dgm:pt modelId="{7B971BAF-3AED-49E2-9DC8-6C3314C5159C}" type="pres">
      <dgm:prSet presAssocID="{D007548B-8167-437D-99FB-F4FC1B11F635}" presName="hierRoot3" presStyleCnt="0"/>
      <dgm:spPr/>
    </dgm:pt>
    <dgm:pt modelId="{39450E66-2B7B-4A45-BB26-DA19C94D397A}" type="pres">
      <dgm:prSet presAssocID="{D007548B-8167-437D-99FB-F4FC1B11F635}" presName="composite3" presStyleCnt="0"/>
      <dgm:spPr/>
    </dgm:pt>
    <dgm:pt modelId="{7B1F943E-DF00-4A66-A900-F8818988D88B}" type="pres">
      <dgm:prSet presAssocID="{D007548B-8167-437D-99FB-F4FC1B11F635}" presName="background3" presStyleLbl="node3" presStyleIdx="2" presStyleCnt="3"/>
      <dgm:spPr/>
    </dgm:pt>
    <dgm:pt modelId="{D7E3F730-1221-4122-BB42-EF126AF841BC}" type="pres">
      <dgm:prSet presAssocID="{D007548B-8167-437D-99FB-F4FC1B11F635}" presName="text3" presStyleLbl="fgAcc3" presStyleIdx="2" presStyleCnt="3">
        <dgm:presLayoutVars>
          <dgm:chPref val="3"/>
        </dgm:presLayoutVars>
      </dgm:prSet>
      <dgm:spPr/>
    </dgm:pt>
    <dgm:pt modelId="{139F3A9F-9EA5-4F27-B682-4E5B1605603D}" type="pres">
      <dgm:prSet presAssocID="{D007548B-8167-437D-99FB-F4FC1B11F635}" presName="hierChild4" presStyleCnt="0"/>
      <dgm:spPr/>
    </dgm:pt>
    <dgm:pt modelId="{D670A2BD-893E-486E-B14C-C3B92521137E}" type="pres">
      <dgm:prSet presAssocID="{11ECD97B-945D-449D-8764-9C7BB8CA5F2D}" presName="Name23" presStyleLbl="parChTrans1D4" presStyleIdx="6" presStyleCnt="10"/>
      <dgm:spPr/>
    </dgm:pt>
    <dgm:pt modelId="{E8603CE4-B99D-472C-8BEA-C18DFC9C9A5A}" type="pres">
      <dgm:prSet presAssocID="{4198EB03-7A1F-4A39-B6AD-8CCFB7C89251}" presName="hierRoot4" presStyleCnt="0"/>
      <dgm:spPr/>
    </dgm:pt>
    <dgm:pt modelId="{565823AC-E846-4748-943C-05D1D98588B7}" type="pres">
      <dgm:prSet presAssocID="{4198EB03-7A1F-4A39-B6AD-8CCFB7C89251}" presName="composite4" presStyleCnt="0"/>
      <dgm:spPr/>
    </dgm:pt>
    <dgm:pt modelId="{E29C0F05-F5F2-432D-98CB-C3D1F9F437D6}" type="pres">
      <dgm:prSet presAssocID="{4198EB03-7A1F-4A39-B6AD-8CCFB7C89251}" presName="background4" presStyleLbl="node4" presStyleIdx="6" presStyleCnt="10"/>
      <dgm:spPr/>
    </dgm:pt>
    <dgm:pt modelId="{7105CBBB-3177-4471-B8F9-B6D4527E666A}" type="pres">
      <dgm:prSet presAssocID="{4198EB03-7A1F-4A39-B6AD-8CCFB7C89251}" presName="text4" presStyleLbl="fgAcc4" presStyleIdx="6" presStyleCnt="10">
        <dgm:presLayoutVars>
          <dgm:chPref val="3"/>
        </dgm:presLayoutVars>
      </dgm:prSet>
      <dgm:spPr/>
    </dgm:pt>
    <dgm:pt modelId="{644F30B4-5F7F-4744-840B-19139A8B90FB}" type="pres">
      <dgm:prSet presAssocID="{4198EB03-7A1F-4A39-B6AD-8CCFB7C89251}" presName="hierChild5" presStyleCnt="0"/>
      <dgm:spPr/>
    </dgm:pt>
    <dgm:pt modelId="{1CCA98B1-D1DD-4E21-852D-DF344E601B29}" type="pres">
      <dgm:prSet presAssocID="{33BD39FC-E381-4211-8959-AAABCC6D6D47}" presName="Name23" presStyleLbl="parChTrans1D4" presStyleIdx="7" presStyleCnt="10"/>
      <dgm:spPr/>
    </dgm:pt>
    <dgm:pt modelId="{268053EA-757A-430E-88EC-1E8F088996BA}" type="pres">
      <dgm:prSet presAssocID="{B472C1F5-23CA-448E-8A4F-5C4B364AA762}" presName="hierRoot4" presStyleCnt="0"/>
      <dgm:spPr/>
    </dgm:pt>
    <dgm:pt modelId="{0FF0AEA2-A45F-4522-A663-323B889C7E60}" type="pres">
      <dgm:prSet presAssocID="{B472C1F5-23CA-448E-8A4F-5C4B364AA762}" presName="composite4" presStyleCnt="0"/>
      <dgm:spPr/>
    </dgm:pt>
    <dgm:pt modelId="{D6795C9D-B8AC-4270-94FC-BBF760B1A543}" type="pres">
      <dgm:prSet presAssocID="{B472C1F5-23CA-448E-8A4F-5C4B364AA762}" presName="background4" presStyleLbl="node4" presStyleIdx="7" presStyleCnt="10"/>
      <dgm:spPr/>
    </dgm:pt>
    <dgm:pt modelId="{A717F830-5B17-4889-AA30-CBC43BC67BCB}" type="pres">
      <dgm:prSet presAssocID="{B472C1F5-23CA-448E-8A4F-5C4B364AA762}" presName="text4" presStyleLbl="fgAcc4" presStyleIdx="7" presStyleCnt="10">
        <dgm:presLayoutVars>
          <dgm:chPref val="3"/>
        </dgm:presLayoutVars>
      </dgm:prSet>
      <dgm:spPr/>
    </dgm:pt>
    <dgm:pt modelId="{515ADD09-228A-4B3D-96FF-3017CCE86384}" type="pres">
      <dgm:prSet presAssocID="{B472C1F5-23CA-448E-8A4F-5C4B364AA762}" presName="hierChild5" presStyleCnt="0"/>
      <dgm:spPr/>
    </dgm:pt>
    <dgm:pt modelId="{4B7E5007-379D-44C5-88BD-719ACF8B4510}" type="pres">
      <dgm:prSet presAssocID="{FFFB5EE3-AB50-4BD7-A344-9F88D6568CE7}" presName="Name23" presStyleLbl="parChTrans1D4" presStyleIdx="8" presStyleCnt="10"/>
      <dgm:spPr/>
    </dgm:pt>
    <dgm:pt modelId="{8954E3A8-DA4A-4581-A0D0-3648004585EC}" type="pres">
      <dgm:prSet presAssocID="{D4E6F32F-F5A5-497D-ABDC-11F635390651}" presName="hierRoot4" presStyleCnt="0"/>
      <dgm:spPr/>
    </dgm:pt>
    <dgm:pt modelId="{0DC1CA45-85DD-40F6-B213-DA4A4A8CEA92}" type="pres">
      <dgm:prSet presAssocID="{D4E6F32F-F5A5-497D-ABDC-11F635390651}" presName="composite4" presStyleCnt="0"/>
      <dgm:spPr/>
    </dgm:pt>
    <dgm:pt modelId="{6EB475BA-950F-4679-9039-59F67E207753}" type="pres">
      <dgm:prSet presAssocID="{D4E6F32F-F5A5-497D-ABDC-11F635390651}" presName="background4" presStyleLbl="node4" presStyleIdx="8" presStyleCnt="10"/>
      <dgm:spPr/>
    </dgm:pt>
    <dgm:pt modelId="{795C120A-E110-45A5-AB20-DEF2FF4E5367}" type="pres">
      <dgm:prSet presAssocID="{D4E6F32F-F5A5-497D-ABDC-11F635390651}" presName="text4" presStyleLbl="fgAcc4" presStyleIdx="8" presStyleCnt="10">
        <dgm:presLayoutVars>
          <dgm:chPref val="3"/>
        </dgm:presLayoutVars>
      </dgm:prSet>
      <dgm:spPr/>
    </dgm:pt>
    <dgm:pt modelId="{07526FBA-6207-4BDD-850F-9D4694D1F205}" type="pres">
      <dgm:prSet presAssocID="{D4E6F32F-F5A5-497D-ABDC-11F635390651}" presName="hierChild5" presStyleCnt="0"/>
      <dgm:spPr/>
    </dgm:pt>
    <dgm:pt modelId="{B8E56A99-4B27-4052-8F07-672D5BB369CE}" type="pres">
      <dgm:prSet presAssocID="{DAB46A0D-0936-419D-B125-B2DE67BE2E06}" presName="Name23" presStyleLbl="parChTrans1D4" presStyleIdx="9" presStyleCnt="10"/>
      <dgm:spPr/>
    </dgm:pt>
    <dgm:pt modelId="{3C1A315A-E4AC-4595-9C99-863801C533BB}" type="pres">
      <dgm:prSet presAssocID="{E4FC5207-09F3-4ADF-B102-77AFB5E25C2F}" presName="hierRoot4" presStyleCnt="0"/>
      <dgm:spPr/>
    </dgm:pt>
    <dgm:pt modelId="{085A2DA2-9171-4F5B-A775-1D7DF651BD72}" type="pres">
      <dgm:prSet presAssocID="{E4FC5207-09F3-4ADF-B102-77AFB5E25C2F}" presName="composite4" presStyleCnt="0"/>
      <dgm:spPr/>
    </dgm:pt>
    <dgm:pt modelId="{6E80438D-3676-452C-BD75-82B6F0DF360E}" type="pres">
      <dgm:prSet presAssocID="{E4FC5207-09F3-4ADF-B102-77AFB5E25C2F}" presName="background4" presStyleLbl="node4" presStyleIdx="9" presStyleCnt="10"/>
      <dgm:spPr/>
    </dgm:pt>
    <dgm:pt modelId="{6B51BEDD-CC56-47E6-B7AD-3B4A0B1E652B}" type="pres">
      <dgm:prSet presAssocID="{E4FC5207-09F3-4ADF-B102-77AFB5E25C2F}" presName="text4" presStyleLbl="fgAcc4" presStyleIdx="9" presStyleCnt="10">
        <dgm:presLayoutVars>
          <dgm:chPref val="3"/>
        </dgm:presLayoutVars>
      </dgm:prSet>
      <dgm:spPr/>
    </dgm:pt>
    <dgm:pt modelId="{49D4726D-CEE5-4A10-AC56-BD9D381B82C6}" type="pres">
      <dgm:prSet presAssocID="{E4FC5207-09F3-4ADF-B102-77AFB5E25C2F}" presName="hierChild5" presStyleCnt="0"/>
      <dgm:spPr/>
    </dgm:pt>
  </dgm:ptLst>
  <dgm:cxnLst>
    <dgm:cxn modelId="{434AB202-8F46-4C50-AF68-092B8C9579A1}" srcId="{45951DC6-215D-4BC5-85A7-C41D3163EDD8}" destId="{D007548B-8167-437D-99FB-F4FC1B11F635}" srcOrd="2" destOrd="0" parTransId="{49A98A4A-9B51-4211-AD64-1357D5842A8B}" sibTransId="{0FD96EB7-7B06-4AD9-8413-A1147F060155}"/>
    <dgm:cxn modelId="{A05B9A07-92C6-4B62-B218-A08F33779D2B}" type="presOf" srcId="{6FDCCA75-1582-430C-A32E-52D943CF3EA2}" destId="{D6A0C010-FEC4-466B-B4B3-BED5AC18616E}" srcOrd="0" destOrd="0" presId="urn:microsoft.com/office/officeart/2005/8/layout/hierarchy1"/>
    <dgm:cxn modelId="{53252909-ABCD-4F14-9072-AFD86EF3E6C9}" type="presOf" srcId="{B472C1F5-23CA-448E-8A4F-5C4B364AA762}" destId="{A717F830-5B17-4889-AA30-CBC43BC67BCB}" srcOrd="0" destOrd="0" presId="urn:microsoft.com/office/officeart/2005/8/layout/hierarchy1"/>
    <dgm:cxn modelId="{4EFA3E0F-6F2E-4DB5-A9D5-611986BE2800}" srcId="{6FDCCA75-1582-430C-A32E-52D943CF3EA2}" destId="{CCB10415-7216-41AE-9F96-7C6AF1924D16}" srcOrd="0" destOrd="0" parTransId="{0027660B-4521-48A9-B4B0-F31DA0A08083}" sibTransId="{B4BAFB44-75B4-4A52-8E79-85B3A7C7EC80}"/>
    <dgm:cxn modelId="{E5A2D413-15B5-41BD-AEFA-D03CE69686DB}" type="presOf" srcId="{E11AB78E-3A65-4613-A40E-93F11C9B85AA}" destId="{D9EB0989-01F7-4D30-A7EC-1246DB9F0329}" srcOrd="0" destOrd="0" presId="urn:microsoft.com/office/officeart/2005/8/layout/hierarchy1"/>
    <dgm:cxn modelId="{9F63F613-0466-42F5-98C5-74E2EA37D75B}" type="presOf" srcId="{F99E8F7F-6057-446D-A137-F13312497BF8}" destId="{18EB8B5E-10B1-4478-8E90-8E71D3DC9EEB}" srcOrd="0" destOrd="0" presId="urn:microsoft.com/office/officeart/2005/8/layout/hierarchy1"/>
    <dgm:cxn modelId="{3ADB4B14-1CE3-4A26-8BCF-A516F01F2753}" srcId="{45951DC6-215D-4BC5-85A7-C41D3163EDD8}" destId="{375C3B9F-ABDC-4DF9-8AE0-1DA6DAF5A117}" srcOrd="1" destOrd="0" parTransId="{CCE43ECF-EF56-4FBB-B8FA-A80172838933}" sibTransId="{3D44321A-31CD-484D-A4A9-D8A083F2FA28}"/>
    <dgm:cxn modelId="{F71F0318-5E49-46DE-9F05-E33F30124F5B}" type="presOf" srcId="{593918BF-F13B-44B2-9F72-D5AB9F59FA70}" destId="{E933501F-8135-45E6-A457-984DA1F932AA}" srcOrd="0" destOrd="0" presId="urn:microsoft.com/office/officeart/2005/8/layout/hierarchy1"/>
    <dgm:cxn modelId="{2BA6DD24-7C1B-4A37-A4B6-DC720FAFA9C4}" type="presOf" srcId="{45951DC6-215D-4BC5-85A7-C41D3163EDD8}" destId="{2DBFBC01-7D04-4D92-99A6-E4E419024F13}" srcOrd="0" destOrd="0" presId="urn:microsoft.com/office/officeart/2005/8/layout/hierarchy1"/>
    <dgm:cxn modelId="{23AD3B29-0C59-40A2-8A53-50A28374A685}" type="presOf" srcId="{1AD492B4-0BB1-40D5-8122-7667829CF302}" destId="{7BB88314-041F-45AB-953D-BE6F77836D32}" srcOrd="0" destOrd="0" presId="urn:microsoft.com/office/officeart/2005/8/layout/hierarchy1"/>
    <dgm:cxn modelId="{2FC50A2D-90FB-4629-B449-2DCA7E0436D9}" type="presOf" srcId="{0E82877C-07FF-4426-B9AF-E26348318762}" destId="{A148DAEA-A6EE-4C7E-AFDD-A57D23206977}" srcOrd="0" destOrd="0" presId="urn:microsoft.com/office/officeart/2005/8/layout/hierarchy1"/>
    <dgm:cxn modelId="{9425FF3C-2A73-4690-8E32-48115C1A6FD0}" srcId="{375C3B9F-ABDC-4DF9-8AE0-1DA6DAF5A117}" destId="{F99E8F7F-6057-446D-A137-F13312497BF8}" srcOrd="1" destOrd="0" parTransId="{0E82877C-07FF-4426-B9AF-E26348318762}" sibTransId="{204AE08D-75DE-49E5-B0E9-6E478D3140F8}"/>
    <dgm:cxn modelId="{052CE65E-B271-43BA-8575-47AFBD2ABD27}" srcId="{E11AB78E-3A65-4613-A40E-93F11C9B85AA}" destId="{593918BF-F13B-44B2-9F72-D5AB9F59FA70}" srcOrd="1" destOrd="0" parTransId="{FBA8B42A-CCFD-47FF-B654-DD93430DC5CE}" sibTransId="{ED46E28B-DF20-4C8A-91F9-816845019D4D}"/>
    <dgm:cxn modelId="{F87B6949-30C6-48CF-8A57-09534F97AFE2}" type="presOf" srcId="{33BD39FC-E381-4211-8959-AAABCC6D6D47}" destId="{1CCA98B1-D1DD-4E21-852D-DF344E601B29}" srcOrd="0" destOrd="0" presId="urn:microsoft.com/office/officeart/2005/8/layout/hierarchy1"/>
    <dgm:cxn modelId="{931D516A-0E5C-490D-82C6-90C4F4696EF0}" srcId="{D007548B-8167-437D-99FB-F4FC1B11F635}" destId="{B472C1F5-23CA-448E-8A4F-5C4B364AA762}" srcOrd="1" destOrd="0" parTransId="{33BD39FC-E381-4211-8959-AAABCC6D6D47}" sibTransId="{E459782B-B16E-413E-A3F3-56CD44FCF8CB}"/>
    <dgm:cxn modelId="{FE415D4D-BD29-4B9A-A5AC-4AE1DD0730A8}" type="presOf" srcId="{D4E6F32F-F5A5-497D-ABDC-11F635390651}" destId="{795C120A-E110-45A5-AB20-DEF2FF4E5367}" srcOrd="0" destOrd="0" presId="urn:microsoft.com/office/officeart/2005/8/layout/hierarchy1"/>
    <dgm:cxn modelId="{57562F6E-A5BE-4DB2-8BDE-DA48281CDD79}" type="presOf" srcId="{6AFC19D6-2DB5-43FC-B8C2-95DD5A2673CB}" destId="{846A1CC5-4791-4639-8056-1D7F34254936}" srcOrd="0" destOrd="0" presId="urn:microsoft.com/office/officeart/2005/8/layout/hierarchy1"/>
    <dgm:cxn modelId="{41744171-933E-4EAB-8715-471617E0F816}" srcId="{45951DC6-215D-4BC5-85A7-C41D3163EDD8}" destId="{E11AB78E-3A65-4613-A40E-93F11C9B85AA}" srcOrd="0" destOrd="0" parTransId="{6AFC19D6-2DB5-43FC-B8C2-95DD5A2673CB}" sibTransId="{9C8F3879-FE18-44CE-8526-4333A9CAE0FF}"/>
    <dgm:cxn modelId="{8E5D9E53-27CF-4417-BEB6-E8103576A043}" type="presOf" srcId="{E4FC5207-09F3-4ADF-B102-77AFB5E25C2F}" destId="{6B51BEDD-CC56-47E6-B7AD-3B4A0B1E652B}" srcOrd="0" destOrd="0" presId="urn:microsoft.com/office/officeart/2005/8/layout/hierarchy1"/>
    <dgm:cxn modelId="{5965EB77-169D-4006-ABC7-6D27BFD56BCA}" type="presOf" srcId="{3B6CD7CA-7199-421B-8AE2-1AE95BC8C8D7}" destId="{8EEFD493-30A3-44AB-915C-B51D9752FCDB}" srcOrd="0" destOrd="0" presId="urn:microsoft.com/office/officeart/2005/8/layout/hierarchy1"/>
    <dgm:cxn modelId="{F2D79979-774E-44DB-9474-CD7850C8C35F}" type="presOf" srcId="{0027660B-4521-48A9-B4B0-F31DA0A08083}" destId="{6D62BE52-6B1E-41DD-A3FE-2B6FF036FC63}" srcOrd="0" destOrd="0" presId="urn:microsoft.com/office/officeart/2005/8/layout/hierarchy1"/>
    <dgm:cxn modelId="{CCB0227A-BAD7-4B28-B7B6-7161443DF2B6}" srcId="{D007548B-8167-437D-99FB-F4FC1B11F635}" destId="{4198EB03-7A1F-4A39-B6AD-8CCFB7C89251}" srcOrd="0" destOrd="0" parTransId="{11ECD97B-945D-449D-8764-9C7BB8CA5F2D}" sibTransId="{2C34C746-0323-4E9C-8F08-39B2B17EEB3E}"/>
    <dgm:cxn modelId="{A267C77B-ECF6-4F86-8E03-D219E8B8FD75}" type="presOf" srcId="{4198EB03-7A1F-4A39-B6AD-8CCFB7C89251}" destId="{7105CBBB-3177-4471-B8F9-B6D4527E666A}" srcOrd="0" destOrd="0" presId="urn:microsoft.com/office/officeart/2005/8/layout/hierarchy1"/>
    <dgm:cxn modelId="{E869B47F-A28E-426A-9164-47EC90A4E4C9}" type="presOf" srcId="{27DC1EA0-1041-4292-8E4F-F9EA710E28FF}" destId="{D9A6119C-F649-484F-BAA9-4E9004F2686E}" srcOrd="0" destOrd="0" presId="urn:microsoft.com/office/officeart/2005/8/layout/hierarchy1"/>
    <dgm:cxn modelId="{5DE06380-A0D9-4929-BDA4-CE84D4F78CD8}" type="presOf" srcId="{DAB46A0D-0936-419D-B125-B2DE67BE2E06}" destId="{B8E56A99-4B27-4052-8F07-672D5BB369CE}" srcOrd="0" destOrd="0" presId="urn:microsoft.com/office/officeart/2005/8/layout/hierarchy1"/>
    <dgm:cxn modelId="{5465EB89-6501-4613-893E-4CAFAF28AA46}" type="presOf" srcId="{11ECD97B-945D-449D-8764-9C7BB8CA5F2D}" destId="{D670A2BD-893E-486E-B14C-C3B92521137E}" srcOrd="0" destOrd="0" presId="urn:microsoft.com/office/officeart/2005/8/layout/hierarchy1"/>
    <dgm:cxn modelId="{84679594-7184-4C85-B584-4DCF8D5D78CF}" srcId="{946B23EB-8335-4003-9023-E27A05216D59}" destId="{2D6947AB-4A59-430F-B8CC-EC50D0FAAB1D}" srcOrd="0" destOrd="0" parTransId="{A4E80144-5909-4572-9E87-332A7CE4B206}" sibTransId="{8961EA18-903E-4107-AC25-61722BE3B3F2}"/>
    <dgm:cxn modelId="{E3EFF1A1-1F7D-46E6-87CE-1F57FCC7B0EE}" type="presOf" srcId="{946B23EB-8335-4003-9023-E27A05216D59}" destId="{E522CC6D-316F-478D-B2D5-B5E923C708EE}" srcOrd="0" destOrd="0" presId="urn:microsoft.com/office/officeart/2005/8/layout/hierarchy1"/>
    <dgm:cxn modelId="{5E169CA4-2E1E-4F2E-9CB8-4DAD7E6AF5CB}" srcId="{375C3B9F-ABDC-4DF9-8AE0-1DA6DAF5A117}" destId="{1AD492B4-0BB1-40D5-8122-7667829CF302}" srcOrd="0" destOrd="0" parTransId="{76C7A84D-3C42-47A5-B47E-46D76DE22E2D}" sibTransId="{FA2E3815-C62A-4DF6-8CAF-530862B8807E}"/>
    <dgm:cxn modelId="{22C737A6-5BB7-4C02-8E85-42B200D41B81}" srcId="{E11AB78E-3A65-4613-A40E-93F11C9B85AA}" destId="{6FDCCA75-1582-430C-A32E-52D943CF3EA2}" srcOrd="2" destOrd="0" parTransId="{27DC1EA0-1041-4292-8E4F-F9EA710E28FF}" sibTransId="{3C7A8B49-8A87-47E4-B6CF-459F7A5A533E}"/>
    <dgm:cxn modelId="{B0FA5EAD-DAD3-489B-AA77-5E2B94582403}" type="presOf" srcId="{375C3B9F-ABDC-4DF9-8AE0-1DA6DAF5A117}" destId="{B4CE6FF7-1B26-496B-B76A-3C468EFDF2E5}" srcOrd="0" destOrd="0" presId="urn:microsoft.com/office/officeart/2005/8/layout/hierarchy1"/>
    <dgm:cxn modelId="{777A43AE-DA3E-45FD-A135-BFB117E5BDC5}" srcId="{D007548B-8167-437D-99FB-F4FC1B11F635}" destId="{D4E6F32F-F5A5-497D-ABDC-11F635390651}" srcOrd="2" destOrd="0" parTransId="{FFFB5EE3-AB50-4BD7-A344-9F88D6568CE7}" sibTransId="{25C42D0D-43D3-4BCA-90DD-27F3FFA18139}"/>
    <dgm:cxn modelId="{58E4B7B4-3785-49D5-A45F-019B803A9ABF}" type="presOf" srcId="{49A98A4A-9B51-4211-AD64-1357D5842A8B}" destId="{7E547EB7-A42C-4F90-9C3F-872537308E90}" srcOrd="0" destOrd="0" presId="urn:microsoft.com/office/officeart/2005/8/layout/hierarchy1"/>
    <dgm:cxn modelId="{9AC171B6-5EE6-4101-8C6D-212BC0B2CCB7}" type="presOf" srcId="{2D6947AB-4A59-430F-B8CC-EC50D0FAAB1D}" destId="{AAD4DE77-89B9-4084-A8CA-2B0546BACC6F}" srcOrd="0" destOrd="0" presId="urn:microsoft.com/office/officeart/2005/8/layout/hierarchy1"/>
    <dgm:cxn modelId="{5D723BB8-375E-4138-8659-DE52631F1EF1}" type="presOf" srcId="{CCE43ECF-EF56-4FBB-B8FA-A80172838933}" destId="{0A13B0DD-8E8E-43AD-87CE-FB24357CADA7}" srcOrd="0" destOrd="0" presId="urn:microsoft.com/office/officeart/2005/8/layout/hierarchy1"/>
    <dgm:cxn modelId="{70B399C0-8669-4E42-951E-B302214A825D}" type="presOf" srcId="{CCB10415-7216-41AE-9F96-7C6AF1924D16}" destId="{E37947F5-43FB-418B-867F-58E06DF1D4CB}" srcOrd="0" destOrd="0" presId="urn:microsoft.com/office/officeart/2005/8/layout/hierarchy1"/>
    <dgm:cxn modelId="{428298C4-9B6A-447C-97CF-B218E0CB8A57}" type="presOf" srcId="{BD1E03D9-663C-49FF-98A4-77F985D568A4}" destId="{BEDA966E-F2B7-4A94-8F4D-430E4EF09C8F}" srcOrd="0" destOrd="0" presId="urn:microsoft.com/office/officeart/2005/8/layout/hierarchy1"/>
    <dgm:cxn modelId="{3B70A2D3-B611-4537-AA18-24E227A0FDD4}" srcId="{E11AB78E-3A65-4613-A40E-93F11C9B85AA}" destId="{C4EB51BD-48FE-4190-84CE-9B2DA3836AFF}" srcOrd="0" destOrd="0" parTransId="{BD1E03D9-663C-49FF-98A4-77F985D568A4}" sibTransId="{26C034CF-6A98-49A7-A4A5-913B15A75DE0}"/>
    <dgm:cxn modelId="{F9B441D8-05CA-4EB4-B2F4-FBCD450256F9}" type="presOf" srcId="{FFFB5EE3-AB50-4BD7-A344-9F88D6568CE7}" destId="{4B7E5007-379D-44C5-88BD-719ACF8B4510}" srcOrd="0" destOrd="0" presId="urn:microsoft.com/office/officeart/2005/8/layout/hierarchy1"/>
    <dgm:cxn modelId="{27286DDE-1A20-4168-BB0E-9786ADC87615}" srcId="{2D6947AB-4A59-430F-B8CC-EC50D0FAAB1D}" destId="{45951DC6-215D-4BC5-85A7-C41D3163EDD8}" srcOrd="0" destOrd="0" parTransId="{3B6CD7CA-7199-421B-8AE2-1AE95BC8C8D7}" sibTransId="{D25689F5-420D-4427-8F9E-D675CDB586C1}"/>
    <dgm:cxn modelId="{6752D6E1-5626-4B03-B772-3EEDE0521CCE}" type="presOf" srcId="{76C7A84D-3C42-47A5-B47E-46D76DE22E2D}" destId="{38AA5465-6ACD-4040-AAEB-D02A20445E78}" srcOrd="0" destOrd="0" presId="urn:microsoft.com/office/officeart/2005/8/layout/hierarchy1"/>
    <dgm:cxn modelId="{D7BA04F4-7F49-4831-9407-1ACF3B2D9DC5}" srcId="{D007548B-8167-437D-99FB-F4FC1B11F635}" destId="{E4FC5207-09F3-4ADF-B102-77AFB5E25C2F}" srcOrd="3" destOrd="0" parTransId="{DAB46A0D-0936-419D-B125-B2DE67BE2E06}" sibTransId="{DC57352F-0087-4A2E-9E70-9BB57588BC73}"/>
    <dgm:cxn modelId="{EC5CEBF5-9EB3-435D-9399-745AC0D77B6A}" type="presOf" srcId="{C4EB51BD-48FE-4190-84CE-9B2DA3836AFF}" destId="{B0993751-5480-4AEB-B53D-D1A30E5928F4}" srcOrd="0" destOrd="0" presId="urn:microsoft.com/office/officeart/2005/8/layout/hierarchy1"/>
    <dgm:cxn modelId="{B405BEFF-7D8B-4226-BC92-2C1CCC0D8126}" type="presOf" srcId="{FBA8B42A-CCFD-47FF-B654-DD93430DC5CE}" destId="{C84FB6A3-F3F8-4918-9FA9-F6699D159C2E}" srcOrd="0" destOrd="0" presId="urn:microsoft.com/office/officeart/2005/8/layout/hierarchy1"/>
    <dgm:cxn modelId="{9831C7FF-496D-40CD-9D00-7793CE8F2384}" type="presOf" srcId="{D007548B-8167-437D-99FB-F4FC1B11F635}" destId="{D7E3F730-1221-4122-BB42-EF126AF841BC}" srcOrd="0" destOrd="0" presId="urn:microsoft.com/office/officeart/2005/8/layout/hierarchy1"/>
    <dgm:cxn modelId="{723110E1-BD7B-4C91-8585-6F4A14B2267F}" type="presParOf" srcId="{E522CC6D-316F-478D-B2D5-B5E923C708EE}" destId="{580EBCC6-1551-4FCC-B239-8832E79D018C}" srcOrd="0" destOrd="0" presId="urn:microsoft.com/office/officeart/2005/8/layout/hierarchy1"/>
    <dgm:cxn modelId="{3732E6B3-3376-42B5-8F56-4DA0B4E5CED9}" type="presParOf" srcId="{580EBCC6-1551-4FCC-B239-8832E79D018C}" destId="{ADF28F4A-975D-44B9-93B8-57188B9F4221}" srcOrd="0" destOrd="0" presId="urn:microsoft.com/office/officeart/2005/8/layout/hierarchy1"/>
    <dgm:cxn modelId="{77132424-67CB-4482-83D5-25B69436C8B0}" type="presParOf" srcId="{ADF28F4A-975D-44B9-93B8-57188B9F4221}" destId="{DB1D0A06-5769-4C58-A398-AC154A53C331}" srcOrd="0" destOrd="0" presId="urn:microsoft.com/office/officeart/2005/8/layout/hierarchy1"/>
    <dgm:cxn modelId="{6F85CFCA-F221-4320-B957-DAE642AA7EA9}" type="presParOf" srcId="{ADF28F4A-975D-44B9-93B8-57188B9F4221}" destId="{AAD4DE77-89B9-4084-A8CA-2B0546BACC6F}" srcOrd="1" destOrd="0" presId="urn:microsoft.com/office/officeart/2005/8/layout/hierarchy1"/>
    <dgm:cxn modelId="{359BF570-1628-4D50-AD7E-0A96DBA787CA}" type="presParOf" srcId="{580EBCC6-1551-4FCC-B239-8832E79D018C}" destId="{AF97C7CD-4D00-46CE-8CBB-7E762361904E}" srcOrd="1" destOrd="0" presId="urn:microsoft.com/office/officeart/2005/8/layout/hierarchy1"/>
    <dgm:cxn modelId="{ADED03B9-F6A4-4543-A346-FC34AC6ED18D}" type="presParOf" srcId="{AF97C7CD-4D00-46CE-8CBB-7E762361904E}" destId="{8EEFD493-30A3-44AB-915C-B51D9752FCDB}" srcOrd="0" destOrd="0" presId="urn:microsoft.com/office/officeart/2005/8/layout/hierarchy1"/>
    <dgm:cxn modelId="{F232C54D-15EC-45E2-9F8B-CC075EF19B11}" type="presParOf" srcId="{AF97C7CD-4D00-46CE-8CBB-7E762361904E}" destId="{2CD4C2C6-689B-4F9E-9C4B-E3D940E43416}" srcOrd="1" destOrd="0" presId="urn:microsoft.com/office/officeart/2005/8/layout/hierarchy1"/>
    <dgm:cxn modelId="{6660A161-8CE8-4AB3-A512-93CA8A8A1ED0}" type="presParOf" srcId="{2CD4C2C6-689B-4F9E-9C4B-E3D940E43416}" destId="{F354EC6D-1E39-4156-9E00-127C433F4CE5}" srcOrd="0" destOrd="0" presId="urn:microsoft.com/office/officeart/2005/8/layout/hierarchy1"/>
    <dgm:cxn modelId="{B8E4297E-08AB-4497-AC0E-2D2BA86057A4}" type="presParOf" srcId="{F354EC6D-1E39-4156-9E00-127C433F4CE5}" destId="{4F678042-9533-4789-8AE2-2E4CCC137D95}" srcOrd="0" destOrd="0" presId="urn:microsoft.com/office/officeart/2005/8/layout/hierarchy1"/>
    <dgm:cxn modelId="{176E03CB-163A-4871-A402-7D71B38184F9}" type="presParOf" srcId="{F354EC6D-1E39-4156-9E00-127C433F4CE5}" destId="{2DBFBC01-7D04-4D92-99A6-E4E419024F13}" srcOrd="1" destOrd="0" presId="urn:microsoft.com/office/officeart/2005/8/layout/hierarchy1"/>
    <dgm:cxn modelId="{0B9754FB-E912-4D0D-8A88-3ED9D9587F92}" type="presParOf" srcId="{2CD4C2C6-689B-4F9E-9C4B-E3D940E43416}" destId="{A5B2465F-C9EE-4F91-B7D7-57D48E87E1A6}" srcOrd="1" destOrd="0" presId="urn:microsoft.com/office/officeart/2005/8/layout/hierarchy1"/>
    <dgm:cxn modelId="{804E8724-110E-4E11-886A-69698B109A32}" type="presParOf" srcId="{A5B2465F-C9EE-4F91-B7D7-57D48E87E1A6}" destId="{846A1CC5-4791-4639-8056-1D7F34254936}" srcOrd="0" destOrd="0" presId="urn:microsoft.com/office/officeart/2005/8/layout/hierarchy1"/>
    <dgm:cxn modelId="{3D0BB7D6-C3B9-4AF1-90AF-3C46B27657DF}" type="presParOf" srcId="{A5B2465F-C9EE-4F91-B7D7-57D48E87E1A6}" destId="{741D13BE-D3D0-41A3-942E-C2FCF92837B7}" srcOrd="1" destOrd="0" presId="urn:microsoft.com/office/officeart/2005/8/layout/hierarchy1"/>
    <dgm:cxn modelId="{42A7D891-B7E4-47CF-A420-03D86E2C91C3}" type="presParOf" srcId="{741D13BE-D3D0-41A3-942E-C2FCF92837B7}" destId="{1886DFE1-8A10-4D23-80D9-B69158B0B20B}" srcOrd="0" destOrd="0" presId="urn:microsoft.com/office/officeart/2005/8/layout/hierarchy1"/>
    <dgm:cxn modelId="{359186E0-B0E6-44C0-8228-B390FB3E420D}" type="presParOf" srcId="{1886DFE1-8A10-4D23-80D9-B69158B0B20B}" destId="{46DC28E7-E9AF-4E09-A399-AECBA7D8DD85}" srcOrd="0" destOrd="0" presId="urn:microsoft.com/office/officeart/2005/8/layout/hierarchy1"/>
    <dgm:cxn modelId="{6380614C-3D1C-4A6D-8189-A19FA2A8C443}" type="presParOf" srcId="{1886DFE1-8A10-4D23-80D9-B69158B0B20B}" destId="{D9EB0989-01F7-4D30-A7EC-1246DB9F0329}" srcOrd="1" destOrd="0" presId="urn:microsoft.com/office/officeart/2005/8/layout/hierarchy1"/>
    <dgm:cxn modelId="{8B187704-359D-49EC-A5FF-6C4CB57D1487}" type="presParOf" srcId="{741D13BE-D3D0-41A3-942E-C2FCF92837B7}" destId="{FC3A51B5-7BEA-4C7B-8D98-787D6833B818}" srcOrd="1" destOrd="0" presId="urn:microsoft.com/office/officeart/2005/8/layout/hierarchy1"/>
    <dgm:cxn modelId="{625AC53F-9548-426C-A0FF-CFB809740BBA}" type="presParOf" srcId="{FC3A51B5-7BEA-4C7B-8D98-787D6833B818}" destId="{BEDA966E-F2B7-4A94-8F4D-430E4EF09C8F}" srcOrd="0" destOrd="0" presId="urn:microsoft.com/office/officeart/2005/8/layout/hierarchy1"/>
    <dgm:cxn modelId="{B52EE102-DC67-4A68-925A-8329DED53A5F}" type="presParOf" srcId="{FC3A51B5-7BEA-4C7B-8D98-787D6833B818}" destId="{75358A55-974D-4468-B54C-1F4B8B1AF731}" srcOrd="1" destOrd="0" presId="urn:microsoft.com/office/officeart/2005/8/layout/hierarchy1"/>
    <dgm:cxn modelId="{8A4440D7-79BD-46E5-B64E-2E198CB38F58}" type="presParOf" srcId="{75358A55-974D-4468-B54C-1F4B8B1AF731}" destId="{A4BB4F0E-378A-4450-B33C-7E8D15FD4C21}" srcOrd="0" destOrd="0" presId="urn:microsoft.com/office/officeart/2005/8/layout/hierarchy1"/>
    <dgm:cxn modelId="{9376103C-9E41-4C81-A6B3-BD4D1474C2AD}" type="presParOf" srcId="{A4BB4F0E-378A-4450-B33C-7E8D15FD4C21}" destId="{61265194-BD35-43CD-920C-11B82FCD1D64}" srcOrd="0" destOrd="0" presId="urn:microsoft.com/office/officeart/2005/8/layout/hierarchy1"/>
    <dgm:cxn modelId="{E686A4CC-160E-41CD-BBD7-972A1CDF054F}" type="presParOf" srcId="{A4BB4F0E-378A-4450-B33C-7E8D15FD4C21}" destId="{B0993751-5480-4AEB-B53D-D1A30E5928F4}" srcOrd="1" destOrd="0" presId="urn:microsoft.com/office/officeart/2005/8/layout/hierarchy1"/>
    <dgm:cxn modelId="{EFB52A08-5A5C-453D-8CE7-55D821B48BA9}" type="presParOf" srcId="{75358A55-974D-4468-B54C-1F4B8B1AF731}" destId="{26400F71-4BF4-4742-832F-E03D99588BC1}" srcOrd="1" destOrd="0" presId="urn:microsoft.com/office/officeart/2005/8/layout/hierarchy1"/>
    <dgm:cxn modelId="{FD5A9B31-3E92-4949-963D-33E73A97D1B6}" type="presParOf" srcId="{FC3A51B5-7BEA-4C7B-8D98-787D6833B818}" destId="{C84FB6A3-F3F8-4918-9FA9-F6699D159C2E}" srcOrd="2" destOrd="0" presId="urn:microsoft.com/office/officeart/2005/8/layout/hierarchy1"/>
    <dgm:cxn modelId="{5B99B633-B2F3-415A-BEF3-6FB1925A43A1}" type="presParOf" srcId="{FC3A51B5-7BEA-4C7B-8D98-787D6833B818}" destId="{7726B721-0EBA-4EB7-825F-BD56DDD71F38}" srcOrd="3" destOrd="0" presId="urn:microsoft.com/office/officeart/2005/8/layout/hierarchy1"/>
    <dgm:cxn modelId="{8633D819-8D70-45F5-B517-855CABF1E8F8}" type="presParOf" srcId="{7726B721-0EBA-4EB7-825F-BD56DDD71F38}" destId="{5AED0381-A8DE-4592-8850-6318C791E7AF}" srcOrd="0" destOrd="0" presId="urn:microsoft.com/office/officeart/2005/8/layout/hierarchy1"/>
    <dgm:cxn modelId="{4AEF4FEC-92D8-4AF0-9242-0DF6967A2091}" type="presParOf" srcId="{5AED0381-A8DE-4592-8850-6318C791E7AF}" destId="{4A21E37B-6CAF-4808-9F10-CA86E25326B3}" srcOrd="0" destOrd="0" presId="urn:microsoft.com/office/officeart/2005/8/layout/hierarchy1"/>
    <dgm:cxn modelId="{FD00442E-4536-48B0-9C85-6F5D1729D145}" type="presParOf" srcId="{5AED0381-A8DE-4592-8850-6318C791E7AF}" destId="{E933501F-8135-45E6-A457-984DA1F932AA}" srcOrd="1" destOrd="0" presId="urn:microsoft.com/office/officeart/2005/8/layout/hierarchy1"/>
    <dgm:cxn modelId="{185197E1-F844-4AF8-B91F-F61E5264174C}" type="presParOf" srcId="{7726B721-0EBA-4EB7-825F-BD56DDD71F38}" destId="{E6113BDD-A0FB-4DC3-AA21-8B8C629D5B6B}" srcOrd="1" destOrd="0" presId="urn:microsoft.com/office/officeart/2005/8/layout/hierarchy1"/>
    <dgm:cxn modelId="{1A2EDB04-7E98-4BC9-A012-2E2BE5D57DC1}" type="presParOf" srcId="{FC3A51B5-7BEA-4C7B-8D98-787D6833B818}" destId="{D9A6119C-F649-484F-BAA9-4E9004F2686E}" srcOrd="4" destOrd="0" presId="urn:microsoft.com/office/officeart/2005/8/layout/hierarchy1"/>
    <dgm:cxn modelId="{94E91EDD-D5F0-4470-9FD0-65BBB29A5282}" type="presParOf" srcId="{FC3A51B5-7BEA-4C7B-8D98-787D6833B818}" destId="{4689BC70-755B-4640-B3AB-AC4C5B65EF2E}" srcOrd="5" destOrd="0" presId="urn:microsoft.com/office/officeart/2005/8/layout/hierarchy1"/>
    <dgm:cxn modelId="{9538E26F-21EB-4215-94B7-B2EDD8DC9885}" type="presParOf" srcId="{4689BC70-755B-4640-B3AB-AC4C5B65EF2E}" destId="{0DF15360-AD18-425C-8F59-4AEE415A545A}" srcOrd="0" destOrd="0" presId="urn:microsoft.com/office/officeart/2005/8/layout/hierarchy1"/>
    <dgm:cxn modelId="{20CE6EFA-927F-4D54-BCDE-4803065EB5BE}" type="presParOf" srcId="{0DF15360-AD18-425C-8F59-4AEE415A545A}" destId="{73412DD3-3A67-4AAC-A4CF-64D5004E94A3}" srcOrd="0" destOrd="0" presId="urn:microsoft.com/office/officeart/2005/8/layout/hierarchy1"/>
    <dgm:cxn modelId="{46A6BEAB-F576-48D7-8359-437119A0D4E4}" type="presParOf" srcId="{0DF15360-AD18-425C-8F59-4AEE415A545A}" destId="{D6A0C010-FEC4-466B-B4B3-BED5AC18616E}" srcOrd="1" destOrd="0" presId="urn:microsoft.com/office/officeart/2005/8/layout/hierarchy1"/>
    <dgm:cxn modelId="{CBC3DC55-90B6-4999-BC55-DFC2B10374DC}" type="presParOf" srcId="{4689BC70-755B-4640-B3AB-AC4C5B65EF2E}" destId="{66C3408A-C093-4010-A763-2FFEF64D2B0E}" srcOrd="1" destOrd="0" presId="urn:microsoft.com/office/officeart/2005/8/layout/hierarchy1"/>
    <dgm:cxn modelId="{4F931D56-A88F-48D7-8A2D-D07FA567C409}" type="presParOf" srcId="{66C3408A-C093-4010-A763-2FFEF64D2B0E}" destId="{6D62BE52-6B1E-41DD-A3FE-2B6FF036FC63}" srcOrd="0" destOrd="0" presId="urn:microsoft.com/office/officeart/2005/8/layout/hierarchy1"/>
    <dgm:cxn modelId="{50E5F0B2-AD5A-481B-AE2C-FC0062554B02}" type="presParOf" srcId="{66C3408A-C093-4010-A763-2FFEF64D2B0E}" destId="{68694BD3-6E81-40A5-A93A-386BCB1E53CE}" srcOrd="1" destOrd="0" presId="urn:microsoft.com/office/officeart/2005/8/layout/hierarchy1"/>
    <dgm:cxn modelId="{B2D8B731-9C20-4265-A037-6EDF368C44FF}" type="presParOf" srcId="{68694BD3-6E81-40A5-A93A-386BCB1E53CE}" destId="{AF71BE2A-C963-4A5D-8463-4EEA444BC413}" srcOrd="0" destOrd="0" presId="urn:microsoft.com/office/officeart/2005/8/layout/hierarchy1"/>
    <dgm:cxn modelId="{811FDC1B-A4E6-4A58-BE36-C3F390A9AA6A}" type="presParOf" srcId="{AF71BE2A-C963-4A5D-8463-4EEA444BC413}" destId="{328DE1C4-364E-4493-9F45-8EC87FDCCF9E}" srcOrd="0" destOrd="0" presId="urn:microsoft.com/office/officeart/2005/8/layout/hierarchy1"/>
    <dgm:cxn modelId="{A5995D49-E647-419B-A5B4-8A91C1405964}" type="presParOf" srcId="{AF71BE2A-C963-4A5D-8463-4EEA444BC413}" destId="{E37947F5-43FB-418B-867F-58E06DF1D4CB}" srcOrd="1" destOrd="0" presId="urn:microsoft.com/office/officeart/2005/8/layout/hierarchy1"/>
    <dgm:cxn modelId="{466D2DF0-9EE9-4D11-AF1B-866BC0252C79}" type="presParOf" srcId="{68694BD3-6E81-40A5-A93A-386BCB1E53CE}" destId="{6524B918-8A25-4259-83C3-5CDC31C34604}" srcOrd="1" destOrd="0" presId="urn:microsoft.com/office/officeart/2005/8/layout/hierarchy1"/>
    <dgm:cxn modelId="{D3459445-2E40-442C-B867-FA524913F9C2}" type="presParOf" srcId="{A5B2465F-C9EE-4F91-B7D7-57D48E87E1A6}" destId="{0A13B0DD-8E8E-43AD-87CE-FB24357CADA7}" srcOrd="2" destOrd="0" presId="urn:microsoft.com/office/officeart/2005/8/layout/hierarchy1"/>
    <dgm:cxn modelId="{1B0415DB-6A11-461C-8A79-A8F3EF697F32}" type="presParOf" srcId="{A5B2465F-C9EE-4F91-B7D7-57D48E87E1A6}" destId="{B51F9B72-59DE-4123-9490-2138EDA5C691}" srcOrd="3" destOrd="0" presId="urn:microsoft.com/office/officeart/2005/8/layout/hierarchy1"/>
    <dgm:cxn modelId="{9CBBD7DF-C719-4A74-BEE9-2F70BA4563AD}" type="presParOf" srcId="{B51F9B72-59DE-4123-9490-2138EDA5C691}" destId="{085325CC-2CE3-48E1-8767-9DEFB520342D}" srcOrd="0" destOrd="0" presId="urn:microsoft.com/office/officeart/2005/8/layout/hierarchy1"/>
    <dgm:cxn modelId="{5DB43639-CDE8-402B-A42E-50DA99697A8F}" type="presParOf" srcId="{085325CC-2CE3-48E1-8767-9DEFB520342D}" destId="{718E56EA-BB80-402D-9CE9-54E1B80A0CDF}" srcOrd="0" destOrd="0" presId="urn:microsoft.com/office/officeart/2005/8/layout/hierarchy1"/>
    <dgm:cxn modelId="{97524FCB-C21D-40EC-88DD-ABEE9EBD01D8}" type="presParOf" srcId="{085325CC-2CE3-48E1-8767-9DEFB520342D}" destId="{B4CE6FF7-1B26-496B-B76A-3C468EFDF2E5}" srcOrd="1" destOrd="0" presId="urn:microsoft.com/office/officeart/2005/8/layout/hierarchy1"/>
    <dgm:cxn modelId="{467E704F-B6ED-41DF-A79F-33097974704F}" type="presParOf" srcId="{B51F9B72-59DE-4123-9490-2138EDA5C691}" destId="{A861D843-EC5B-43F9-A5D8-2D4DEEF1F657}" srcOrd="1" destOrd="0" presId="urn:microsoft.com/office/officeart/2005/8/layout/hierarchy1"/>
    <dgm:cxn modelId="{A707F711-44D6-477D-B88E-950B4A1FA5A8}" type="presParOf" srcId="{A861D843-EC5B-43F9-A5D8-2D4DEEF1F657}" destId="{38AA5465-6ACD-4040-AAEB-D02A20445E78}" srcOrd="0" destOrd="0" presId="urn:microsoft.com/office/officeart/2005/8/layout/hierarchy1"/>
    <dgm:cxn modelId="{E6279A25-A9FE-4954-9622-325D89148FE3}" type="presParOf" srcId="{A861D843-EC5B-43F9-A5D8-2D4DEEF1F657}" destId="{FD859C23-8FCE-4CAA-83A9-AC3DC17E3FA3}" srcOrd="1" destOrd="0" presId="urn:microsoft.com/office/officeart/2005/8/layout/hierarchy1"/>
    <dgm:cxn modelId="{E6455C00-2756-4695-B90D-A814C2C440AF}" type="presParOf" srcId="{FD859C23-8FCE-4CAA-83A9-AC3DC17E3FA3}" destId="{323A6448-C7DA-4AD0-80C8-80F9E43E3511}" srcOrd="0" destOrd="0" presId="urn:microsoft.com/office/officeart/2005/8/layout/hierarchy1"/>
    <dgm:cxn modelId="{175B36A7-E4E5-432E-8694-EFC26814CE15}" type="presParOf" srcId="{323A6448-C7DA-4AD0-80C8-80F9E43E3511}" destId="{76AE8951-125B-4C52-B43D-E59C5D9BA73E}" srcOrd="0" destOrd="0" presId="urn:microsoft.com/office/officeart/2005/8/layout/hierarchy1"/>
    <dgm:cxn modelId="{15A198B7-51FD-4A60-ACD0-B6BC7DE67C9B}" type="presParOf" srcId="{323A6448-C7DA-4AD0-80C8-80F9E43E3511}" destId="{7BB88314-041F-45AB-953D-BE6F77836D32}" srcOrd="1" destOrd="0" presId="urn:microsoft.com/office/officeart/2005/8/layout/hierarchy1"/>
    <dgm:cxn modelId="{936658CB-6EA3-44D2-91CF-933C4E21FBDF}" type="presParOf" srcId="{FD859C23-8FCE-4CAA-83A9-AC3DC17E3FA3}" destId="{269C8B6D-780E-4E93-9737-1D1702082D80}" srcOrd="1" destOrd="0" presId="urn:microsoft.com/office/officeart/2005/8/layout/hierarchy1"/>
    <dgm:cxn modelId="{4340B8B9-4DDD-481C-A331-698AB31E3FAB}" type="presParOf" srcId="{A861D843-EC5B-43F9-A5D8-2D4DEEF1F657}" destId="{A148DAEA-A6EE-4C7E-AFDD-A57D23206977}" srcOrd="2" destOrd="0" presId="urn:microsoft.com/office/officeart/2005/8/layout/hierarchy1"/>
    <dgm:cxn modelId="{B0A0FD7E-98BE-4B78-B1CE-F11D2D5B96AE}" type="presParOf" srcId="{A861D843-EC5B-43F9-A5D8-2D4DEEF1F657}" destId="{E2DD8D9B-19E0-4C0A-9699-6711BABFAE79}" srcOrd="3" destOrd="0" presId="urn:microsoft.com/office/officeart/2005/8/layout/hierarchy1"/>
    <dgm:cxn modelId="{94ADA700-80A4-4F50-880C-1D78E865C8A9}" type="presParOf" srcId="{E2DD8D9B-19E0-4C0A-9699-6711BABFAE79}" destId="{1F42AB1A-E659-4A58-8AAE-28B3A3B484FF}" srcOrd="0" destOrd="0" presId="urn:microsoft.com/office/officeart/2005/8/layout/hierarchy1"/>
    <dgm:cxn modelId="{CE42C22C-9B22-42EB-8C13-8E7070745846}" type="presParOf" srcId="{1F42AB1A-E659-4A58-8AAE-28B3A3B484FF}" destId="{8CD329CB-A2F2-4E3F-B78A-65BA5D737BFF}" srcOrd="0" destOrd="0" presId="urn:microsoft.com/office/officeart/2005/8/layout/hierarchy1"/>
    <dgm:cxn modelId="{1877094E-5BB1-4D84-9784-C36FCCB063FB}" type="presParOf" srcId="{1F42AB1A-E659-4A58-8AAE-28B3A3B484FF}" destId="{18EB8B5E-10B1-4478-8E90-8E71D3DC9EEB}" srcOrd="1" destOrd="0" presId="urn:microsoft.com/office/officeart/2005/8/layout/hierarchy1"/>
    <dgm:cxn modelId="{F07D5BC4-E913-48C6-97D1-D6BC6A3590F3}" type="presParOf" srcId="{E2DD8D9B-19E0-4C0A-9699-6711BABFAE79}" destId="{5D67C2A3-D1B3-40DA-B700-753CFCEE29F1}" srcOrd="1" destOrd="0" presId="urn:microsoft.com/office/officeart/2005/8/layout/hierarchy1"/>
    <dgm:cxn modelId="{559F497A-8F90-43F1-AC1C-AC94F4D40E37}" type="presParOf" srcId="{A5B2465F-C9EE-4F91-B7D7-57D48E87E1A6}" destId="{7E547EB7-A42C-4F90-9C3F-872537308E90}" srcOrd="4" destOrd="0" presId="urn:microsoft.com/office/officeart/2005/8/layout/hierarchy1"/>
    <dgm:cxn modelId="{0B5454BC-6CDC-4D77-B42A-80CA6C442829}" type="presParOf" srcId="{A5B2465F-C9EE-4F91-B7D7-57D48E87E1A6}" destId="{7B971BAF-3AED-49E2-9DC8-6C3314C5159C}" srcOrd="5" destOrd="0" presId="urn:microsoft.com/office/officeart/2005/8/layout/hierarchy1"/>
    <dgm:cxn modelId="{345B2207-EA43-4B39-A94B-CF33AB21A03E}" type="presParOf" srcId="{7B971BAF-3AED-49E2-9DC8-6C3314C5159C}" destId="{39450E66-2B7B-4A45-BB26-DA19C94D397A}" srcOrd="0" destOrd="0" presId="urn:microsoft.com/office/officeart/2005/8/layout/hierarchy1"/>
    <dgm:cxn modelId="{5F048FEE-9DB5-4FB5-9278-088C5E799BF8}" type="presParOf" srcId="{39450E66-2B7B-4A45-BB26-DA19C94D397A}" destId="{7B1F943E-DF00-4A66-A900-F8818988D88B}" srcOrd="0" destOrd="0" presId="urn:microsoft.com/office/officeart/2005/8/layout/hierarchy1"/>
    <dgm:cxn modelId="{18917AED-EDEB-4B5E-A03E-BE7A4CBEB16D}" type="presParOf" srcId="{39450E66-2B7B-4A45-BB26-DA19C94D397A}" destId="{D7E3F730-1221-4122-BB42-EF126AF841BC}" srcOrd="1" destOrd="0" presId="urn:microsoft.com/office/officeart/2005/8/layout/hierarchy1"/>
    <dgm:cxn modelId="{030B9AA7-046E-48C7-A60D-F29838A1232A}" type="presParOf" srcId="{7B971BAF-3AED-49E2-9DC8-6C3314C5159C}" destId="{139F3A9F-9EA5-4F27-B682-4E5B1605603D}" srcOrd="1" destOrd="0" presId="urn:microsoft.com/office/officeart/2005/8/layout/hierarchy1"/>
    <dgm:cxn modelId="{4B405BB7-A6F9-4811-80A4-BF6F4E073ABC}" type="presParOf" srcId="{139F3A9F-9EA5-4F27-B682-4E5B1605603D}" destId="{D670A2BD-893E-486E-B14C-C3B92521137E}" srcOrd="0" destOrd="0" presId="urn:microsoft.com/office/officeart/2005/8/layout/hierarchy1"/>
    <dgm:cxn modelId="{2DC985D0-CD46-41A3-B6C3-1DA661793348}" type="presParOf" srcId="{139F3A9F-9EA5-4F27-B682-4E5B1605603D}" destId="{E8603CE4-B99D-472C-8BEA-C18DFC9C9A5A}" srcOrd="1" destOrd="0" presId="urn:microsoft.com/office/officeart/2005/8/layout/hierarchy1"/>
    <dgm:cxn modelId="{E185C42F-4A45-49CA-AC6E-95A12F0C4D83}" type="presParOf" srcId="{E8603CE4-B99D-472C-8BEA-C18DFC9C9A5A}" destId="{565823AC-E846-4748-943C-05D1D98588B7}" srcOrd="0" destOrd="0" presId="urn:microsoft.com/office/officeart/2005/8/layout/hierarchy1"/>
    <dgm:cxn modelId="{D7713851-444A-474E-BA87-EB35F3A0A2C3}" type="presParOf" srcId="{565823AC-E846-4748-943C-05D1D98588B7}" destId="{E29C0F05-F5F2-432D-98CB-C3D1F9F437D6}" srcOrd="0" destOrd="0" presId="urn:microsoft.com/office/officeart/2005/8/layout/hierarchy1"/>
    <dgm:cxn modelId="{2494573F-EE2C-4440-986B-89C25BBB3022}" type="presParOf" srcId="{565823AC-E846-4748-943C-05D1D98588B7}" destId="{7105CBBB-3177-4471-B8F9-B6D4527E666A}" srcOrd="1" destOrd="0" presId="urn:microsoft.com/office/officeart/2005/8/layout/hierarchy1"/>
    <dgm:cxn modelId="{2E6F9239-2F67-4E69-8EE2-6F7E6C4CA6E5}" type="presParOf" srcId="{E8603CE4-B99D-472C-8BEA-C18DFC9C9A5A}" destId="{644F30B4-5F7F-4744-840B-19139A8B90FB}" srcOrd="1" destOrd="0" presId="urn:microsoft.com/office/officeart/2005/8/layout/hierarchy1"/>
    <dgm:cxn modelId="{1C01DE21-A974-4D19-8089-47E00BA1C77C}" type="presParOf" srcId="{139F3A9F-9EA5-4F27-B682-4E5B1605603D}" destId="{1CCA98B1-D1DD-4E21-852D-DF344E601B29}" srcOrd="2" destOrd="0" presId="urn:microsoft.com/office/officeart/2005/8/layout/hierarchy1"/>
    <dgm:cxn modelId="{AA86F842-75A8-49A8-B9AF-749FF110689B}" type="presParOf" srcId="{139F3A9F-9EA5-4F27-B682-4E5B1605603D}" destId="{268053EA-757A-430E-88EC-1E8F088996BA}" srcOrd="3" destOrd="0" presId="urn:microsoft.com/office/officeart/2005/8/layout/hierarchy1"/>
    <dgm:cxn modelId="{EADE9A18-0728-4BA7-9656-BB4BFADB9688}" type="presParOf" srcId="{268053EA-757A-430E-88EC-1E8F088996BA}" destId="{0FF0AEA2-A45F-4522-A663-323B889C7E60}" srcOrd="0" destOrd="0" presId="urn:microsoft.com/office/officeart/2005/8/layout/hierarchy1"/>
    <dgm:cxn modelId="{F23180A6-95C2-48D3-95B0-6756B7470025}" type="presParOf" srcId="{0FF0AEA2-A45F-4522-A663-323B889C7E60}" destId="{D6795C9D-B8AC-4270-94FC-BBF760B1A543}" srcOrd="0" destOrd="0" presId="urn:microsoft.com/office/officeart/2005/8/layout/hierarchy1"/>
    <dgm:cxn modelId="{C418C9AF-B37E-4446-9F0D-BA64ACCB3F3C}" type="presParOf" srcId="{0FF0AEA2-A45F-4522-A663-323B889C7E60}" destId="{A717F830-5B17-4889-AA30-CBC43BC67BCB}" srcOrd="1" destOrd="0" presId="urn:microsoft.com/office/officeart/2005/8/layout/hierarchy1"/>
    <dgm:cxn modelId="{95543AE1-BAC2-49EA-8C94-BFDB75713A21}" type="presParOf" srcId="{268053EA-757A-430E-88EC-1E8F088996BA}" destId="{515ADD09-228A-4B3D-96FF-3017CCE86384}" srcOrd="1" destOrd="0" presId="urn:microsoft.com/office/officeart/2005/8/layout/hierarchy1"/>
    <dgm:cxn modelId="{2BECDFD8-99C8-4A4A-B48C-088FB2563DF9}" type="presParOf" srcId="{139F3A9F-9EA5-4F27-B682-4E5B1605603D}" destId="{4B7E5007-379D-44C5-88BD-719ACF8B4510}" srcOrd="4" destOrd="0" presId="urn:microsoft.com/office/officeart/2005/8/layout/hierarchy1"/>
    <dgm:cxn modelId="{43B40114-2169-4CF3-82C5-3C5A4BC317F5}" type="presParOf" srcId="{139F3A9F-9EA5-4F27-B682-4E5B1605603D}" destId="{8954E3A8-DA4A-4581-A0D0-3648004585EC}" srcOrd="5" destOrd="0" presId="urn:microsoft.com/office/officeart/2005/8/layout/hierarchy1"/>
    <dgm:cxn modelId="{64BA74CD-EE37-47AF-B870-CAADA9492B54}" type="presParOf" srcId="{8954E3A8-DA4A-4581-A0D0-3648004585EC}" destId="{0DC1CA45-85DD-40F6-B213-DA4A4A8CEA92}" srcOrd="0" destOrd="0" presId="urn:microsoft.com/office/officeart/2005/8/layout/hierarchy1"/>
    <dgm:cxn modelId="{1ECD3E02-EC46-43FA-B6DC-705699466D90}" type="presParOf" srcId="{0DC1CA45-85DD-40F6-B213-DA4A4A8CEA92}" destId="{6EB475BA-950F-4679-9039-59F67E207753}" srcOrd="0" destOrd="0" presId="urn:microsoft.com/office/officeart/2005/8/layout/hierarchy1"/>
    <dgm:cxn modelId="{8AD79874-E6BC-48A3-9D48-1523980BD242}" type="presParOf" srcId="{0DC1CA45-85DD-40F6-B213-DA4A4A8CEA92}" destId="{795C120A-E110-45A5-AB20-DEF2FF4E5367}" srcOrd="1" destOrd="0" presId="urn:microsoft.com/office/officeart/2005/8/layout/hierarchy1"/>
    <dgm:cxn modelId="{BE35149C-8DD3-402D-A01D-B3D66FE71125}" type="presParOf" srcId="{8954E3A8-DA4A-4581-A0D0-3648004585EC}" destId="{07526FBA-6207-4BDD-850F-9D4694D1F205}" srcOrd="1" destOrd="0" presId="urn:microsoft.com/office/officeart/2005/8/layout/hierarchy1"/>
    <dgm:cxn modelId="{61F32333-A002-4115-94C9-3A0EE4A86D6A}" type="presParOf" srcId="{139F3A9F-9EA5-4F27-B682-4E5B1605603D}" destId="{B8E56A99-4B27-4052-8F07-672D5BB369CE}" srcOrd="6" destOrd="0" presId="urn:microsoft.com/office/officeart/2005/8/layout/hierarchy1"/>
    <dgm:cxn modelId="{DCA439DC-E7ED-4D62-AC63-E5D4A4CBF382}" type="presParOf" srcId="{139F3A9F-9EA5-4F27-B682-4E5B1605603D}" destId="{3C1A315A-E4AC-4595-9C99-863801C533BB}" srcOrd="7" destOrd="0" presId="urn:microsoft.com/office/officeart/2005/8/layout/hierarchy1"/>
    <dgm:cxn modelId="{28E5342B-A4F0-443D-B362-687D4AEC2D24}" type="presParOf" srcId="{3C1A315A-E4AC-4595-9C99-863801C533BB}" destId="{085A2DA2-9171-4F5B-A775-1D7DF651BD72}" srcOrd="0" destOrd="0" presId="urn:microsoft.com/office/officeart/2005/8/layout/hierarchy1"/>
    <dgm:cxn modelId="{0B92A407-15B0-41DE-A956-178E1B3175FA}" type="presParOf" srcId="{085A2DA2-9171-4F5B-A775-1D7DF651BD72}" destId="{6E80438D-3676-452C-BD75-82B6F0DF360E}" srcOrd="0" destOrd="0" presId="urn:microsoft.com/office/officeart/2005/8/layout/hierarchy1"/>
    <dgm:cxn modelId="{5702C053-23A9-4B5C-9352-D8B67D3A66B4}" type="presParOf" srcId="{085A2DA2-9171-4F5B-A775-1D7DF651BD72}" destId="{6B51BEDD-CC56-47E6-B7AD-3B4A0B1E652B}" srcOrd="1" destOrd="0" presId="urn:microsoft.com/office/officeart/2005/8/layout/hierarchy1"/>
    <dgm:cxn modelId="{61D73D76-740A-447E-AA10-187FF41B1AE6}" type="presParOf" srcId="{3C1A315A-E4AC-4595-9C99-863801C533BB}" destId="{49D4726D-CEE5-4A10-AC56-BD9D381B82C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6B23EB-8335-4003-9023-E27A05216D59}" type="doc">
      <dgm:prSet loTypeId="urn:microsoft.com/office/officeart/2005/8/layout/hierarchy1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2D6947AB-4A59-430F-B8CC-EC50D0FAAB1D}">
      <dgm:prSet phldrT="[Text]" phldr="0"/>
      <dgm:spPr/>
      <dgm:t>
        <a:bodyPr/>
        <a:lstStyle/>
        <a:p>
          <a:r>
            <a:rPr lang="en-IN" dirty="0"/>
            <a:t>Map</a:t>
          </a:r>
        </a:p>
      </dgm:t>
    </dgm:pt>
    <dgm:pt modelId="{A4E80144-5909-4572-9E87-332A7CE4B206}" type="parTrans" cxnId="{84679594-7184-4C85-B584-4DCF8D5D78CF}">
      <dgm:prSet/>
      <dgm:spPr/>
      <dgm:t>
        <a:bodyPr/>
        <a:lstStyle/>
        <a:p>
          <a:endParaRPr lang="en-IN"/>
        </a:p>
      </dgm:t>
    </dgm:pt>
    <dgm:pt modelId="{8961EA18-903E-4107-AC25-61722BE3B3F2}" type="sibTrans" cxnId="{84679594-7184-4C85-B584-4DCF8D5D78CF}">
      <dgm:prSet/>
      <dgm:spPr/>
      <dgm:t>
        <a:bodyPr/>
        <a:lstStyle/>
        <a:p>
          <a:endParaRPr lang="en-IN"/>
        </a:p>
      </dgm:t>
    </dgm:pt>
    <dgm:pt modelId="{04E83BE9-A12B-42C0-B084-F041BCF8103A}">
      <dgm:prSet phldrT="[Text]" phldr="0"/>
      <dgm:spPr/>
      <dgm:t>
        <a:bodyPr/>
        <a:lstStyle/>
        <a:p>
          <a:r>
            <a:rPr lang="en-IN"/>
            <a:t>Hashtable</a:t>
          </a:r>
          <a:endParaRPr lang="en-IN" dirty="0"/>
        </a:p>
      </dgm:t>
    </dgm:pt>
    <dgm:pt modelId="{A8EA4BFF-F1C4-44D4-BE99-9DF7E94B30FF}" type="parTrans" cxnId="{07F75A1F-3BBE-4409-BCDF-72A6950629EE}">
      <dgm:prSet/>
      <dgm:spPr/>
      <dgm:t>
        <a:bodyPr/>
        <a:lstStyle/>
        <a:p>
          <a:endParaRPr lang="en-IN"/>
        </a:p>
      </dgm:t>
    </dgm:pt>
    <dgm:pt modelId="{BF83A028-AF7E-445A-93AF-E684A1C47DD9}" type="sibTrans" cxnId="{07F75A1F-3BBE-4409-BCDF-72A6950629EE}">
      <dgm:prSet/>
      <dgm:spPr/>
      <dgm:t>
        <a:bodyPr/>
        <a:lstStyle/>
        <a:p>
          <a:endParaRPr lang="en-IN"/>
        </a:p>
      </dgm:t>
    </dgm:pt>
    <dgm:pt modelId="{D2254FCE-10E7-4657-95F8-E49C6FEC67B6}">
      <dgm:prSet phldrT="[Text]" phldr="0"/>
      <dgm:spPr/>
      <dgm:t>
        <a:bodyPr/>
        <a:lstStyle/>
        <a:p>
          <a:r>
            <a:rPr lang="en-IN"/>
            <a:t>LinkedHashMap</a:t>
          </a:r>
          <a:endParaRPr lang="en-IN" dirty="0"/>
        </a:p>
      </dgm:t>
    </dgm:pt>
    <dgm:pt modelId="{0A336DD9-959B-46D8-AEC4-68AACFDC2F5C}" type="parTrans" cxnId="{4B7D535A-16E7-4997-8C81-BB24A723F33D}">
      <dgm:prSet/>
      <dgm:spPr/>
      <dgm:t>
        <a:bodyPr/>
        <a:lstStyle/>
        <a:p>
          <a:endParaRPr lang="en-IN"/>
        </a:p>
      </dgm:t>
    </dgm:pt>
    <dgm:pt modelId="{9FA7D5CF-AA24-4485-885E-00B8C93958D4}" type="sibTrans" cxnId="{4B7D535A-16E7-4997-8C81-BB24A723F33D}">
      <dgm:prSet/>
      <dgm:spPr/>
      <dgm:t>
        <a:bodyPr/>
        <a:lstStyle/>
        <a:p>
          <a:endParaRPr lang="en-IN"/>
        </a:p>
      </dgm:t>
    </dgm:pt>
    <dgm:pt modelId="{AE55ADFA-17E6-47E7-A5DA-765BE5B440FC}">
      <dgm:prSet phldrT="[Text]" phldr="0"/>
      <dgm:spPr/>
      <dgm:t>
        <a:bodyPr/>
        <a:lstStyle/>
        <a:p>
          <a:r>
            <a:rPr lang="en-IN"/>
            <a:t>HashMap</a:t>
          </a:r>
          <a:endParaRPr lang="en-IN" dirty="0"/>
        </a:p>
      </dgm:t>
    </dgm:pt>
    <dgm:pt modelId="{69BEA9AD-089C-4EC2-A63D-3F3BBC6201CA}" type="parTrans" cxnId="{9E04F7A3-EE9C-4EF7-BF7F-2B90E5D2F427}">
      <dgm:prSet/>
      <dgm:spPr/>
      <dgm:t>
        <a:bodyPr/>
        <a:lstStyle/>
        <a:p>
          <a:endParaRPr lang="en-IN"/>
        </a:p>
      </dgm:t>
    </dgm:pt>
    <dgm:pt modelId="{C3A82ED6-AACB-45A5-A7EF-99C95ED99785}" type="sibTrans" cxnId="{9E04F7A3-EE9C-4EF7-BF7F-2B90E5D2F427}">
      <dgm:prSet/>
      <dgm:spPr/>
      <dgm:t>
        <a:bodyPr/>
        <a:lstStyle/>
        <a:p>
          <a:endParaRPr lang="en-IN"/>
        </a:p>
      </dgm:t>
    </dgm:pt>
    <dgm:pt modelId="{9A3429A6-A36B-4D17-AC95-67CACF57E14D}">
      <dgm:prSet phldrT="[Text]" phldr="0"/>
      <dgm:spPr/>
      <dgm:t>
        <a:bodyPr/>
        <a:lstStyle/>
        <a:p>
          <a:r>
            <a:rPr lang="en-IN"/>
            <a:t>SortedMap</a:t>
          </a:r>
          <a:endParaRPr lang="en-IN" dirty="0"/>
        </a:p>
      </dgm:t>
    </dgm:pt>
    <dgm:pt modelId="{4D4D4C3E-D281-4D6F-96B2-1E244728389D}" type="parTrans" cxnId="{CBECFB9F-8E34-413B-82EB-DD3FCAB258BD}">
      <dgm:prSet/>
      <dgm:spPr/>
      <dgm:t>
        <a:bodyPr/>
        <a:lstStyle/>
        <a:p>
          <a:endParaRPr lang="en-IN"/>
        </a:p>
      </dgm:t>
    </dgm:pt>
    <dgm:pt modelId="{8D3183AE-B4AE-47EF-9B16-843839C71914}" type="sibTrans" cxnId="{CBECFB9F-8E34-413B-82EB-DD3FCAB258BD}">
      <dgm:prSet/>
      <dgm:spPr/>
      <dgm:t>
        <a:bodyPr/>
        <a:lstStyle/>
        <a:p>
          <a:endParaRPr lang="en-IN"/>
        </a:p>
      </dgm:t>
    </dgm:pt>
    <dgm:pt modelId="{ECFC93E9-45A4-4A83-B3B3-94EA78495A78}">
      <dgm:prSet phldrT="[Text]" phldr="0"/>
      <dgm:spPr/>
      <dgm:t>
        <a:bodyPr/>
        <a:lstStyle/>
        <a:p>
          <a:r>
            <a:rPr lang="en-IN" dirty="0" err="1"/>
            <a:t>TreeMap</a:t>
          </a:r>
          <a:endParaRPr lang="en-IN" dirty="0"/>
        </a:p>
      </dgm:t>
    </dgm:pt>
    <dgm:pt modelId="{92698BEA-EF71-4037-B2DF-D59041EECAE4}" type="parTrans" cxnId="{B071C943-31FE-4182-B680-4E5259F167FB}">
      <dgm:prSet/>
      <dgm:spPr/>
      <dgm:t>
        <a:bodyPr/>
        <a:lstStyle/>
        <a:p>
          <a:endParaRPr lang="en-IN"/>
        </a:p>
      </dgm:t>
    </dgm:pt>
    <dgm:pt modelId="{2FEA6DBB-F424-4FBE-BFA4-5C0011354790}" type="sibTrans" cxnId="{B071C943-31FE-4182-B680-4E5259F167FB}">
      <dgm:prSet/>
      <dgm:spPr/>
      <dgm:t>
        <a:bodyPr/>
        <a:lstStyle/>
        <a:p>
          <a:endParaRPr lang="en-IN"/>
        </a:p>
      </dgm:t>
    </dgm:pt>
    <dgm:pt modelId="{E522CC6D-316F-478D-B2D5-B5E923C708EE}" type="pres">
      <dgm:prSet presAssocID="{946B23EB-8335-4003-9023-E27A05216D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80EBCC6-1551-4FCC-B239-8832E79D018C}" type="pres">
      <dgm:prSet presAssocID="{2D6947AB-4A59-430F-B8CC-EC50D0FAAB1D}" presName="hierRoot1" presStyleCnt="0"/>
      <dgm:spPr/>
    </dgm:pt>
    <dgm:pt modelId="{ADF28F4A-975D-44B9-93B8-57188B9F4221}" type="pres">
      <dgm:prSet presAssocID="{2D6947AB-4A59-430F-B8CC-EC50D0FAAB1D}" presName="composite" presStyleCnt="0"/>
      <dgm:spPr/>
    </dgm:pt>
    <dgm:pt modelId="{DB1D0A06-5769-4C58-A398-AC154A53C331}" type="pres">
      <dgm:prSet presAssocID="{2D6947AB-4A59-430F-B8CC-EC50D0FAAB1D}" presName="background" presStyleLbl="node0" presStyleIdx="0" presStyleCnt="1"/>
      <dgm:spPr/>
    </dgm:pt>
    <dgm:pt modelId="{AAD4DE77-89B9-4084-A8CA-2B0546BACC6F}" type="pres">
      <dgm:prSet presAssocID="{2D6947AB-4A59-430F-B8CC-EC50D0FAAB1D}" presName="text" presStyleLbl="fgAcc0" presStyleIdx="0" presStyleCnt="1">
        <dgm:presLayoutVars>
          <dgm:chPref val="3"/>
        </dgm:presLayoutVars>
      </dgm:prSet>
      <dgm:spPr/>
    </dgm:pt>
    <dgm:pt modelId="{AF97C7CD-4D00-46CE-8CBB-7E762361904E}" type="pres">
      <dgm:prSet presAssocID="{2D6947AB-4A59-430F-B8CC-EC50D0FAAB1D}" presName="hierChild2" presStyleCnt="0"/>
      <dgm:spPr/>
    </dgm:pt>
    <dgm:pt modelId="{B12D24A7-F89C-44E1-9EEE-A37872B33309}" type="pres">
      <dgm:prSet presAssocID="{A8EA4BFF-F1C4-44D4-BE99-9DF7E94B30FF}" presName="Name10" presStyleLbl="parChTrans1D2" presStyleIdx="0" presStyleCnt="4"/>
      <dgm:spPr/>
    </dgm:pt>
    <dgm:pt modelId="{4802CCDC-8A94-484C-836A-3FA6A5B4C28D}" type="pres">
      <dgm:prSet presAssocID="{04E83BE9-A12B-42C0-B084-F041BCF8103A}" presName="hierRoot2" presStyleCnt="0"/>
      <dgm:spPr/>
    </dgm:pt>
    <dgm:pt modelId="{8813D4D2-9FDF-416A-9892-DF91DBBDCCC0}" type="pres">
      <dgm:prSet presAssocID="{04E83BE9-A12B-42C0-B084-F041BCF8103A}" presName="composite2" presStyleCnt="0"/>
      <dgm:spPr/>
    </dgm:pt>
    <dgm:pt modelId="{6045A89C-62D8-4E89-90D2-A4FBB4469978}" type="pres">
      <dgm:prSet presAssocID="{04E83BE9-A12B-42C0-B084-F041BCF8103A}" presName="background2" presStyleLbl="node2" presStyleIdx="0" presStyleCnt="4"/>
      <dgm:spPr/>
    </dgm:pt>
    <dgm:pt modelId="{F2C87EFF-18E8-45E3-9E39-0393E8915DAC}" type="pres">
      <dgm:prSet presAssocID="{04E83BE9-A12B-42C0-B084-F041BCF8103A}" presName="text2" presStyleLbl="fgAcc2" presStyleIdx="0" presStyleCnt="4">
        <dgm:presLayoutVars>
          <dgm:chPref val="3"/>
        </dgm:presLayoutVars>
      </dgm:prSet>
      <dgm:spPr/>
    </dgm:pt>
    <dgm:pt modelId="{128F9EF5-D018-4CA6-849C-BD48B367EF3C}" type="pres">
      <dgm:prSet presAssocID="{04E83BE9-A12B-42C0-B084-F041BCF8103A}" presName="hierChild3" presStyleCnt="0"/>
      <dgm:spPr/>
    </dgm:pt>
    <dgm:pt modelId="{6D371E38-38B5-4E7D-BAA8-56FB6F5C70EC}" type="pres">
      <dgm:prSet presAssocID="{0A336DD9-959B-46D8-AEC4-68AACFDC2F5C}" presName="Name10" presStyleLbl="parChTrans1D2" presStyleIdx="1" presStyleCnt="4"/>
      <dgm:spPr/>
    </dgm:pt>
    <dgm:pt modelId="{B9B5FC77-1D9C-47F3-9D97-5F0AC33D1B2B}" type="pres">
      <dgm:prSet presAssocID="{D2254FCE-10E7-4657-95F8-E49C6FEC67B6}" presName="hierRoot2" presStyleCnt="0"/>
      <dgm:spPr/>
    </dgm:pt>
    <dgm:pt modelId="{B3D96537-43A9-45FA-8C52-5004F8F77448}" type="pres">
      <dgm:prSet presAssocID="{D2254FCE-10E7-4657-95F8-E49C6FEC67B6}" presName="composite2" presStyleCnt="0"/>
      <dgm:spPr/>
    </dgm:pt>
    <dgm:pt modelId="{AD2EFC9B-36DE-4941-80D6-AF0D6CFB982F}" type="pres">
      <dgm:prSet presAssocID="{D2254FCE-10E7-4657-95F8-E49C6FEC67B6}" presName="background2" presStyleLbl="node2" presStyleIdx="1" presStyleCnt="4"/>
      <dgm:spPr/>
    </dgm:pt>
    <dgm:pt modelId="{BA2122AB-BCBA-433F-A46B-4ACB13EB3DE3}" type="pres">
      <dgm:prSet presAssocID="{D2254FCE-10E7-4657-95F8-E49C6FEC67B6}" presName="text2" presStyleLbl="fgAcc2" presStyleIdx="1" presStyleCnt="4">
        <dgm:presLayoutVars>
          <dgm:chPref val="3"/>
        </dgm:presLayoutVars>
      </dgm:prSet>
      <dgm:spPr/>
    </dgm:pt>
    <dgm:pt modelId="{8CA0C1C5-CA94-406B-9680-1375CB5FA5EC}" type="pres">
      <dgm:prSet presAssocID="{D2254FCE-10E7-4657-95F8-E49C6FEC67B6}" presName="hierChild3" presStyleCnt="0"/>
      <dgm:spPr/>
    </dgm:pt>
    <dgm:pt modelId="{B9111627-EBB9-47B4-8B5D-C7AA66EDB2F3}" type="pres">
      <dgm:prSet presAssocID="{69BEA9AD-089C-4EC2-A63D-3F3BBC6201CA}" presName="Name10" presStyleLbl="parChTrans1D2" presStyleIdx="2" presStyleCnt="4"/>
      <dgm:spPr/>
    </dgm:pt>
    <dgm:pt modelId="{7B0A57F9-F547-4A7C-866C-6D7434A69141}" type="pres">
      <dgm:prSet presAssocID="{AE55ADFA-17E6-47E7-A5DA-765BE5B440FC}" presName="hierRoot2" presStyleCnt="0"/>
      <dgm:spPr/>
    </dgm:pt>
    <dgm:pt modelId="{024A2F52-DF95-4F9C-9F14-298E032C8011}" type="pres">
      <dgm:prSet presAssocID="{AE55ADFA-17E6-47E7-A5DA-765BE5B440FC}" presName="composite2" presStyleCnt="0"/>
      <dgm:spPr/>
    </dgm:pt>
    <dgm:pt modelId="{B382D25B-A920-4C18-853B-138DD4CEAA54}" type="pres">
      <dgm:prSet presAssocID="{AE55ADFA-17E6-47E7-A5DA-765BE5B440FC}" presName="background2" presStyleLbl="node2" presStyleIdx="2" presStyleCnt="4"/>
      <dgm:spPr/>
    </dgm:pt>
    <dgm:pt modelId="{79BBBDA4-4FE8-4C5B-8AB9-814DB6FC6891}" type="pres">
      <dgm:prSet presAssocID="{AE55ADFA-17E6-47E7-A5DA-765BE5B440FC}" presName="text2" presStyleLbl="fgAcc2" presStyleIdx="2" presStyleCnt="4">
        <dgm:presLayoutVars>
          <dgm:chPref val="3"/>
        </dgm:presLayoutVars>
      </dgm:prSet>
      <dgm:spPr/>
    </dgm:pt>
    <dgm:pt modelId="{A36D54C6-F934-4EBD-AFD6-090BF11DA830}" type="pres">
      <dgm:prSet presAssocID="{AE55ADFA-17E6-47E7-A5DA-765BE5B440FC}" presName="hierChild3" presStyleCnt="0"/>
      <dgm:spPr/>
    </dgm:pt>
    <dgm:pt modelId="{7ED065C0-1E2E-429C-B9CB-651E207D057C}" type="pres">
      <dgm:prSet presAssocID="{4D4D4C3E-D281-4D6F-96B2-1E244728389D}" presName="Name10" presStyleLbl="parChTrans1D2" presStyleIdx="3" presStyleCnt="4"/>
      <dgm:spPr/>
    </dgm:pt>
    <dgm:pt modelId="{EAB80204-FB8E-4631-B9B8-11438221A674}" type="pres">
      <dgm:prSet presAssocID="{9A3429A6-A36B-4D17-AC95-67CACF57E14D}" presName="hierRoot2" presStyleCnt="0"/>
      <dgm:spPr/>
    </dgm:pt>
    <dgm:pt modelId="{B48E48B6-C32D-4943-9538-D8968F195A84}" type="pres">
      <dgm:prSet presAssocID="{9A3429A6-A36B-4D17-AC95-67CACF57E14D}" presName="composite2" presStyleCnt="0"/>
      <dgm:spPr/>
    </dgm:pt>
    <dgm:pt modelId="{C7C715BE-C160-4198-8033-1DDE76120412}" type="pres">
      <dgm:prSet presAssocID="{9A3429A6-A36B-4D17-AC95-67CACF57E14D}" presName="background2" presStyleLbl="node2" presStyleIdx="3" presStyleCnt="4"/>
      <dgm:spPr/>
    </dgm:pt>
    <dgm:pt modelId="{F8FFE274-AE3D-4C35-82AC-2D4A8BB1FEFB}" type="pres">
      <dgm:prSet presAssocID="{9A3429A6-A36B-4D17-AC95-67CACF57E14D}" presName="text2" presStyleLbl="fgAcc2" presStyleIdx="3" presStyleCnt="4">
        <dgm:presLayoutVars>
          <dgm:chPref val="3"/>
        </dgm:presLayoutVars>
      </dgm:prSet>
      <dgm:spPr/>
    </dgm:pt>
    <dgm:pt modelId="{F8CD2F94-DB8C-4B81-99D2-8F838552F38F}" type="pres">
      <dgm:prSet presAssocID="{9A3429A6-A36B-4D17-AC95-67CACF57E14D}" presName="hierChild3" presStyleCnt="0"/>
      <dgm:spPr/>
    </dgm:pt>
    <dgm:pt modelId="{18A0F3C3-570E-4F63-8787-AC8AD2955065}" type="pres">
      <dgm:prSet presAssocID="{92698BEA-EF71-4037-B2DF-D59041EECAE4}" presName="Name17" presStyleLbl="parChTrans1D3" presStyleIdx="0" presStyleCnt="1"/>
      <dgm:spPr/>
    </dgm:pt>
    <dgm:pt modelId="{19642137-0D35-4726-B859-D737AC45B61E}" type="pres">
      <dgm:prSet presAssocID="{ECFC93E9-45A4-4A83-B3B3-94EA78495A78}" presName="hierRoot3" presStyleCnt="0"/>
      <dgm:spPr/>
    </dgm:pt>
    <dgm:pt modelId="{8FB5469A-03B9-43A6-9965-63F112903A57}" type="pres">
      <dgm:prSet presAssocID="{ECFC93E9-45A4-4A83-B3B3-94EA78495A78}" presName="composite3" presStyleCnt="0"/>
      <dgm:spPr/>
    </dgm:pt>
    <dgm:pt modelId="{F4C49BF9-B8E4-4E62-BDF8-36DF7131747E}" type="pres">
      <dgm:prSet presAssocID="{ECFC93E9-45A4-4A83-B3B3-94EA78495A78}" presName="background3" presStyleLbl="node3" presStyleIdx="0" presStyleCnt="1"/>
      <dgm:spPr/>
    </dgm:pt>
    <dgm:pt modelId="{148E8C29-1CB9-475F-B8E9-F5A5448B06E4}" type="pres">
      <dgm:prSet presAssocID="{ECFC93E9-45A4-4A83-B3B3-94EA78495A78}" presName="text3" presStyleLbl="fgAcc3" presStyleIdx="0" presStyleCnt="1">
        <dgm:presLayoutVars>
          <dgm:chPref val="3"/>
        </dgm:presLayoutVars>
      </dgm:prSet>
      <dgm:spPr/>
    </dgm:pt>
    <dgm:pt modelId="{CB5185C9-71B9-490C-B19F-7F4BE6925764}" type="pres">
      <dgm:prSet presAssocID="{ECFC93E9-45A4-4A83-B3B3-94EA78495A78}" presName="hierChild4" presStyleCnt="0"/>
      <dgm:spPr/>
    </dgm:pt>
  </dgm:ptLst>
  <dgm:cxnLst>
    <dgm:cxn modelId="{07F75A1F-3BBE-4409-BCDF-72A6950629EE}" srcId="{2D6947AB-4A59-430F-B8CC-EC50D0FAAB1D}" destId="{04E83BE9-A12B-42C0-B084-F041BCF8103A}" srcOrd="0" destOrd="0" parTransId="{A8EA4BFF-F1C4-44D4-BE99-9DF7E94B30FF}" sibTransId="{BF83A028-AF7E-445A-93AF-E684A1C47DD9}"/>
    <dgm:cxn modelId="{20B92F2E-4EC9-4DAF-812A-34C470A649BD}" type="presOf" srcId="{92698BEA-EF71-4037-B2DF-D59041EECAE4}" destId="{18A0F3C3-570E-4F63-8787-AC8AD2955065}" srcOrd="0" destOrd="0" presId="urn:microsoft.com/office/officeart/2005/8/layout/hierarchy1"/>
    <dgm:cxn modelId="{B071C943-31FE-4182-B680-4E5259F167FB}" srcId="{9A3429A6-A36B-4D17-AC95-67CACF57E14D}" destId="{ECFC93E9-45A4-4A83-B3B3-94EA78495A78}" srcOrd="0" destOrd="0" parTransId="{92698BEA-EF71-4037-B2DF-D59041EECAE4}" sibTransId="{2FEA6DBB-F424-4FBE-BFA4-5C0011354790}"/>
    <dgm:cxn modelId="{EF75AE46-9291-4BA6-8AAC-F4EE4C58B981}" type="presOf" srcId="{9A3429A6-A36B-4D17-AC95-67CACF57E14D}" destId="{F8FFE274-AE3D-4C35-82AC-2D4A8BB1FEFB}" srcOrd="0" destOrd="0" presId="urn:microsoft.com/office/officeart/2005/8/layout/hierarchy1"/>
    <dgm:cxn modelId="{38BAC567-67E3-49F5-865E-7D3E67001D01}" type="presOf" srcId="{2D6947AB-4A59-430F-B8CC-EC50D0FAAB1D}" destId="{AAD4DE77-89B9-4084-A8CA-2B0546BACC6F}" srcOrd="0" destOrd="0" presId="urn:microsoft.com/office/officeart/2005/8/layout/hierarchy1"/>
    <dgm:cxn modelId="{861F246A-128E-4396-80B5-C09568B765F8}" type="presOf" srcId="{04E83BE9-A12B-42C0-B084-F041BCF8103A}" destId="{F2C87EFF-18E8-45E3-9E39-0393E8915DAC}" srcOrd="0" destOrd="0" presId="urn:microsoft.com/office/officeart/2005/8/layout/hierarchy1"/>
    <dgm:cxn modelId="{4B7D535A-16E7-4997-8C81-BB24A723F33D}" srcId="{2D6947AB-4A59-430F-B8CC-EC50D0FAAB1D}" destId="{D2254FCE-10E7-4657-95F8-E49C6FEC67B6}" srcOrd="1" destOrd="0" parTransId="{0A336DD9-959B-46D8-AEC4-68AACFDC2F5C}" sibTransId="{9FA7D5CF-AA24-4485-885E-00B8C93958D4}"/>
    <dgm:cxn modelId="{47FA7782-D6A5-48D5-90A1-8B75813DB0B6}" type="presOf" srcId="{0A336DD9-959B-46D8-AEC4-68AACFDC2F5C}" destId="{6D371E38-38B5-4E7D-BAA8-56FB6F5C70EC}" srcOrd="0" destOrd="0" presId="urn:microsoft.com/office/officeart/2005/8/layout/hierarchy1"/>
    <dgm:cxn modelId="{84679594-7184-4C85-B584-4DCF8D5D78CF}" srcId="{946B23EB-8335-4003-9023-E27A05216D59}" destId="{2D6947AB-4A59-430F-B8CC-EC50D0FAAB1D}" srcOrd="0" destOrd="0" parTransId="{A4E80144-5909-4572-9E87-332A7CE4B206}" sibTransId="{8961EA18-903E-4107-AC25-61722BE3B3F2}"/>
    <dgm:cxn modelId="{B7D8D89F-C915-4FF7-9B86-4FC83A7CDB55}" type="presOf" srcId="{69BEA9AD-089C-4EC2-A63D-3F3BBC6201CA}" destId="{B9111627-EBB9-47B4-8B5D-C7AA66EDB2F3}" srcOrd="0" destOrd="0" presId="urn:microsoft.com/office/officeart/2005/8/layout/hierarchy1"/>
    <dgm:cxn modelId="{CBECFB9F-8E34-413B-82EB-DD3FCAB258BD}" srcId="{2D6947AB-4A59-430F-B8CC-EC50D0FAAB1D}" destId="{9A3429A6-A36B-4D17-AC95-67CACF57E14D}" srcOrd="3" destOrd="0" parTransId="{4D4D4C3E-D281-4D6F-96B2-1E244728389D}" sibTransId="{8D3183AE-B4AE-47EF-9B16-843839C71914}"/>
    <dgm:cxn modelId="{E3EFF1A1-1F7D-46E6-87CE-1F57FCC7B0EE}" type="presOf" srcId="{946B23EB-8335-4003-9023-E27A05216D59}" destId="{E522CC6D-316F-478D-B2D5-B5E923C708EE}" srcOrd="0" destOrd="0" presId="urn:microsoft.com/office/officeart/2005/8/layout/hierarchy1"/>
    <dgm:cxn modelId="{7833A4A3-A631-4F25-97E8-8C06016F6589}" type="presOf" srcId="{AE55ADFA-17E6-47E7-A5DA-765BE5B440FC}" destId="{79BBBDA4-4FE8-4C5B-8AB9-814DB6FC6891}" srcOrd="0" destOrd="0" presId="urn:microsoft.com/office/officeart/2005/8/layout/hierarchy1"/>
    <dgm:cxn modelId="{9E04F7A3-EE9C-4EF7-BF7F-2B90E5D2F427}" srcId="{2D6947AB-4A59-430F-B8CC-EC50D0FAAB1D}" destId="{AE55ADFA-17E6-47E7-A5DA-765BE5B440FC}" srcOrd="2" destOrd="0" parTransId="{69BEA9AD-089C-4EC2-A63D-3F3BBC6201CA}" sibTransId="{C3A82ED6-AACB-45A5-A7EF-99C95ED99785}"/>
    <dgm:cxn modelId="{6F66F0C8-E9BF-4D52-A10F-12E871CACBCB}" type="presOf" srcId="{ECFC93E9-45A4-4A83-B3B3-94EA78495A78}" destId="{148E8C29-1CB9-475F-B8E9-F5A5448B06E4}" srcOrd="0" destOrd="0" presId="urn:microsoft.com/office/officeart/2005/8/layout/hierarchy1"/>
    <dgm:cxn modelId="{461D96E7-CD39-4594-8565-8DB86F97B57A}" type="presOf" srcId="{4D4D4C3E-D281-4D6F-96B2-1E244728389D}" destId="{7ED065C0-1E2E-429C-B9CB-651E207D057C}" srcOrd="0" destOrd="0" presId="urn:microsoft.com/office/officeart/2005/8/layout/hierarchy1"/>
    <dgm:cxn modelId="{A0DFA9ED-45B8-444B-B0B3-89DEE47564AA}" type="presOf" srcId="{A8EA4BFF-F1C4-44D4-BE99-9DF7E94B30FF}" destId="{B12D24A7-F89C-44E1-9EEE-A37872B33309}" srcOrd="0" destOrd="0" presId="urn:microsoft.com/office/officeart/2005/8/layout/hierarchy1"/>
    <dgm:cxn modelId="{D7B0F8F7-A162-4653-913C-61892A821C53}" type="presOf" srcId="{D2254FCE-10E7-4657-95F8-E49C6FEC67B6}" destId="{BA2122AB-BCBA-433F-A46B-4ACB13EB3DE3}" srcOrd="0" destOrd="0" presId="urn:microsoft.com/office/officeart/2005/8/layout/hierarchy1"/>
    <dgm:cxn modelId="{27875894-4305-4EED-B193-D90B04D51843}" type="presParOf" srcId="{E522CC6D-316F-478D-B2D5-B5E923C708EE}" destId="{580EBCC6-1551-4FCC-B239-8832E79D018C}" srcOrd="0" destOrd="0" presId="urn:microsoft.com/office/officeart/2005/8/layout/hierarchy1"/>
    <dgm:cxn modelId="{78EE2586-FDB7-4A26-8E26-9C6C4C40D405}" type="presParOf" srcId="{580EBCC6-1551-4FCC-B239-8832E79D018C}" destId="{ADF28F4A-975D-44B9-93B8-57188B9F4221}" srcOrd="0" destOrd="0" presId="urn:microsoft.com/office/officeart/2005/8/layout/hierarchy1"/>
    <dgm:cxn modelId="{5AC82F14-0369-4D71-86D4-72C967849205}" type="presParOf" srcId="{ADF28F4A-975D-44B9-93B8-57188B9F4221}" destId="{DB1D0A06-5769-4C58-A398-AC154A53C331}" srcOrd="0" destOrd="0" presId="urn:microsoft.com/office/officeart/2005/8/layout/hierarchy1"/>
    <dgm:cxn modelId="{FDAB0F97-FDAA-4174-94D8-20F7D6EDB936}" type="presParOf" srcId="{ADF28F4A-975D-44B9-93B8-57188B9F4221}" destId="{AAD4DE77-89B9-4084-A8CA-2B0546BACC6F}" srcOrd="1" destOrd="0" presId="urn:microsoft.com/office/officeart/2005/8/layout/hierarchy1"/>
    <dgm:cxn modelId="{130E4E7E-34A6-4601-AA22-000DDF46CBDE}" type="presParOf" srcId="{580EBCC6-1551-4FCC-B239-8832E79D018C}" destId="{AF97C7CD-4D00-46CE-8CBB-7E762361904E}" srcOrd="1" destOrd="0" presId="urn:microsoft.com/office/officeart/2005/8/layout/hierarchy1"/>
    <dgm:cxn modelId="{AFF20436-7236-4979-AC24-42A6F8DA7EA4}" type="presParOf" srcId="{AF97C7CD-4D00-46CE-8CBB-7E762361904E}" destId="{B12D24A7-F89C-44E1-9EEE-A37872B33309}" srcOrd="0" destOrd="0" presId="urn:microsoft.com/office/officeart/2005/8/layout/hierarchy1"/>
    <dgm:cxn modelId="{0C5CE9D3-B1F1-484B-BD3B-18B94A3680CB}" type="presParOf" srcId="{AF97C7CD-4D00-46CE-8CBB-7E762361904E}" destId="{4802CCDC-8A94-484C-836A-3FA6A5B4C28D}" srcOrd="1" destOrd="0" presId="urn:microsoft.com/office/officeart/2005/8/layout/hierarchy1"/>
    <dgm:cxn modelId="{3C303462-02F6-4069-A102-8B7F57A4FF52}" type="presParOf" srcId="{4802CCDC-8A94-484C-836A-3FA6A5B4C28D}" destId="{8813D4D2-9FDF-416A-9892-DF91DBBDCCC0}" srcOrd="0" destOrd="0" presId="urn:microsoft.com/office/officeart/2005/8/layout/hierarchy1"/>
    <dgm:cxn modelId="{65AED3D3-97B5-4503-B47D-35534692D75B}" type="presParOf" srcId="{8813D4D2-9FDF-416A-9892-DF91DBBDCCC0}" destId="{6045A89C-62D8-4E89-90D2-A4FBB4469978}" srcOrd="0" destOrd="0" presId="urn:microsoft.com/office/officeart/2005/8/layout/hierarchy1"/>
    <dgm:cxn modelId="{3BF022FA-6B92-4F01-AFCD-69C20F4828D8}" type="presParOf" srcId="{8813D4D2-9FDF-416A-9892-DF91DBBDCCC0}" destId="{F2C87EFF-18E8-45E3-9E39-0393E8915DAC}" srcOrd="1" destOrd="0" presId="urn:microsoft.com/office/officeart/2005/8/layout/hierarchy1"/>
    <dgm:cxn modelId="{503290BD-8045-4D4C-98F1-E038112283F8}" type="presParOf" srcId="{4802CCDC-8A94-484C-836A-3FA6A5B4C28D}" destId="{128F9EF5-D018-4CA6-849C-BD48B367EF3C}" srcOrd="1" destOrd="0" presId="urn:microsoft.com/office/officeart/2005/8/layout/hierarchy1"/>
    <dgm:cxn modelId="{1B96F76B-14D2-4443-AB95-FCE7261AEDC5}" type="presParOf" srcId="{AF97C7CD-4D00-46CE-8CBB-7E762361904E}" destId="{6D371E38-38B5-4E7D-BAA8-56FB6F5C70EC}" srcOrd="2" destOrd="0" presId="urn:microsoft.com/office/officeart/2005/8/layout/hierarchy1"/>
    <dgm:cxn modelId="{1C226CDB-0CED-430C-AA61-71638E0FC60C}" type="presParOf" srcId="{AF97C7CD-4D00-46CE-8CBB-7E762361904E}" destId="{B9B5FC77-1D9C-47F3-9D97-5F0AC33D1B2B}" srcOrd="3" destOrd="0" presId="urn:microsoft.com/office/officeart/2005/8/layout/hierarchy1"/>
    <dgm:cxn modelId="{D74C7F56-41D0-4C31-B6EC-CB034ADD7C04}" type="presParOf" srcId="{B9B5FC77-1D9C-47F3-9D97-5F0AC33D1B2B}" destId="{B3D96537-43A9-45FA-8C52-5004F8F77448}" srcOrd="0" destOrd="0" presId="urn:microsoft.com/office/officeart/2005/8/layout/hierarchy1"/>
    <dgm:cxn modelId="{33FE59D3-D56B-493C-BACA-4B80F4FC80D7}" type="presParOf" srcId="{B3D96537-43A9-45FA-8C52-5004F8F77448}" destId="{AD2EFC9B-36DE-4941-80D6-AF0D6CFB982F}" srcOrd="0" destOrd="0" presId="urn:microsoft.com/office/officeart/2005/8/layout/hierarchy1"/>
    <dgm:cxn modelId="{38BD87DC-1742-44C4-9814-9A048C3105B3}" type="presParOf" srcId="{B3D96537-43A9-45FA-8C52-5004F8F77448}" destId="{BA2122AB-BCBA-433F-A46B-4ACB13EB3DE3}" srcOrd="1" destOrd="0" presId="urn:microsoft.com/office/officeart/2005/8/layout/hierarchy1"/>
    <dgm:cxn modelId="{CA593BEB-8A1E-46B6-B31A-B1DA9EDAE1FC}" type="presParOf" srcId="{B9B5FC77-1D9C-47F3-9D97-5F0AC33D1B2B}" destId="{8CA0C1C5-CA94-406B-9680-1375CB5FA5EC}" srcOrd="1" destOrd="0" presId="urn:microsoft.com/office/officeart/2005/8/layout/hierarchy1"/>
    <dgm:cxn modelId="{DAB4F04C-A535-431C-B398-955A2DE8D51A}" type="presParOf" srcId="{AF97C7CD-4D00-46CE-8CBB-7E762361904E}" destId="{B9111627-EBB9-47B4-8B5D-C7AA66EDB2F3}" srcOrd="4" destOrd="0" presId="urn:microsoft.com/office/officeart/2005/8/layout/hierarchy1"/>
    <dgm:cxn modelId="{8B9705AE-1BE3-49B3-8EED-B92564DED1DA}" type="presParOf" srcId="{AF97C7CD-4D00-46CE-8CBB-7E762361904E}" destId="{7B0A57F9-F547-4A7C-866C-6D7434A69141}" srcOrd="5" destOrd="0" presId="urn:microsoft.com/office/officeart/2005/8/layout/hierarchy1"/>
    <dgm:cxn modelId="{F3360271-11F8-4E8C-A156-C7B0BCC59CFF}" type="presParOf" srcId="{7B0A57F9-F547-4A7C-866C-6D7434A69141}" destId="{024A2F52-DF95-4F9C-9F14-298E032C8011}" srcOrd="0" destOrd="0" presId="urn:microsoft.com/office/officeart/2005/8/layout/hierarchy1"/>
    <dgm:cxn modelId="{36E4349C-70FB-4911-A9B3-1DC73AA00B50}" type="presParOf" srcId="{024A2F52-DF95-4F9C-9F14-298E032C8011}" destId="{B382D25B-A920-4C18-853B-138DD4CEAA54}" srcOrd="0" destOrd="0" presId="urn:microsoft.com/office/officeart/2005/8/layout/hierarchy1"/>
    <dgm:cxn modelId="{11BEDCAD-360F-4215-91EE-07D3D3A4B930}" type="presParOf" srcId="{024A2F52-DF95-4F9C-9F14-298E032C8011}" destId="{79BBBDA4-4FE8-4C5B-8AB9-814DB6FC6891}" srcOrd="1" destOrd="0" presId="urn:microsoft.com/office/officeart/2005/8/layout/hierarchy1"/>
    <dgm:cxn modelId="{2208AE4A-5F35-4D4C-A1D4-FBF063E4050E}" type="presParOf" srcId="{7B0A57F9-F547-4A7C-866C-6D7434A69141}" destId="{A36D54C6-F934-4EBD-AFD6-090BF11DA830}" srcOrd="1" destOrd="0" presId="urn:microsoft.com/office/officeart/2005/8/layout/hierarchy1"/>
    <dgm:cxn modelId="{5DAEC526-601E-4CE5-A4B1-ACA58E33BDAA}" type="presParOf" srcId="{AF97C7CD-4D00-46CE-8CBB-7E762361904E}" destId="{7ED065C0-1E2E-429C-B9CB-651E207D057C}" srcOrd="6" destOrd="0" presId="urn:microsoft.com/office/officeart/2005/8/layout/hierarchy1"/>
    <dgm:cxn modelId="{C525972E-8F01-4B33-8457-20F1810195F2}" type="presParOf" srcId="{AF97C7CD-4D00-46CE-8CBB-7E762361904E}" destId="{EAB80204-FB8E-4631-B9B8-11438221A674}" srcOrd="7" destOrd="0" presId="urn:microsoft.com/office/officeart/2005/8/layout/hierarchy1"/>
    <dgm:cxn modelId="{4D4028AD-CE79-4A7E-BF23-047B3FE5AA32}" type="presParOf" srcId="{EAB80204-FB8E-4631-B9B8-11438221A674}" destId="{B48E48B6-C32D-4943-9538-D8968F195A84}" srcOrd="0" destOrd="0" presId="urn:microsoft.com/office/officeart/2005/8/layout/hierarchy1"/>
    <dgm:cxn modelId="{69CFF0BA-F582-44BD-A849-D8427279B4B5}" type="presParOf" srcId="{B48E48B6-C32D-4943-9538-D8968F195A84}" destId="{C7C715BE-C160-4198-8033-1DDE76120412}" srcOrd="0" destOrd="0" presId="urn:microsoft.com/office/officeart/2005/8/layout/hierarchy1"/>
    <dgm:cxn modelId="{D5DAB8FF-9736-4FF4-81AB-BF0BE05A93FD}" type="presParOf" srcId="{B48E48B6-C32D-4943-9538-D8968F195A84}" destId="{F8FFE274-AE3D-4C35-82AC-2D4A8BB1FEFB}" srcOrd="1" destOrd="0" presId="urn:microsoft.com/office/officeart/2005/8/layout/hierarchy1"/>
    <dgm:cxn modelId="{6F4F8DC8-C5CD-421D-9686-4FD880693C14}" type="presParOf" srcId="{EAB80204-FB8E-4631-B9B8-11438221A674}" destId="{F8CD2F94-DB8C-4B81-99D2-8F838552F38F}" srcOrd="1" destOrd="0" presId="urn:microsoft.com/office/officeart/2005/8/layout/hierarchy1"/>
    <dgm:cxn modelId="{6956103E-1B67-49FC-9C4B-FED4D7C28992}" type="presParOf" srcId="{F8CD2F94-DB8C-4B81-99D2-8F838552F38F}" destId="{18A0F3C3-570E-4F63-8787-AC8AD2955065}" srcOrd="0" destOrd="0" presId="urn:microsoft.com/office/officeart/2005/8/layout/hierarchy1"/>
    <dgm:cxn modelId="{40A352AD-9359-41D8-A3B6-79423BF20A5C}" type="presParOf" srcId="{F8CD2F94-DB8C-4B81-99D2-8F838552F38F}" destId="{19642137-0D35-4726-B859-D737AC45B61E}" srcOrd="1" destOrd="0" presId="urn:microsoft.com/office/officeart/2005/8/layout/hierarchy1"/>
    <dgm:cxn modelId="{4F0DF478-C7A1-4CED-B606-B78299AE29BF}" type="presParOf" srcId="{19642137-0D35-4726-B859-D737AC45B61E}" destId="{8FB5469A-03B9-43A6-9965-63F112903A57}" srcOrd="0" destOrd="0" presId="urn:microsoft.com/office/officeart/2005/8/layout/hierarchy1"/>
    <dgm:cxn modelId="{C30159E9-3716-415C-ADCB-CFB2815DF0A4}" type="presParOf" srcId="{8FB5469A-03B9-43A6-9965-63F112903A57}" destId="{F4C49BF9-B8E4-4E62-BDF8-36DF7131747E}" srcOrd="0" destOrd="0" presId="urn:microsoft.com/office/officeart/2005/8/layout/hierarchy1"/>
    <dgm:cxn modelId="{C68B726A-86FE-40B6-85FE-87A240D52109}" type="presParOf" srcId="{8FB5469A-03B9-43A6-9965-63F112903A57}" destId="{148E8C29-1CB9-475F-B8E9-F5A5448B06E4}" srcOrd="1" destOrd="0" presId="urn:microsoft.com/office/officeart/2005/8/layout/hierarchy1"/>
    <dgm:cxn modelId="{4EB22F45-848B-4B38-BEA7-9A3054256C86}" type="presParOf" srcId="{19642137-0D35-4726-B859-D737AC45B61E}" destId="{CB5185C9-71B9-490C-B19F-7F4BE692576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6BBEE-7F67-4E6F-A56A-94C435C76A0E}">
      <dsp:nvSpPr>
        <dsp:cNvPr id="0" name=""/>
        <dsp:cNvSpPr/>
      </dsp:nvSpPr>
      <dsp:spPr>
        <a:xfrm>
          <a:off x="0" y="0"/>
          <a:ext cx="5298895" cy="52988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40E5E1-75B9-4AC7-BC8E-760EBCEC593A}">
      <dsp:nvSpPr>
        <dsp:cNvPr id="0" name=""/>
        <dsp:cNvSpPr/>
      </dsp:nvSpPr>
      <dsp:spPr>
        <a:xfrm>
          <a:off x="2649447" y="0"/>
          <a:ext cx="6396344" cy="52988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Collections</a:t>
          </a:r>
        </a:p>
      </dsp:txBody>
      <dsp:txXfrm>
        <a:off x="2649447" y="0"/>
        <a:ext cx="6396344" cy="847823"/>
      </dsp:txXfrm>
    </dsp:sp>
    <dsp:sp modelId="{1C92F080-F11E-41B4-9205-54B0EF12DEC9}">
      <dsp:nvSpPr>
        <dsp:cNvPr id="0" name=""/>
        <dsp:cNvSpPr/>
      </dsp:nvSpPr>
      <dsp:spPr>
        <a:xfrm>
          <a:off x="556384" y="847823"/>
          <a:ext cx="4186127" cy="418612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87E5B63-305F-4FCD-81E2-4C74958D6A27}">
      <dsp:nvSpPr>
        <dsp:cNvPr id="0" name=""/>
        <dsp:cNvSpPr/>
      </dsp:nvSpPr>
      <dsp:spPr>
        <a:xfrm>
          <a:off x="2649447" y="847823"/>
          <a:ext cx="6396344" cy="418612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List &amp; Set</a:t>
          </a:r>
        </a:p>
      </dsp:txBody>
      <dsp:txXfrm>
        <a:off x="2649447" y="847823"/>
        <a:ext cx="6396344" cy="847823"/>
      </dsp:txXfrm>
    </dsp:sp>
    <dsp:sp modelId="{78F08F96-F342-40B9-97BB-A45CB8663AC7}">
      <dsp:nvSpPr>
        <dsp:cNvPr id="0" name=""/>
        <dsp:cNvSpPr/>
      </dsp:nvSpPr>
      <dsp:spPr>
        <a:xfrm>
          <a:off x="1112768" y="1695646"/>
          <a:ext cx="3073359" cy="307335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3FE768-A7A6-4622-8658-F4C9B6760D50}">
      <dsp:nvSpPr>
        <dsp:cNvPr id="0" name=""/>
        <dsp:cNvSpPr/>
      </dsp:nvSpPr>
      <dsp:spPr>
        <a:xfrm>
          <a:off x="2649447" y="1695646"/>
          <a:ext cx="6396344" cy="307335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Map </a:t>
          </a:r>
          <a:r>
            <a:rPr lang="en-IN" sz="3200" kern="1200"/>
            <a:t>&amp; HashMap</a:t>
          </a:r>
          <a:endParaRPr lang="en-IN" sz="3200" kern="1200" dirty="0"/>
        </a:p>
      </dsp:txBody>
      <dsp:txXfrm>
        <a:off x="2649447" y="1695646"/>
        <a:ext cx="6396344" cy="847823"/>
      </dsp:txXfrm>
    </dsp:sp>
    <dsp:sp modelId="{AEAB344D-25BA-4B95-8AFF-F09D76E1B4CF}">
      <dsp:nvSpPr>
        <dsp:cNvPr id="0" name=""/>
        <dsp:cNvSpPr/>
      </dsp:nvSpPr>
      <dsp:spPr>
        <a:xfrm>
          <a:off x="1669152" y="2543470"/>
          <a:ext cx="1960591" cy="1960591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902331B-645C-47C5-84D3-533A699FBDCC}">
      <dsp:nvSpPr>
        <dsp:cNvPr id="0" name=""/>
        <dsp:cNvSpPr/>
      </dsp:nvSpPr>
      <dsp:spPr>
        <a:xfrm>
          <a:off x="2649447" y="2543470"/>
          <a:ext cx="6396344" cy="19605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Common collection classes</a:t>
          </a:r>
        </a:p>
      </dsp:txBody>
      <dsp:txXfrm>
        <a:off x="2649447" y="2543470"/>
        <a:ext cx="6396344" cy="847823"/>
      </dsp:txXfrm>
    </dsp:sp>
    <dsp:sp modelId="{DC2D29A8-C9A4-4945-8559-1E56CCF52E7C}">
      <dsp:nvSpPr>
        <dsp:cNvPr id="0" name=""/>
        <dsp:cNvSpPr/>
      </dsp:nvSpPr>
      <dsp:spPr>
        <a:xfrm>
          <a:off x="2225536" y="3391293"/>
          <a:ext cx="847823" cy="84782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81F762B-A68C-4126-9B07-33B83E29E6F9}">
      <dsp:nvSpPr>
        <dsp:cNvPr id="0" name=""/>
        <dsp:cNvSpPr/>
      </dsp:nvSpPr>
      <dsp:spPr>
        <a:xfrm>
          <a:off x="2649447" y="3391293"/>
          <a:ext cx="6396344" cy="8478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Best Practices</a:t>
          </a:r>
        </a:p>
      </dsp:txBody>
      <dsp:txXfrm>
        <a:off x="2649447" y="3391293"/>
        <a:ext cx="6396344" cy="8478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E56A99-4B27-4052-8F07-672D5BB369CE}">
      <dsp:nvSpPr>
        <dsp:cNvPr id="0" name=""/>
        <dsp:cNvSpPr/>
      </dsp:nvSpPr>
      <dsp:spPr>
        <a:xfrm>
          <a:off x="9006936" y="3225660"/>
          <a:ext cx="1954067" cy="309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246"/>
              </a:lnTo>
              <a:lnTo>
                <a:pt x="1954067" y="211246"/>
              </a:lnTo>
              <a:lnTo>
                <a:pt x="1954067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7E5007-379D-44C5-88BD-719ACF8B4510}">
      <dsp:nvSpPr>
        <dsp:cNvPr id="0" name=""/>
        <dsp:cNvSpPr/>
      </dsp:nvSpPr>
      <dsp:spPr>
        <a:xfrm>
          <a:off x="9006936" y="3225660"/>
          <a:ext cx="651355" cy="309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246"/>
              </a:lnTo>
              <a:lnTo>
                <a:pt x="651355" y="211246"/>
              </a:lnTo>
              <a:lnTo>
                <a:pt x="651355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CA98B1-D1DD-4E21-852D-DF344E601B29}">
      <dsp:nvSpPr>
        <dsp:cNvPr id="0" name=""/>
        <dsp:cNvSpPr/>
      </dsp:nvSpPr>
      <dsp:spPr>
        <a:xfrm>
          <a:off x="8355580" y="3225660"/>
          <a:ext cx="651355" cy="309986"/>
        </a:xfrm>
        <a:custGeom>
          <a:avLst/>
          <a:gdLst/>
          <a:ahLst/>
          <a:cxnLst/>
          <a:rect l="0" t="0" r="0" b="0"/>
          <a:pathLst>
            <a:path>
              <a:moveTo>
                <a:pt x="651355" y="0"/>
              </a:moveTo>
              <a:lnTo>
                <a:pt x="651355" y="211246"/>
              </a:lnTo>
              <a:lnTo>
                <a:pt x="0" y="211246"/>
              </a:lnTo>
              <a:lnTo>
                <a:pt x="0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70A2BD-893E-486E-B14C-C3B92521137E}">
      <dsp:nvSpPr>
        <dsp:cNvPr id="0" name=""/>
        <dsp:cNvSpPr/>
      </dsp:nvSpPr>
      <dsp:spPr>
        <a:xfrm>
          <a:off x="7052868" y="3225660"/>
          <a:ext cx="1954067" cy="309986"/>
        </a:xfrm>
        <a:custGeom>
          <a:avLst/>
          <a:gdLst/>
          <a:ahLst/>
          <a:cxnLst/>
          <a:rect l="0" t="0" r="0" b="0"/>
          <a:pathLst>
            <a:path>
              <a:moveTo>
                <a:pt x="1954067" y="0"/>
              </a:moveTo>
              <a:lnTo>
                <a:pt x="1954067" y="211246"/>
              </a:lnTo>
              <a:lnTo>
                <a:pt x="0" y="211246"/>
              </a:lnTo>
              <a:lnTo>
                <a:pt x="0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547EB7-A42C-4F90-9C3F-872537308E90}">
      <dsp:nvSpPr>
        <dsp:cNvPr id="0" name=""/>
        <dsp:cNvSpPr/>
      </dsp:nvSpPr>
      <dsp:spPr>
        <a:xfrm>
          <a:off x="5424478" y="2238855"/>
          <a:ext cx="3582457" cy="309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246"/>
              </a:lnTo>
              <a:lnTo>
                <a:pt x="3582457" y="211246"/>
              </a:lnTo>
              <a:lnTo>
                <a:pt x="3582457" y="30998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48DAEA-A6EE-4C7E-AFDD-A57D23206977}">
      <dsp:nvSpPr>
        <dsp:cNvPr id="0" name=""/>
        <dsp:cNvSpPr/>
      </dsp:nvSpPr>
      <dsp:spPr>
        <a:xfrm>
          <a:off x="5098800" y="3225660"/>
          <a:ext cx="651355" cy="309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246"/>
              </a:lnTo>
              <a:lnTo>
                <a:pt x="651355" y="211246"/>
              </a:lnTo>
              <a:lnTo>
                <a:pt x="651355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AA5465-6ACD-4040-AAEB-D02A20445E78}">
      <dsp:nvSpPr>
        <dsp:cNvPr id="0" name=""/>
        <dsp:cNvSpPr/>
      </dsp:nvSpPr>
      <dsp:spPr>
        <a:xfrm>
          <a:off x="4447445" y="3225660"/>
          <a:ext cx="651355" cy="309986"/>
        </a:xfrm>
        <a:custGeom>
          <a:avLst/>
          <a:gdLst/>
          <a:ahLst/>
          <a:cxnLst/>
          <a:rect l="0" t="0" r="0" b="0"/>
          <a:pathLst>
            <a:path>
              <a:moveTo>
                <a:pt x="651355" y="0"/>
              </a:moveTo>
              <a:lnTo>
                <a:pt x="651355" y="211246"/>
              </a:lnTo>
              <a:lnTo>
                <a:pt x="0" y="211246"/>
              </a:lnTo>
              <a:lnTo>
                <a:pt x="0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13B0DD-8E8E-43AD-87CE-FB24357CADA7}">
      <dsp:nvSpPr>
        <dsp:cNvPr id="0" name=""/>
        <dsp:cNvSpPr/>
      </dsp:nvSpPr>
      <dsp:spPr>
        <a:xfrm>
          <a:off x="5098800" y="2238855"/>
          <a:ext cx="325677" cy="309986"/>
        </a:xfrm>
        <a:custGeom>
          <a:avLst/>
          <a:gdLst/>
          <a:ahLst/>
          <a:cxnLst/>
          <a:rect l="0" t="0" r="0" b="0"/>
          <a:pathLst>
            <a:path>
              <a:moveTo>
                <a:pt x="325677" y="0"/>
              </a:moveTo>
              <a:lnTo>
                <a:pt x="325677" y="211246"/>
              </a:lnTo>
              <a:lnTo>
                <a:pt x="0" y="211246"/>
              </a:lnTo>
              <a:lnTo>
                <a:pt x="0" y="30998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62BE52-6B1E-41DD-A3FE-2B6FF036FC63}">
      <dsp:nvSpPr>
        <dsp:cNvPr id="0" name=""/>
        <dsp:cNvSpPr/>
      </dsp:nvSpPr>
      <dsp:spPr>
        <a:xfrm>
          <a:off x="3099013" y="4212464"/>
          <a:ext cx="91440" cy="3099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A6119C-F649-484F-BAA9-4E9004F2686E}">
      <dsp:nvSpPr>
        <dsp:cNvPr id="0" name=""/>
        <dsp:cNvSpPr/>
      </dsp:nvSpPr>
      <dsp:spPr>
        <a:xfrm>
          <a:off x="1842021" y="3225660"/>
          <a:ext cx="1302711" cy="309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246"/>
              </a:lnTo>
              <a:lnTo>
                <a:pt x="1302711" y="211246"/>
              </a:lnTo>
              <a:lnTo>
                <a:pt x="1302711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4FB6A3-F3F8-4918-9FA9-F6699D159C2E}">
      <dsp:nvSpPr>
        <dsp:cNvPr id="0" name=""/>
        <dsp:cNvSpPr/>
      </dsp:nvSpPr>
      <dsp:spPr>
        <a:xfrm>
          <a:off x="1796301" y="3225660"/>
          <a:ext cx="91440" cy="3099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DA966E-F2B7-4A94-8F4D-430E4EF09C8F}">
      <dsp:nvSpPr>
        <dsp:cNvPr id="0" name=""/>
        <dsp:cNvSpPr/>
      </dsp:nvSpPr>
      <dsp:spPr>
        <a:xfrm>
          <a:off x="539309" y="3225660"/>
          <a:ext cx="1302711" cy="309986"/>
        </a:xfrm>
        <a:custGeom>
          <a:avLst/>
          <a:gdLst/>
          <a:ahLst/>
          <a:cxnLst/>
          <a:rect l="0" t="0" r="0" b="0"/>
          <a:pathLst>
            <a:path>
              <a:moveTo>
                <a:pt x="1302711" y="0"/>
              </a:moveTo>
              <a:lnTo>
                <a:pt x="1302711" y="211246"/>
              </a:lnTo>
              <a:lnTo>
                <a:pt x="0" y="211246"/>
              </a:lnTo>
              <a:lnTo>
                <a:pt x="0" y="30998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6A1CC5-4791-4639-8056-1D7F34254936}">
      <dsp:nvSpPr>
        <dsp:cNvPr id="0" name=""/>
        <dsp:cNvSpPr/>
      </dsp:nvSpPr>
      <dsp:spPr>
        <a:xfrm>
          <a:off x="1842021" y="2238855"/>
          <a:ext cx="3582457" cy="309986"/>
        </a:xfrm>
        <a:custGeom>
          <a:avLst/>
          <a:gdLst/>
          <a:ahLst/>
          <a:cxnLst/>
          <a:rect l="0" t="0" r="0" b="0"/>
          <a:pathLst>
            <a:path>
              <a:moveTo>
                <a:pt x="3582457" y="0"/>
              </a:moveTo>
              <a:lnTo>
                <a:pt x="3582457" y="211246"/>
              </a:lnTo>
              <a:lnTo>
                <a:pt x="0" y="211246"/>
              </a:lnTo>
              <a:lnTo>
                <a:pt x="0" y="30998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EFD493-30A3-44AB-915C-B51D9752FCDB}">
      <dsp:nvSpPr>
        <dsp:cNvPr id="0" name=""/>
        <dsp:cNvSpPr/>
      </dsp:nvSpPr>
      <dsp:spPr>
        <a:xfrm>
          <a:off x="5378758" y="1252051"/>
          <a:ext cx="91440" cy="3099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998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1D0A06-5769-4C58-A398-AC154A53C331}">
      <dsp:nvSpPr>
        <dsp:cNvPr id="0" name=""/>
        <dsp:cNvSpPr/>
      </dsp:nvSpPr>
      <dsp:spPr>
        <a:xfrm>
          <a:off x="4891551" y="575233"/>
          <a:ext cx="1065855" cy="6768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AD4DE77-89B9-4084-A8CA-2B0546BACC6F}">
      <dsp:nvSpPr>
        <dsp:cNvPr id="0" name=""/>
        <dsp:cNvSpPr/>
      </dsp:nvSpPr>
      <dsp:spPr>
        <a:xfrm>
          <a:off x="5009979" y="687740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 err="1"/>
            <a:t>Iterable</a:t>
          </a:r>
          <a:endParaRPr lang="en-IN" sz="1100" kern="1200" dirty="0"/>
        </a:p>
      </dsp:txBody>
      <dsp:txXfrm>
        <a:off x="5029802" y="707563"/>
        <a:ext cx="1026209" cy="637171"/>
      </dsp:txXfrm>
    </dsp:sp>
    <dsp:sp modelId="{4F678042-9533-4789-8AE2-2E4CCC137D95}">
      <dsp:nvSpPr>
        <dsp:cNvPr id="0" name=""/>
        <dsp:cNvSpPr/>
      </dsp:nvSpPr>
      <dsp:spPr>
        <a:xfrm>
          <a:off x="4891551" y="1562037"/>
          <a:ext cx="1065855" cy="6768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DBFBC01-7D04-4D92-99A6-E4E419024F13}">
      <dsp:nvSpPr>
        <dsp:cNvPr id="0" name=""/>
        <dsp:cNvSpPr/>
      </dsp:nvSpPr>
      <dsp:spPr>
        <a:xfrm>
          <a:off x="5009979" y="1674544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Collection</a:t>
          </a:r>
        </a:p>
      </dsp:txBody>
      <dsp:txXfrm>
        <a:off x="5029802" y="1694367"/>
        <a:ext cx="1026209" cy="637171"/>
      </dsp:txXfrm>
    </dsp:sp>
    <dsp:sp modelId="{46DC28E7-E9AF-4E09-A399-AECBA7D8DD85}">
      <dsp:nvSpPr>
        <dsp:cNvPr id="0" name=""/>
        <dsp:cNvSpPr/>
      </dsp:nvSpPr>
      <dsp:spPr>
        <a:xfrm>
          <a:off x="1309094" y="2548842"/>
          <a:ext cx="1065855" cy="6768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EB0989-01F7-4D30-A7EC-1246DB9F0329}">
      <dsp:nvSpPr>
        <dsp:cNvPr id="0" name=""/>
        <dsp:cNvSpPr/>
      </dsp:nvSpPr>
      <dsp:spPr>
        <a:xfrm>
          <a:off x="1427522" y="2661348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List</a:t>
          </a:r>
        </a:p>
      </dsp:txBody>
      <dsp:txXfrm>
        <a:off x="1447345" y="2681171"/>
        <a:ext cx="1026209" cy="637171"/>
      </dsp:txXfrm>
    </dsp:sp>
    <dsp:sp modelId="{61265194-BD35-43CD-920C-11B82FCD1D64}">
      <dsp:nvSpPr>
        <dsp:cNvPr id="0" name=""/>
        <dsp:cNvSpPr/>
      </dsp:nvSpPr>
      <dsp:spPr>
        <a:xfrm>
          <a:off x="6382" y="3535646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0993751-5480-4AEB-B53D-D1A30E5928F4}">
      <dsp:nvSpPr>
        <dsp:cNvPr id="0" name=""/>
        <dsp:cNvSpPr/>
      </dsp:nvSpPr>
      <dsp:spPr>
        <a:xfrm>
          <a:off x="124810" y="3648153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ArrayList</a:t>
          </a:r>
          <a:endParaRPr lang="en-IN" sz="1100" kern="1200" dirty="0"/>
        </a:p>
      </dsp:txBody>
      <dsp:txXfrm>
        <a:off x="144633" y="3667976"/>
        <a:ext cx="1026209" cy="637171"/>
      </dsp:txXfrm>
    </dsp:sp>
    <dsp:sp modelId="{4A21E37B-6CAF-4808-9F10-CA86E25326B3}">
      <dsp:nvSpPr>
        <dsp:cNvPr id="0" name=""/>
        <dsp:cNvSpPr/>
      </dsp:nvSpPr>
      <dsp:spPr>
        <a:xfrm>
          <a:off x="1309094" y="3535646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33501F-8135-45E6-A457-984DA1F932AA}">
      <dsp:nvSpPr>
        <dsp:cNvPr id="0" name=""/>
        <dsp:cNvSpPr/>
      </dsp:nvSpPr>
      <dsp:spPr>
        <a:xfrm>
          <a:off x="1427522" y="3648153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LinkedList</a:t>
          </a:r>
          <a:endParaRPr lang="en-IN" sz="1100" kern="1200" dirty="0"/>
        </a:p>
      </dsp:txBody>
      <dsp:txXfrm>
        <a:off x="1447345" y="3667976"/>
        <a:ext cx="1026209" cy="637171"/>
      </dsp:txXfrm>
    </dsp:sp>
    <dsp:sp modelId="{73412DD3-3A67-4AAC-A4CF-64D5004E94A3}">
      <dsp:nvSpPr>
        <dsp:cNvPr id="0" name=""/>
        <dsp:cNvSpPr/>
      </dsp:nvSpPr>
      <dsp:spPr>
        <a:xfrm>
          <a:off x="2611805" y="3535646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A0C010-FEC4-466B-B4B3-BED5AC18616E}">
      <dsp:nvSpPr>
        <dsp:cNvPr id="0" name=""/>
        <dsp:cNvSpPr/>
      </dsp:nvSpPr>
      <dsp:spPr>
        <a:xfrm>
          <a:off x="2730234" y="3648153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Vector</a:t>
          </a:r>
        </a:p>
      </dsp:txBody>
      <dsp:txXfrm>
        <a:off x="2750057" y="3667976"/>
        <a:ext cx="1026209" cy="637171"/>
      </dsp:txXfrm>
    </dsp:sp>
    <dsp:sp modelId="{328DE1C4-364E-4493-9F45-8EC87FDCCF9E}">
      <dsp:nvSpPr>
        <dsp:cNvPr id="0" name=""/>
        <dsp:cNvSpPr/>
      </dsp:nvSpPr>
      <dsp:spPr>
        <a:xfrm>
          <a:off x="2611805" y="4522450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37947F5-43FB-418B-867F-58E06DF1D4CB}">
      <dsp:nvSpPr>
        <dsp:cNvPr id="0" name=""/>
        <dsp:cNvSpPr/>
      </dsp:nvSpPr>
      <dsp:spPr>
        <a:xfrm>
          <a:off x="2730234" y="4634957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Stack</a:t>
          </a:r>
          <a:endParaRPr lang="en-IN" sz="1100" kern="1200" dirty="0"/>
        </a:p>
      </dsp:txBody>
      <dsp:txXfrm>
        <a:off x="2750057" y="4654780"/>
        <a:ext cx="1026209" cy="637171"/>
      </dsp:txXfrm>
    </dsp:sp>
    <dsp:sp modelId="{718E56EA-BB80-402D-9CE9-54E1B80A0CDF}">
      <dsp:nvSpPr>
        <dsp:cNvPr id="0" name=""/>
        <dsp:cNvSpPr/>
      </dsp:nvSpPr>
      <dsp:spPr>
        <a:xfrm>
          <a:off x="4565873" y="2548842"/>
          <a:ext cx="1065855" cy="6768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CE6FF7-1B26-496B-B76A-3C468EFDF2E5}">
      <dsp:nvSpPr>
        <dsp:cNvPr id="0" name=""/>
        <dsp:cNvSpPr/>
      </dsp:nvSpPr>
      <dsp:spPr>
        <a:xfrm>
          <a:off x="4684301" y="2661348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Queue</a:t>
          </a:r>
        </a:p>
      </dsp:txBody>
      <dsp:txXfrm>
        <a:off x="4704124" y="2681171"/>
        <a:ext cx="1026209" cy="637171"/>
      </dsp:txXfrm>
    </dsp:sp>
    <dsp:sp modelId="{76AE8951-125B-4C52-B43D-E59C5D9BA73E}">
      <dsp:nvSpPr>
        <dsp:cNvPr id="0" name=""/>
        <dsp:cNvSpPr/>
      </dsp:nvSpPr>
      <dsp:spPr>
        <a:xfrm>
          <a:off x="3914517" y="3535646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B88314-041F-45AB-953D-BE6F77836D32}">
      <dsp:nvSpPr>
        <dsp:cNvPr id="0" name=""/>
        <dsp:cNvSpPr/>
      </dsp:nvSpPr>
      <dsp:spPr>
        <a:xfrm>
          <a:off x="4032945" y="3648153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PriorityQueue</a:t>
          </a:r>
          <a:endParaRPr lang="en-IN" sz="1100" kern="1200" dirty="0"/>
        </a:p>
      </dsp:txBody>
      <dsp:txXfrm>
        <a:off x="4052768" y="3667976"/>
        <a:ext cx="1026209" cy="637171"/>
      </dsp:txXfrm>
    </dsp:sp>
    <dsp:sp modelId="{8CD329CB-A2F2-4E3F-B78A-65BA5D737BFF}">
      <dsp:nvSpPr>
        <dsp:cNvPr id="0" name=""/>
        <dsp:cNvSpPr/>
      </dsp:nvSpPr>
      <dsp:spPr>
        <a:xfrm>
          <a:off x="5217229" y="3535646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EB8B5E-10B1-4478-8E90-8E71D3DC9EEB}">
      <dsp:nvSpPr>
        <dsp:cNvPr id="0" name=""/>
        <dsp:cNvSpPr/>
      </dsp:nvSpPr>
      <dsp:spPr>
        <a:xfrm>
          <a:off x="5335657" y="3648153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Deque</a:t>
          </a:r>
          <a:endParaRPr lang="en-IN" sz="1100" kern="1200" dirty="0"/>
        </a:p>
      </dsp:txBody>
      <dsp:txXfrm>
        <a:off x="5355480" y="3667976"/>
        <a:ext cx="1026209" cy="637171"/>
      </dsp:txXfrm>
    </dsp:sp>
    <dsp:sp modelId="{7B1F943E-DF00-4A66-A900-F8818988D88B}">
      <dsp:nvSpPr>
        <dsp:cNvPr id="0" name=""/>
        <dsp:cNvSpPr/>
      </dsp:nvSpPr>
      <dsp:spPr>
        <a:xfrm>
          <a:off x="8474008" y="2548842"/>
          <a:ext cx="1065855" cy="6768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E3F730-1221-4122-BB42-EF126AF841BC}">
      <dsp:nvSpPr>
        <dsp:cNvPr id="0" name=""/>
        <dsp:cNvSpPr/>
      </dsp:nvSpPr>
      <dsp:spPr>
        <a:xfrm>
          <a:off x="8592436" y="2661348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Set</a:t>
          </a:r>
        </a:p>
      </dsp:txBody>
      <dsp:txXfrm>
        <a:off x="8612259" y="2681171"/>
        <a:ext cx="1026209" cy="637171"/>
      </dsp:txXfrm>
    </dsp:sp>
    <dsp:sp modelId="{E29C0F05-F5F2-432D-98CB-C3D1F9F437D6}">
      <dsp:nvSpPr>
        <dsp:cNvPr id="0" name=""/>
        <dsp:cNvSpPr/>
      </dsp:nvSpPr>
      <dsp:spPr>
        <a:xfrm>
          <a:off x="6519941" y="3535646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05CBBB-3177-4471-B8F9-B6D4527E666A}">
      <dsp:nvSpPr>
        <dsp:cNvPr id="0" name=""/>
        <dsp:cNvSpPr/>
      </dsp:nvSpPr>
      <dsp:spPr>
        <a:xfrm>
          <a:off x="6638369" y="3648153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HashSet</a:t>
          </a:r>
          <a:endParaRPr lang="en-IN" sz="1100" kern="1200" dirty="0"/>
        </a:p>
      </dsp:txBody>
      <dsp:txXfrm>
        <a:off x="6658192" y="3667976"/>
        <a:ext cx="1026209" cy="637171"/>
      </dsp:txXfrm>
    </dsp:sp>
    <dsp:sp modelId="{D6795C9D-B8AC-4270-94FC-BBF760B1A543}">
      <dsp:nvSpPr>
        <dsp:cNvPr id="0" name=""/>
        <dsp:cNvSpPr/>
      </dsp:nvSpPr>
      <dsp:spPr>
        <a:xfrm>
          <a:off x="7822652" y="3535646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717F830-5B17-4889-AA30-CBC43BC67BCB}">
      <dsp:nvSpPr>
        <dsp:cNvPr id="0" name=""/>
        <dsp:cNvSpPr/>
      </dsp:nvSpPr>
      <dsp:spPr>
        <a:xfrm>
          <a:off x="7941081" y="3648153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LinkedHashSet</a:t>
          </a:r>
          <a:endParaRPr lang="en-IN" sz="1100" kern="1200" dirty="0"/>
        </a:p>
      </dsp:txBody>
      <dsp:txXfrm>
        <a:off x="7960904" y="3667976"/>
        <a:ext cx="1026209" cy="637171"/>
      </dsp:txXfrm>
    </dsp:sp>
    <dsp:sp modelId="{6EB475BA-950F-4679-9039-59F67E207753}">
      <dsp:nvSpPr>
        <dsp:cNvPr id="0" name=""/>
        <dsp:cNvSpPr/>
      </dsp:nvSpPr>
      <dsp:spPr>
        <a:xfrm>
          <a:off x="9125364" y="3535646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5C120A-E110-45A5-AB20-DEF2FF4E5367}">
      <dsp:nvSpPr>
        <dsp:cNvPr id="0" name=""/>
        <dsp:cNvSpPr/>
      </dsp:nvSpPr>
      <dsp:spPr>
        <a:xfrm>
          <a:off x="9243792" y="3648153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SortedSet</a:t>
          </a:r>
          <a:endParaRPr lang="en-IN" sz="1100" kern="1200" dirty="0"/>
        </a:p>
      </dsp:txBody>
      <dsp:txXfrm>
        <a:off x="9263615" y="3667976"/>
        <a:ext cx="1026209" cy="637171"/>
      </dsp:txXfrm>
    </dsp:sp>
    <dsp:sp modelId="{6E80438D-3676-452C-BD75-82B6F0DF360E}">
      <dsp:nvSpPr>
        <dsp:cNvPr id="0" name=""/>
        <dsp:cNvSpPr/>
      </dsp:nvSpPr>
      <dsp:spPr>
        <a:xfrm>
          <a:off x="10428076" y="3535646"/>
          <a:ext cx="1065855" cy="676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51BEDD-CC56-47E6-B7AD-3B4A0B1E652B}">
      <dsp:nvSpPr>
        <dsp:cNvPr id="0" name=""/>
        <dsp:cNvSpPr/>
      </dsp:nvSpPr>
      <dsp:spPr>
        <a:xfrm>
          <a:off x="10546504" y="3648153"/>
          <a:ext cx="1065855" cy="6768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 err="1"/>
            <a:t>TreeSet</a:t>
          </a:r>
          <a:endParaRPr lang="en-IN" sz="1100" kern="1200" dirty="0"/>
        </a:p>
      </dsp:txBody>
      <dsp:txXfrm>
        <a:off x="10566327" y="3667976"/>
        <a:ext cx="1026209" cy="6371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0F3C3-570E-4F63-8787-AC8AD2955065}">
      <dsp:nvSpPr>
        <dsp:cNvPr id="0" name=""/>
        <dsp:cNvSpPr/>
      </dsp:nvSpPr>
      <dsp:spPr>
        <a:xfrm>
          <a:off x="7060998" y="2461804"/>
          <a:ext cx="91440" cy="4583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833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D065C0-1E2E-429C-B9CB-651E207D057C}">
      <dsp:nvSpPr>
        <dsp:cNvPr id="0" name=""/>
        <dsp:cNvSpPr/>
      </dsp:nvSpPr>
      <dsp:spPr>
        <a:xfrm>
          <a:off x="4217511" y="1002755"/>
          <a:ext cx="2889206" cy="458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2340"/>
              </a:lnTo>
              <a:lnTo>
                <a:pt x="2889206" y="312340"/>
              </a:lnTo>
              <a:lnTo>
                <a:pt x="2889206" y="45833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111627-EBB9-47B4-8B5D-C7AA66EDB2F3}">
      <dsp:nvSpPr>
        <dsp:cNvPr id="0" name=""/>
        <dsp:cNvSpPr/>
      </dsp:nvSpPr>
      <dsp:spPr>
        <a:xfrm>
          <a:off x="4217511" y="1002755"/>
          <a:ext cx="963068" cy="458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2340"/>
              </a:lnTo>
              <a:lnTo>
                <a:pt x="963068" y="312340"/>
              </a:lnTo>
              <a:lnTo>
                <a:pt x="963068" y="45833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371E38-38B5-4E7D-BAA8-56FB6F5C70EC}">
      <dsp:nvSpPr>
        <dsp:cNvPr id="0" name=""/>
        <dsp:cNvSpPr/>
      </dsp:nvSpPr>
      <dsp:spPr>
        <a:xfrm>
          <a:off x="3254443" y="1002755"/>
          <a:ext cx="963068" cy="458333"/>
        </a:xfrm>
        <a:custGeom>
          <a:avLst/>
          <a:gdLst/>
          <a:ahLst/>
          <a:cxnLst/>
          <a:rect l="0" t="0" r="0" b="0"/>
          <a:pathLst>
            <a:path>
              <a:moveTo>
                <a:pt x="963068" y="0"/>
              </a:moveTo>
              <a:lnTo>
                <a:pt x="963068" y="312340"/>
              </a:lnTo>
              <a:lnTo>
                <a:pt x="0" y="312340"/>
              </a:lnTo>
              <a:lnTo>
                <a:pt x="0" y="45833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2D24A7-F89C-44E1-9EEE-A37872B33309}">
      <dsp:nvSpPr>
        <dsp:cNvPr id="0" name=""/>
        <dsp:cNvSpPr/>
      </dsp:nvSpPr>
      <dsp:spPr>
        <a:xfrm>
          <a:off x="1328305" y="1002755"/>
          <a:ext cx="2889206" cy="458333"/>
        </a:xfrm>
        <a:custGeom>
          <a:avLst/>
          <a:gdLst/>
          <a:ahLst/>
          <a:cxnLst/>
          <a:rect l="0" t="0" r="0" b="0"/>
          <a:pathLst>
            <a:path>
              <a:moveTo>
                <a:pt x="2889206" y="0"/>
              </a:moveTo>
              <a:lnTo>
                <a:pt x="2889206" y="312340"/>
              </a:lnTo>
              <a:lnTo>
                <a:pt x="0" y="312340"/>
              </a:lnTo>
              <a:lnTo>
                <a:pt x="0" y="45833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1D0A06-5769-4C58-A398-AC154A53C331}">
      <dsp:nvSpPr>
        <dsp:cNvPr id="0" name=""/>
        <dsp:cNvSpPr/>
      </dsp:nvSpPr>
      <dsp:spPr>
        <a:xfrm>
          <a:off x="3429546" y="2039"/>
          <a:ext cx="1575930" cy="10007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AD4DE77-89B9-4084-A8CA-2B0546BACC6F}">
      <dsp:nvSpPr>
        <dsp:cNvPr id="0" name=""/>
        <dsp:cNvSpPr/>
      </dsp:nvSpPr>
      <dsp:spPr>
        <a:xfrm>
          <a:off x="3604649" y="168387"/>
          <a:ext cx="1575930" cy="10007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Map</a:t>
          </a:r>
        </a:p>
      </dsp:txBody>
      <dsp:txXfrm>
        <a:off x="3633959" y="197697"/>
        <a:ext cx="1517310" cy="942096"/>
      </dsp:txXfrm>
    </dsp:sp>
    <dsp:sp modelId="{6045A89C-62D8-4E89-90D2-A4FBB4469978}">
      <dsp:nvSpPr>
        <dsp:cNvPr id="0" name=""/>
        <dsp:cNvSpPr/>
      </dsp:nvSpPr>
      <dsp:spPr>
        <a:xfrm>
          <a:off x="540340" y="1461088"/>
          <a:ext cx="1575930" cy="10007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C87EFF-18E8-45E3-9E39-0393E8915DAC}">
      <dsp:nvSpPr>
        <dsp:cNvPr id="0" name=""/>
        <dsp:cNvSpPr/>
      </dsp:nvSpPr>
      <dsp:spPr>
        <a:xfrm>
          <a:off x="715443" y="1627437"/>
          <a:ext cx="1575930" cy="10007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Hashtable</a:t>
          </a:r>
          <a:endParaRPr lang="en-IN" sz="1600" kern="1200" dirty="0"/>
        </a:p>
      </dsp:txBody>
      <dsp:txXfrm>
        <a:off x="744753" y="1656747"/>
        <a:ext cx="1517310" cy="942096"/>
      </dsp:txXfrm>
    </dsp:sp>
    <dsp:sp modelId="{AD2EFC9B-36DE-4941-80D6-AF0D6CFB982F}">
      <dsp:nvSpPr>
        <dsp:cNvPr id="0" name=""/>
        <dsp:cNvSpPr/>
      </dsp:nvSpPr>
      <dsp:spPr>
        <a:xfrm>
          <a:off x="2466477" y="1461088"/>
          <a:ext cx="1575930" cy="10007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A2122AB-BCBA-433F-A46B-4ACB13EB3DE3}">
      <dsp:nvSpPr>
        <dsp:cNvPr id="0" name=""/>
        <dsp:cNvSpPr/>
      </dsp:nvSpPr>
      <dsp:spPr>
        <a:xfrm>
          <a:off x="2641581" y="1627437"/>
          <a:ext cx="1575930" cy="10007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LinkedHashMap</a:t>
          </a:r>
          <a:endParaRPr lang="en-IN" sz="1600" kern="1200" dirty="0"/>
        </a:p>
      </dsp:txBody>
      <dsp:txXfrm>
        <a:off x="2670891" y="1656747"/>
        <a:ext cx="1517310" cy="942096"/>
      </dsp:txXfrm>
    </dsp:sp>
    <dsp:sp modelId="{B382D25B-A920-4C18-853B-138DD4CEAA54}">
      <dsp:nvSpPr>
        <dsp:cNvPr id="0" name=""/>
        <dsp:cNvSpPr/>
      </dsp:nvSpPr>
      <dsp:spPr>
        <a:xfrm>
          <a:off x="4392615" y="1461088"/>
          <a:ext cx="1575930" cy="10007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BBBDA4-4FE8-4C5B-8AB9-814DB6FC6891}">
      <dsp:nvSpPr>
        <dsp:cNvPr id="0" name=""/>
        <dsp:cNvSpPr/>
      </dsp:nvSpPr>
      <dsp:spPr>
        <a:xfrm>
          <a:off x="4567718" y="1627437"/>
          <a:ext cx="1575930" cy="10007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HashMap</a:t>
          </a:r>
          <a:endParaRPr lang="en-IN" sz="1600" kern="1200" dirty="0"/>
        </a:p>
      </dsp:txBody>
      <dsp:txXfrm>
        <a:off x="4597028" y="1656747"/>
        <a:ext cx="1517310" cy="942096"/>
      </dsp:txXfrm>
    </dsp:sp>
    <dsp:sp modelId="{C7C715BE-C160-4198-8033-1DDE76120412}">
      <dsp:nvSpPr>
        <dsp:cNvPr id="0" name=""/>
        <dsp:cNvSpPr/>
      </dsp:nvSpPr>
      <dsp:spPr>
        <a:xfrm>
          <a:off x="6318752" y="1461088"/>
          <a:ext cx="1575930" cy="10007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8FFE274-AE3D-4C35-82AC-2D4A8BB1FEFB}">
      <dsp:nvSpPr>
        <dsp:cNvPr id="0" name=""/>
        <dsp:cNvSpPr/>
      </dsp:nvSpPr>
      <dsp:spPr>
        <a:xfrm>
          <a:off x="6493856" y="1627437"/>
          <a:ext cx="1575930" cy="10007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SortedMap</a:t>
          </a:r>
          <a:endParaRPr lang="en-IN" sz="1600" kern="1200" dirty="0"/>
        </a:p>
      </dsp:txBody>
      <dsp:txXfrm>
        <a:off x="6523166" y="1656747"/>
        <a:ext cx="1517310" cy="942096"/>
      </dsp:txXfrm>
    </dsp:sp>
    <dsp:sp modelId="{F4C49BF9-B8E4-4E62-BDF8-36DF7131747E}">
      <dsp:nvSpPr>
        <dsp:cNvPr id="0" name=""/>
        <dsp:cNvSpPr/>
      </dsp:nvSpPr>
      <dsp:spPr>
        <a:xfrm>
          <a:off x="6318752" y="2920138"/>
          <a:ext cx="1575930" cy="100071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8E8C29-1CB9-475F-B8E9-F5A5448B06E4}">
      <dsp:nvSpPr>
        <dsp:cNvPr id="0" name=""/>
        <dsp:cNvSpPr/>
      </dsp:nvSpPr>
      <dsp:spPr>
        <a:xfrm>
          <a:off x="6493856" y="3086486"/>
          <a:ext cx="1575930" cy="10007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TreeMap</a:t>
          </a:r>
          <a:endParaRPr lang="en-IN" sz="1600" kern="1200" dirty="0"/>
        </a:p>
      </dsp:txBody>
      <dsp:txXfrm>
        <a:off x="6523166" y="3115796"/>
        <a:ext cx="1517310" cy="942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CF51D-2CA1-4036-9BAF-10979399AB3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FD81-BCC5-4427-8597-1D23DC5F3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26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6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7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6" y="776216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78055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208315"/>
            <a:ext cx="10437812" cy="58109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208315"/>
            <a:ext cx="1602997" cy="581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726" y="-36183"/>
            <a:ext cx="9613861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47041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033" y="270769"/>
            <a:ext cx="945384" cy="447331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8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8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0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6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11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43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2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03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7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46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55A1-778B-CBD3-2A30-970B27E7B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sz="4400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/&gt;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7B07-2AB6-250A-AB80-DE8B50BCA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Agency FB" panose="020B0503020202020204" pitchFamily="34" charset="0"/>
              </a:rPr>
              <a:t>Core JAVA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8916-F9E7-EBAC-BE3B-5EA90029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5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9174-4221-2E61-2BBA-A5675E5D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Collections Framework {</a:t>
            </a:r>
            <a:r>
              <a:rPr lang="en-IN" sz="2000" dirty="0"/>
              <a:t>Agenda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9D6B-D71E-9A8C-F04C-695B0CF7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7DBE-7876-EDF4-6E90-83F9BF3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0D294A9-1C75-20B8-E943-80AC12FC0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5949170"/>
              </p:ext>
            </p:extLst>
          </p:nvPr>
        </p:nvGraphicFramePr>
        <p:xfrm>
          <a:off x="311150" y="1044755"/>
          <a:ext cx="9045792" cy="5298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93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AC8B-BB9D-1C73-7C6C-6DA31094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/>
              <a:t>Collections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04C9-CF4E-F114-217D-A5DA9CBD3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 Java Collections Framework (</a:t>
            </a:r>
            <a:r>
              <a:rPr lang="en-US" sz="1800" b="1" dirty="0">
                <a:solidFill>
                  <a:schemeClr val="bg1"/>
                </a:solidFill>
              </a:rPr>
              <a:t>JCF</a:t>
            </a:r>
            <a:r>
              <a:rPr lang="en-US" sz="1800" dirty="0">
                <a:solidFill>
                  <a:schemeClr val="bg1"/>
                </a:solidFill>
              </a:rPr>
              <a:t>) is a unified architecture in Java for storing, managing, and manipulating groups of objects. Instead of writing your own data structures from scratch, JCF provides ready-made, well-tested classes and interfaces. Think of it as a toolbox of containers + algorithms that work together in a consistent way.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Core Purpose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 framework helps you: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Store multiple objects efficiently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Access and modify data easily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Use standard algorithms (sorting, searching, etc.)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Write cleaner and more maintainable code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Before collections, Java relied on older classes like Vector and </a:t>
            </a:r>
            <a:r>
              <a:rPr lang="en-US" sz="1800" dirty="0" err="1">
                <a:solidFill>
                  <a:schemeClr val="bg1"/>
                </a:solidFill>
              </a:rPr>
              <a:t>Hashtable</a:t>
            </a:r>
            <a:r>
              <a:rPr lang="en-US" sz="1800" dirty="0">
                <a:solidFill>
                  <a:schemeClr val="bg1"/>
                </a:solidFill>
              </a:rPr>
              <a:t>. The Collections Framework brought a more modern, flexible design.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28DD-DE8B-6C76-B10F-29710DE8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18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D1B4-9532-5749-D08D-1918B3B3B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9EE9A-933A-F66E-9ECE-92A9D670F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3452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Main Parts of the Framework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Interfaces</a:t>
            </a:r>
            <a:r>
              <a:rPr lang="en-US" sz="1800" dirty="0">
                <a:solidFill>
                  <a:schemeClr val="bg1"/>
                </a:solidFill>
              </a:rPr>
              <a:t> (The Blueprints) : These define what a collection can do.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Implementations</a:t>
            </a:r>
            <a:r>
              <a:rPr lang="en-US" sz="1800" dirty="0">
                <a:solidFill>
                  <a:schemeClr val="bg1"/>
                </a:solidFill>
              </a:rPr>
              <a:t> (The Actual Data Structures) : These are the concrete classes you actually use.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Algorithms</a:t>
            </a:r>
            <a:r>
              <a:rPr lang="en-US" sz="1800" dirty="0">
                <a:solidFill>
                  <a:schemeClr val="bg1"/>
                </a:solidFill>
              </a:rPr>
              <a:t> (Utility Methods) : Operations like sorting and searching that work across collections.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At the top sits the </a:t>
            </a:r>
            <a:r>
              <a:rPr lang="en-US" sz="1800" dirty="0" err="1">
                <a:solidFill>
                  <a:schemeClr val="bg1"/>
                </a:solidFill>
              </a:rPr>
              <a:t>Iterable</a:t>
            </a:r>
            <a:r>
              <a:rPr lang="en-US" sz="1800" dirty="0">
                <a:solidFill>
                  <a:schemeClr val="bg1"/>
                </a:solidFill>
              </a:rPr>
              <a:t> interface, which allows objects to be used in enhanced for-loops. Below it is the Collection interface, which splits into three major categories: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8728-4CCC-D318-05F2-84A1A2FD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54C40-94FF-18ED-46B3-1448DC7D0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554089"/>
              </p:ext>
            </p:extLst>
          </p:nvPr>
        </p:nvGraphicFramePr>
        <p:xfrm>
          <a:off x="285927" y="3613520"/>
          <a:ext cx="9613900" cy="25603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403475">
                  <a:extLst>
                    <a:ext uri="{9D8B030D-6E8A-4147-A177-3AD203B41FA5}">
                      <a16:colId xmlns:a16="http://schemas.microsoft.com/office/drawing/2014/main" val="1584420073"/>
                    </a:ext>
                  </a:extLst>
                </a:gridCol>
                <a:gridCol w="2403475">
                  <a:extLst>
                    <a:ext uri="{9D8B030D-6E8A-4147-A177-3AD203B41FA5}">
                      <a16:colId xmlns:a16="http://schemas.microsoft.com/office/drawing/2014/main" val="969145993"/>
                    </a:ext>
                  </a:extLst>
                </a:gridCol>
                <a:gridCol w="2403475">
                  <a:extLst>
                    <a:ext uri="{9D8B030D-6E8A-4147-A177-3AD203B41FA5}">
                      <a16:colId xmlns:a16="http://schemas.microsoft.com/office/drawing/2014/main" val="3854023428"/>
                    </a:ext>
                  </a:extLst>
                </a:gridCol>
                <a:gridCol w="2403475">
                  <a:extLst>
                    <a:ext uri="{9D8B030D-6E8A-4147-A177-3AD203B41FA5}">
                      <a16:colId xmlns:a16="http://schemas.microsoft.com/office/drawing/2014/main" val="1759377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Allows Duplicates?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Ordered?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4802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List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Sequence of elements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8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Unique elements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Depends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86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Queue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For processing elements (often FIFO)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Yes (processing order)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565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55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17EEB-E485-757D-0F43-907205B6B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Collections Family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53C72C1-EBA3-91AB-ACE2-2065C68293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021465"/>
              </p:ext>
            </p:extLst>
          </p:nvPr>
        </p:nvGraphicFramePr>
        <p:xfrm>
          <a:off x="364414" y="824234"/>
          <a:ext cx="11618742" cy="58870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CF247B9-DF68-1A8B-6236-5D984B62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EF7B0D-7251-3AD1-FF9D-772155B8AEE6}"/>
              </a:ext>
            </a:extLst>
          </p:cNvPr>
          <p:cNvGrpSpPr/>
          <p:nvPr/>
        </p:nvGrpSpPr>
        <p:grpSpPr>
          <a:xfrm>
            <a:off x="2263422" y="5153378"/>
            <a:ext cx="4041422" cy="1377244"/>
            <a:chOff x="2263422" y="5153378"/>
            <a:chExt cx="4041422" cy="137724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B6308E8-A88C-5AAA-9CDC-0AE2859797F9}"/>
                </a:ext>
              </a:extLst>
            </p:cNvPr>
            <p:cNvCxnSpPr>
              <a:cxnSpLocks/>
            </p:cNvCxnSpPr>
            <p:nvPr/>
          </p:nvCxnSpPr>
          <p:spPr>
            <a:xfrm>
              <a:off x="2263422" y="5153378"/>
              <a:ext cx="0" cy="137724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05A2F95-B9C4-410C-217A-6AA405A9ED65}"/>
                </a:ext>
              </a:extLst>
            </p:cNvPr>
            <p:cNvCxnSpPr/>
            <p:nvPr/>
          </p:nvCxnSpPr>
          <p:spPr>
            <a:xfrm>
              <a:off x="2263422" y="6530622"/>
              <a:ext cx="4041422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D781963-F85F-BAA7-E267-1106DC4F006E}"/>
                </a:ext>
              </a:extLst>
            </p:cNvPr>
            <p:cNvCxnSpPr/>
            <p:nvPr/>
          </p:nvCxnSpPr>
          <p:spPr>
            <a:xfrm flipV="1">
              <a:off x="6304844" y="5153378"/>
              <a:ext cx="0" cy="137724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0367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1BF24-D06D-9700-8FDB-D786D57C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A0EC-E3F6-07C2-EBF6-96F524510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Map Family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562FC68-9FE6-B5E3-327C-D4B294C885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629636"/>
              </p:ext>
            </p:extLst>
          </p:nvPr>
        </p:nvGraphicFramePr>
        <p:xfrm>
          <a:off x="1476670" y="1680090"/>
          <a:ext cx="8610127" cy="408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68F8B77-66BF-4F1E-1D15-0B05F808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FAB75-C276-C492-98E6-D6EEA0ED30A5}"/>
              </a:ext>
            </a:extLst>
          </p:cNvPr>
          <p:cNvSpPr txBox="1"/>
          <p:nvPr/>
        </p:nvSpPr>
        <p:spPr>
          <a:xfrm>
            <a:off x="22709" y="942915"/>
            <a:ext cx="822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Separate from Collection is the </a:t>
            </a:r>
            <a:r>
              <a:rPr lang="en-US" b="1" dirty="0">
                <a:solidFill>
                  <a:schemeClr val="bg1"/>
                </a:solidFill>
              </a:rPr>
              <a:t>Map</a:t>
            </a:r>
            <a:r>
              <a:rPr lang="en-US" dirty="0">
                <a:solidFill>
                  <a:schemeClr val="bg1"/>
                </a:solidFill>
              </a:rPr>
              <a:t> interface, which stores </a:t>
            </a:r>
            <a:r>
              <a:rPr lang="en-US" b="1" dirty="0">
                <a:solidFill>
                  <a:schemeClr val="bg1"/>
                </a:solidFill>
              </a:rPr>
              <a:t>key–value pairs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75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0AA1-F274-0B08-2C0D-9E66DD638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76245-D003-664D-D039-512C787A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682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Lists maintain insertion order and allow duplicates. Important implementation classes are:-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ArrayList</a:t>
            </a:r>
            <a:endParaRPr lang="en-US" sz="1800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Backed by a dynamic array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Fast for reading (O(1) access)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Slower when inserting/removing in the middle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lang="en-US" sz="1800" b="1" dirty="0">
                <a:solidFill>
                  <a:schemeClr val="bg1"/>
                </a:solidFill>
              </a:rPr>
              <a:t>Best for:</a:t>
            </a:r>
            <a:r>
              <a:rPr lang="en-US" sz="1800" dirty="0">
                <a:solidFill>
                  <a:schemeClr val="bg1"/>
                </a:solidFill>
              </a:rPr>
              <a:t> Frequent reads, fewer insertions/deletions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LinkedList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Doubly linked list structure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Fast insertions/removals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Slower random access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lang="en-US" sz="1800" b="1" dirty="0">
                <a:solidFill>
                  <a:schemeClr val="bg1"/>
                </a:solidFill>
              </a:rPr>
              <a:t>Best for</a:t>
            </a:r>
            <a:r>
              <a:rPr lang="en-US" sz="1800" dirty="0">
                <a:solidFill>
                  <a:schemeClr val="bg1"/>
                </a:solidFill>
              </a:rPr>
              <a:t>: Frequent modifications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Vector (Legacy)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Similar to </a:t>
            </a:r>
            <a:r>
              <a:rPr lang="en-US" sz="1800" dirty="0" err="1">
                <a:solidFill>
                  <a:schemeClr val="bg1"/>
                </a:solidFill>
              </a:rPr>
              <a:t>ArrayList</a:t>
            </a:r>
            <a:r>
              <a:rPr lang="en-US" sz="1800" dirty="0">
                <a:solidFill>
                  <a:schemeClr val="bg1"/>
                </a:solidFill>
              </a:rPr>
              <a:t> but synchronized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B0B7B-458D-33E1-25AB-598341268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68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3F37-7796-5D54-1646-D2CFDA5E6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List {</a:t>
            </a:r>
            <a:r>
              <a:rPr lang="en-IN" sz="2000" dirty="0"/>
              <a:t>Quick comparison</a:t>
            </a:r>
            <a:r>
              <a:rPr lang="en-IN" sz="2400" dirty="0"/>
              <a:t>}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F3C762-B6A7-57AA-270F-D49B7A926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286076"/>
              </p:ext>
            </p:extLst>
          </p:nvPr>
        </p:nvGraphicFramePr>
        <p:xfrm>
          <a:off x="412424" y="1359250"/>
          <a:ext cx="10702364" cy="391700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675591">
                  <a:extLst>
                    <a:ext uri="{9D8B030D-6E8A-4147-A177-3AD203B41FA5}">
                      <a16:colId xmlns:a16="http://schemas.microsoft.com/office/drawing/2014/main" val="40159169"/>
                    </a:ext>
                  </a:extLst>
                </a:gridCol>
                <a:gridCol w="2675591">
                  <a:extLst>
                    <a:ext uri="{9D8B030D-6E8A-4147-A177-3AD203B41FA5}">
                      <a16:colId xmlns:a16="http://schemas.microsoft.com/office/drawing/2014/main" val="750148043"/>
                    </a:ext>
                  </a:extLst>
                </a:gridCol>
                <a:gridCol w="2675591">
                  <a:extLst>
                    <a:ext uri="{9D8B030D-6E8A-4147-A177-3AD203B41FA5}">
                      <a16:colId xmlns:a16="http://schemas.microsoft.com/office/drawing/2014/main" val="2278738243"/>
                    </a:ext>
                  </a:extLst>
                </a:gridCol>
                <a:gridCol w="2675591">
                  <a:extLst>
                    <a:ext uri="{9D8B030D-6E8A-4147-A177-3AD203B41FA5}">
                      <a16:colId xmlns:a16="http://schemas.microsoft.com/office/drawing/2014/main" val="871187137"/>
                    </a:ext>
                  </a:extLst>
                </a:gridCol>
              </a:tblGrid>
              <a:tr h="580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ArrayList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LinkedList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810652"/>
                  </a:ext>
                </a:extLst>
              </a:tr>
              <a:tr h="580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Internal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Dynamic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Doubly 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Dynamic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669183"/>
                  </a:ext>
                </a:extLst>
              </a:tr>
              <a:tr h="580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Fast Random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908961"/>
                  </a:ext>
                </a:extLst>
              </a:tr>
              <a:tr h="1015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Fast Insert/Delete Middle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502714"/>
                  </a:ext>
                </a:extLst>
              </a:tr>
              <a:tr h="580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Thread-Safe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774623"/>
                  </a:ext>
                </a:extLst>
              </a:tr>
              <a:tr h="580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Modern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⭐ Very common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⭐ Common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⚠️ Mostly legacy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178680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07AA8FE-52E1-5FD6-68DD-3AB28394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65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5D96-DF0D-6307-07D3-CE56468B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List {</a:t>
            </a:r>
            <a:r>
              <a:rPr lang="en-IN" sz="2000" dirty="0" err="1"/>
              <a:t>Arraylist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86B54-C9D1-3071-6922-39D61AA6E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880322"/>
            <a:ext cx="11784691" cy="592940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dirty="0" err="1">
                <a:solidFill>
                  <a:schemeClr val="bg1"/>
                </a:solidFill>
              </a:rPr>
              <a:t>ArrayList</a:t>
            </a:r>
            <a:r>
              <a:rPr lang="en-US" sz="3800" dirty="0">
                <a:solidFill>
                  <a:schemeClr val="bg1"/>
                </a:solidFill>
              </a:rPr>
              <a:t> uses a </a:t>
            </a:r>
            <a:r>
              <a:rPr lang="en-US" sz="3800" b="1" dirty="0">
                <a:solidFill>
                  <a:schemeClr val="bg1"/>
                </a:solidFill>
              </a:rPr>
              <a:t>dynamic array</a:t>
            </a:r>
            <a:r>
              <a:rPr lang="en-US" sz="3800" dirty="0">
                <a:solidFill>
                  <a:schemeClr val="bg1"/>
                </a:solidFill>
              </a:rPr>
              <a:t> internally. It is great for fast lookups.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2700" dirty="0" err="1">
                <a:solidFill>
                  <a:schemeClr val="bg1"/>
                </a:solidFill>
              </a:rPr>
              <a:t>ArrayList</a:t>
            </a:r>
            <a:r>
              <a:rPr lang="en-IN" sz="2700" dirty="0">
                <a:solidFill>
                  <a:schemeClr val="bg1"/>
                </a:solidFill>
              </a:rPr>
              <a:t>&lt;String&gt; names = new </a:t>
            </a:r>
            <a:r>
              <a:rPr lang="en-IN" sz="2700" dirty="0" err="1">
                <a:solidFill>
                  <a:schemeClr val="bg1"/>
                </a:solidFill>
              </a:rPr>
              <a:t>ArrayList</a:t>
            </a:r>
            <a:r>
              <a:rPr lang="en-IN" sz="2700" dirty="0">
                <a:solidFill>
                  <a:schemeClr val="bg1"/>
                </a:solidFill>
              </a:rPr>
              <a:t>&lt;&gt;();</a:t>
            </a:r>
          </a:p>
          <a:p>
            <a:pPr marL="0" indent="0">
              <a:buNone/>
            </a:pPr>
            <a:r>
              <a:rPr lang="en-IN" sz="2700" dirty="0">
                <a:solidFill>
                  <a:schemeClr val="bg1"/>
                </a:solidFill>
              </a:rPr>
              <a:t>// Adding elements</a:t>
            </a:r>
          </a:p>
          <a:p>
            <a:pPr marL="0" indent="0">
              <a:buNone/>
            </a:pPr>
            <a:r>
              <a:rPr lang="en-IN" sz="2700" dirty="0" err="1">
                <a:solidFill>
                  <a:schemeClr val="bg1"/>
                </a:solidFill>
              </a:rPr>
              <a:t>names.add</a:t>
            </a:r>
            <a:r>
              <a:rPr lang="en-IN" sz="2700" dirty="0">
                <a:solidFill>
                  <a:schemeClr val="bg1"/>
                </a:solidFill>
              </a:rPr>
              <a:t>("Alice");</a:t>
            </a:r>
          </a:p>
          <a:p>
            <a:pPr marL="0" indent="0">
              <a:buNone/>
            </a:pPr>
            <a:r>
              <a:rPr lang="en-IN" sz="2700" dirty="0" err="1">
                <a:solidFill>
                  <a:schemeClr val="bg1"/>
                </a:solidFill>
              </a:rPr>
              <a:t>names.add</a:t>
            </a:r>
            <a:r>
              <a:rPr lang="en-IN" sz="2700" dirty="0">
                <a:solidFill>
                  <a:schemeClr val="bg1"/>
                </a:solidFill>
              </a:rPr>
              <a:t>("Bob");</a:t>
            </a:r>
          </a:p>
          <a:p>
            <a:pPr marL="0" indent="0">
              <a:buNone/>
            </a:pPr>
            <a:r>
              <a:rPr lang="en-IN" sz="2700" dirty="0" err="1">
                <a:solidFill>
                  <a:schemeClr val="bg1"/>
                </a:solidFill>
              </a:rPr>
              <a:t>names.add</a:t>
            </a:r>
            <a:r>
              <a:rPr lang="en-IN" sz="2700" dirty="0">
                <a:solidFill>
                  <a:schemeClr val="bg1"/>
                </a:solidFill>
              </a:rPr>
              <a:t>("Charlie");</a:t>
            </a:r>
          </a:p>
          <a:p>
            <a:pPr marL="0" indent="0">
              <a:buNone/>
            </a:pPr>
            <a:endParaRPr lang="en-IN" sz="27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2700" dirty="0">
                <a:solidFill>
                  <a:schemeClr val="bg1"/>
                </a:solidFill>
              </a:rPr>
              <a:t>// Accessing by index</a:t>
            </a:r>
          </a:p>
          <a:p>
            <a:pPr marL="0" indent="0">
              <a:buNone/>
            </a:pPr>
            <a:r>
              <a:rPr lang="en-IN" sz="2700" dirty="0" err="1">
                <a:solidFill>
                  <a:schemeClr val="bg1"/>
                </a:solidFill>
              </a:rPr>
              <a:t>System.out.println</a:t>
            </a:r>
            <a:r>
              <a:rPr lang="en-IN" sz="2700" dirty="0">
                <a:solidFill>
                  <a:schemeClr val="bg1"/>
                </a:solidFill>
              </a:rPr>
              <a:t>("First element: " + </a:t>
            </a:r>
            <a:r>
              <a:rPr lang="en-IN" sz="2700" dirty="0" err="1">
                <a:solidFill>
                  <a:schemeClr val="bg1"/>
                </a:solidFill>
              </a:rPr>
              <a:t>names.get</a:t>
            </a:r>
            <a:r>
              <a:rPr lang="en-IN" sz="2700" dirty="0">
                <a:solidFill>
                  <a:schemeClr val="bg1"/>
                </a:solidFill>
              </a:rPr>
              <a:t>(0));</a:t>
            </a:r>
          </a:p>
          <a:p>
            <a:pPr marL="0" indent="0">
              <a:buNone/>
            </a:pPr>
            <a:endParaRPr lang="en-IN" sz="27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2700" dirty="0">
                <a:solidFill>
                  <a:schemeClr val="bg1"/>
                </a:solidFill>
              </a:rPr>
              <a:t>// Updating an element</a:t>
            </a:r>
          </a:p>
          <a:p>
            <a:pPr marL="0" indent="0">
              <a:buNone/>
            </a:pPr>
            <a:r>
              <a:rPr lang="en-IN" sz="2700" dirty="0" err="1">
                <a:solidFill>
                  <a:schemeClr val="bg1"/>
                </a:solidFill>
              </a:rPr>
              <a:t>names.set</a:t>
            </a:r>
            <a:r>
              <a:rPr lang="en-IN" sz="2700" dirty="0">
                <a:solidFill>
                  <a:schemeClr val="bg1"/>
                </a:solidFill>
              </a:rPr>
              <a:t>(1, "Brian");</a:t>
            </a:r>
          </a:p>
          <a:p>
            <a:pPr marL="0" indent="0">
              <a:buNone/>
            </a:pPr>
            <a:endParaRPr lang="en-IN" sz="27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2700" dirty="0">
                <a:solidFill>
                  <a:schemeClr val="bg1"/>
                </a:solidFill>
              </a:rPr>
              <a:t>// Removing an element</a:t>
            </a:r>
          </a:p>
          <a:p>
            <a:pPr marL="0" indent="0">
              <a:buNone/>
            </a:pPr>
            <a:r>
              <a:rPr lang="en-IN" sz="2700" dirty="0" err="1">
                <a:solidFill>
                  <a:schemeClr val="bg1"/>
                </a:solidFill>
              </a:rPr>
              <a:t>names.remove</a:t>
            </a:r>
            <a:r>
              <a:rPr lang="en-IN" sz="2700" dirty="0">
                <a:solidFill>
                  <a:schemeClr val="bg1"/>
                </a:solidFill>
              </a:rPr>
              <a:t>("Charlie");</a:t>
            </a:r>
          </a:p>
          <a:p>
            <a:pPr marL="0" indent="0">
              <a:buNone/>
            </a:pPr>
            <a:r>
              <a:rPr lang="en-IN" sz="2700" dirty="0">
                <a:solidFill>
                  <a:schemeClr val="bg1"/>
                </a:solidFill>
              </a:rPr>
              <a:t>        </a:t>
            </a:r>
          </a:p>
          <a:p>
            <a:pPr marL="0" indent="0">
              <a:buNone/>
            </a:pPr>
            <a:r>
              <a:rPr lang="en-IN" sz="2700" dirty="0">
                <a:solidFill>
                  <a:schemeClr val="bg1"/>
                </a:solidFill>
              </a:rPr>
              <a:t>// Iterating</a:t>
            </a:r>
          </a:p>
          <a:p>
            <a:pPr marL="0" indent="0">
              <a:buNone/>
            </a:pPr>
            <a:r>
              <a:rPr lang="en-IN" sz="2700" dirty="0">
                <a:solidFill>
                  <a:schemeClr val="bg1"/>
                </a:solidFill>
              </a:rPr>
              <a:t>for (String name : names) {</a:t>
            </a:r>
          </a:p>
          <a:p>
            <a:pPr marL="0" indent="0">
              <a:buNone/>
            </a:pPr>
            <a:r>
              <a:rPr lang="en-IN" sz="2700" dirty="0">
                <a:solidFill>
                  <a:schemeClr val="bg1"/>
                </a:solidFill>
              </a:rPr>
              <a:t>       </a:t>
            </a:r>
            <a:r>
              <a:rPr lang="en-IN" sz="2700" dirty="0" err="1">
                <a:solidFill>
                  <a:schemeClr val="bg1"/>
                </a:solidFill>
              </a:rPr>
              <a:t>System.out.println</a:t>
            </a:r>
            <a:r>
              <a:rPr lang="en-IN" sz="2700" dirty="0">
                <a:solidFill>
                  <a:schemeClr val="bg1"/>
                </a:solidFill>
              </a:rPr>
              <a:t>(name);</a:t>
            </a:r>
          </a:p>
          <a:p>
            <a:pPr marL="0" indent="0">
              <a:buNone/>
            </a:pPr>
            <a:r>
              <a:rPr lang="en-IN" sz="27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190DF-4587-8923-DC93-7674E7711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48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AB514-9A7F-2C8B-F4CC-CA526075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List {</a:t>
            </a:r>
            <a:r>
              <a:rPr lang="en-IN" sz="2000" dirty="0"/>
              <a:t>LinkedList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DD22F-1014-458F-C82C-59542FF59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LinkedList is a </a:t>
            </a:r>
            <a:r>
              <a:rPr lang="en-US" sz="1800" b="1" dirty="0">
                <a:solidFill>
                  <a:schemeClr val="bg1"/>
                </a:solidFill>
              </a:rPr>
              <a:t>doubly linked list</a:t>
            </a:r>
            <a:r>
              <a:rPr lang="en-US" sz="1800" dirty="0">
                <a:solidFill>
                  <a:schemeClr val="bg1"/>
                </a:solidFill>
              </a:rPr>
              <a:t>. It is best for frequent insertions/deletions, especially at beginning or middle.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DB0A9-F151-C6F5-D942-BFC10578506E}"/>
              </a:ext>
            </a:extLst>
          </p:cNvPr>
          <p:cNvSpPr txBox="1"/>
          <p:nvPr/>
        </p:nvSpPr>
        <p:spPr>
          <a:xfrm>
            <a:off x="244218" y="1635696"/>
            <a:ext cx="5617030" cy="397031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LinkedList&lt;String&gt; fruits = new LinkedList&lt;&gt;();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// Adding elements</a:t>
            </a:r>
          </a:p>
          <a:p>
            <a:r>
              <a:rPr lang="en-IN" dirty="0" err="1">
                <a:solidFill>
                  <a:schemeClr val="bg1"/>
                </a:solidFill>
              </a:rPr>
              <a:t>fruits.add</a:t>
            </a:r>
            <a:r>
              <a:rPr lang="en-IN" dirty="0">
                <a:solidFill>
                  <a:schemeClr val="bg1"/>
                </a:solidFill>
              </a:rPr>
              <a:t>("Apple");</a:t>
            </a:r>
          </a:p>
          <a:p>
            <a:r>
              <a:rPr lang="en-IN" dirty="0" err="1">
                <a:solidFill>
                  <a:schemeClr val="bg1"/>
                </a:solidFill>
              </a:rPr>
              <a:t>fruits.add</a:t>
            </a:r>
            <a:r>
              <a:rPr lang="en-IN" dirty="0">
                <a:solidFill>
                  <a:schemeClr val="bg1"/>
                </a:solidFill>
              </a:rPr>
              <a:t>("Banana");</a:t>
            </a:r>
          </a:p>
          <a:p>
            <a:r>
              <a:rPr lang="en-IN" dirty="0" err="1">
                <a:solidFill>
                  <a:schemeClr val="bg1"/>
                </a:solidFill>
              </a:rPr>
              <a:t>fruits.add</a:t>
            </a:r>
            <a:r>
              <a:rPr lang="en-IN" dirty="0">
                <a:solidFill>
                  <a:schemeClr val="bg1"/>
                </a:solidFill>
              </a:rPr>
              <a:t>("Mango");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// Add at first and last</a:t>
            </a:r>
          </a:p>
          <a:p>
            <a:r>
              <a:rPr lang="en-IN" dirty="0" err="1">
                <a:solidFill>
                  <a:schemeClr val="bg1"/>
                </a:solidFill>
              </a:rPr>
              <a:t>fruits.addFirst</a:t>
            </a:r>
            <a:r>
              <a:rPr lang="en-IN" dirty="0">
                <a:solidFill>
                  <a:schemeClr val="bg1"/>
                </a:solidFill>
              </a:rPr>
              <a:t>("Orange");</a:t>
            </a:r>
          </a:p>
          <a:p>
            <a:r>
              <a:rPr lang="en-IN" dirty="0" err="1">
                <a:solidFill>
                  <a:schemeClr val="bg1"/>
                </a:solidFill>
              </a:rPr>
              <a:t>fruits.addLast</a:t>
            </a:r>
            <a:r>
              <a:rPr lang="en-IN" dirty="0">
                <a:solidFill>
                  <a:schemeClr val="bg1"/>
                </a:solidFill>
              </a:rPr>
              <a:t>("Grapes");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// Accessing elements</a:t>
            </a:r>
          </a:p>
          <a:p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("First fruit: " + </a:t>
            </a:r>
            <a:r>
              <a:rPr lang="en-IN" dirty="0" err="1">
                <a:solidFill>
                  <a:schemeClr val="bg1"/>
                </a:solidFill>
              </a:rPr>
              <a:t>fruits.getFirst</a:t>
            </a:r>
            <a:r>
              <a:rPr lang="en-IN" dirty="0">
                <a:solidFill>
                  <a:schemeClr val="bg1"/>
                </a:solidFill>
              </a:rPr>
              <a:t>());</a:t>
            </a:r>
          </a:p>
          <a:p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("Last fruit: " + </a:t>
            </a:r>
            <a:r>
              <a:rPr lang="en-IN" dirty="0" err="1">
                <a:solidFill>
                  <a:schemeClr val="bg1"/>
                </a:solidFill>
              </a:rPr>
              <a:t>fruits.getLast</a:t>
            </a:r>
            <a:r>
              <a:rPr lang="en-IN" dirty="0">
                <a:solidFill>
                  <a:schemeClr val="bg1"/>
                </a:solidFill>
              </a:rPr>
              <a:t>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397B7-FC80-AD07-75EE-E32E743CE947}"/>
              </a:ext>
            </a:extLst>
          </p:cNvPr>
          <p:cNvSpPr txBox="1"/>
          <p:nvPr/>
        </p:nvSpPr>
        <p:spPr>
          <a:xfrm>
            <a:off x="5929071" y="1635696"/>
            <a:ext cx="5617030" cy="230832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// Removing elements</a:t>
            </a:r>
          </a:p>
          <a:p>
            <a:r>
              <a:rPr lang="en-IN" dirty="0" err="1">
                <a:solidFill>
                  <a:schemeClr val="bg1"/>
                </a:solidFill>
              </a:rPr>
              <a:t>fruits.removeFirst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r>
              <a:rPr lang="en-IN" dirty="0" err="1">
                <a:solidFill>
                  <a:schemeClr val="bg1"/>
                </a:solidFill>
              </a:rPr>
              <a:t>fruits.removeLast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// Iterating</a:t>
            </a:r>
          </a:p>
          <a:p>
            <a:r>
              <a:rPr lang="en-IN" dirty="0">
                <a:solidFill>
                  <a:schemeClr val="bg1"/>
                </a:solidFill>
              </a:rPr>
              <a:t>for (String fruit : fruits) {</a:t>
            </a:r>
          </a:p>
          <a:p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(fruit);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CE1636F-5DFB-3F8A-7452-FB97814F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893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1A36-D456-0893-8DEB-85F469AC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List { </a:t>
            </a:r>
            <a:r>
              <a:rPr lang="en-IN" sz="2000" dirty="0"/>
              <a:t>Vector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E8D54-273F-DCF8-9170-BB46E1BB5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Vector is like </a:t>
            </a:r>
            <a:r>
              <a:rPr lang="en-US" dirty="0" err="1">
                <a:solidFill>
                  <a:schemeClr val="bg1"/>
                </a:solidFill>
              </a:rPr>
              <a:t>ArrayList</a:t>
            </a:r>
            <a:r>
              <a:rPr lang="en-US" dirty="0">
                <a:solidFill>
                  <a:schemeClr val="bg1"/>
                </a:solidFill>
              </a:rPr>
              <a:t> but </a:t>
            </a:r>
            <a:r>
              <a:rPr lang="en-US" b="1" dirty="0">
                <a:solidFill>
                  <a:schemeClr val="bg1"/>
                </a:solidFill>
              </a:rPr>
              <a:t>thread-safe (synchronized)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E5FDC-0384-1B0A-C360-831D0E48E00D}"/>
              </a:ext>
            </a:extLst>
          </p:cNvPr>
          <p:cNvSpPr txBox="1"/>
          <p:nvPr/>
        </p:nvSpPr>
        <p:spPr>
          <a:xfrm>
            <a:off x="147666" y="1647056"/>
            <a:ext cx="6434877" cy="452431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Vector&lt;Integer&gt; numbers = new Vector&lt;&gt;();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Adding elements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numbers.add</a:t>
            </a:r>
            <a:r>
              <a:rPr lang="en-IN" sz="1600" dirty="0">
                <a:solidFill>
                  <a:schemeClr val="bg1"/>
                </a:solidFill>
              </a:rPr>
              <a:t>(10);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numbers.add</a:t>
            </a:r>
            <a:r>
              <a:rPr lang="en-IN" sz="1600" dirty="0">
                <a:solidFill>
                  <a:schemeClr val="bg1"/>
                </a:solidFill>
              </a:rPr>
              <a:t>(20);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numbers.add</a:t>
            </a:r>
            <a:r>
              <a:rPr lang="en-IN" sz="1600" dirty="0">
                <a:solidFill>
                  <a:schemeClr val="bg1"/>
                </a:solidFill>
              </a:rPr>
              <a:t>(30);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Accessing elements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("Element at index 1: " + </a:t>
            </a:r>
            <a:r>
              <a:rPr lang="en-IN" sz="1600" dirty="0" err="1">
                <a:solidFill>
                  <a:schemeClr val="bg1"/>
                </a:solidFill>
              </a:rPr>
              <a:t>numbers.get</a:t>
            </a:r>
            <a:r>
              <a:rPr lang="en-IN" sz="1600" dirty="0">
                <a:solidFill>
                  <a:schemeClr val="bg1"/>
                </a:solidFill>
              </a:rPr>
              <a:t>(1));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Updating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numbers.set</a:t>
            </a:r>
            <a:r>
              <a:rPr lang="en-IN" sz="1600" dirty="0">
                <a:solidFill>
                  <a:schemeClr val="bg1"/>
                </a:solidFill>
              </a:rPr>
              <a:t>(2, 99);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Removing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numbers.remove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Integer.valueOf</a:t>
            </a:r>
            <a:r>
              <a:rPr lang="en-IN" sz="1600" dirty="0">
                <a:solidFill>
                  <a:schemeClr val="bg1"/>
                </a:solidFill>
              </a:rPr>
              <a:t>(10));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Iterating using </a:t>
            </a:r>
            <a:r>
              <a:rPr lang="en-IN" sz="1600" dirty="0" err="1">
                <a:solidFill>
                  <a:schemeClr val="bg1"/>
                </a:solidFill>
              </a:rPr>
              <a:t>forEach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 err="1">
                <a:solidFill>
                  <a:schemeClr val="bg1"/>
                </a:solidFill>
              </a:rPr>
              <a:t>numbers.forEach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num</a:t>
            </a:r>
            <a:r>
              <a:rPr lang="en-IN" sz="1600" dirty="0">
                <a:solidFill>
                  <a:schemeClr val="bg1"/>
                </a:solidFill>
              </a:rPr>
              <a:t> -&gt;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num</a:t>
            </a:r>
            <a:r>
              <a:rPr lang="en-IN" sz="1600" dirty="0">
                <a:solidFill>
                  <a:schemeClr val="bg1"/>
                </a:solidFill>
              </a:rPr>
              <a:t>));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1E4BD5D-AB02-35A9-2D8C-0AD17EBB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242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2AB5-6D25-5023-A3C2-BCDE8D8A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FCA33-D2F4-9DBD-D391-4AD25AA08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653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Sets prevent duplicate elements.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HashSet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Uses hashing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No guaranteed order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Very fast performance</a:t>
            </a:r>
          </a:p>
          <a:p>
            <a:pPr marL="0" indent="0">
              <a:buNone/>
            </a:pPr>
            <a:r>
              <a:rPr lang="en-IN" sz="1800" b="1" dirty="0" err="1">
                <a:solidFill>
                  <a:schemeClr val="bg1"/>
                </a:solidFill>
              </a:rPr>
              <a:t>LinkedHashSet</a:t>
            </a:r>
            <a:endParaRPr lang="en-IN" sz="1800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Maintains insertion order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Slightly slower than HashSet</a:t>
            </a:r>
          </a:p>
          <a:p>
            <a:pPr marL="0" indent="0">
              <a:buNone/>
            </a:pPr>
            <a:r>
              <a:rPr lang="en-IN" sz="1800" b="1" dirty="0" err="1">
                <a:solidFill>
                  <a:schemeClr val="bg1"/>
                </a:solidFill>
              </a:rPr>
              <a:t>TreeSet</a:t>
            </a:r>
            <a:endParaRPr lang="en-IN" sz="1800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Stores elements in sorted order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Uses a self-balancing tree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Slower than hash-based sets but keeps order</a:t>
            </a:r>
          </a:p>
          <a:p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1FD9-1BA9-16B2-5ACC-9DB688D920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13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BF00-7988-6C57-325C-16CC6A19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Set {</a:t>
            </a:r>
            <a:r>
              <a:rPr lang="en-IN" sz="2000" dirty="0"/>
              <a:t>Quick</a:t>
            </a:r>
            <a:r>
              <a:rPr lang="en-IN" sz="2400" dirty="0"/>
              <a:t> </a:t>
            </a:r>
            <a:r>
              <a:rPr lang="en-IN" sz="2000" dirty="0"/>
              <a:t>comparison</a:t>
            </a:r>
            <a:r>
              <a:rPr lang="en-IN" sz="2400" dirty="0"/>
              <a:t>}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DDFF3F-6EAC-5D84-867F-74D4688F2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4629070"/>
              </p:ext>
            </p:extLst>
          </p:nvPr>
        </p:nvGraphicFramePr>
        <p:xfrm>
          <a:off x="778092" y="1742683"/>
          <a:ext cx="10327340" cy="337263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581835">
                  <a:extLst>
                    <a:ext uri="{9D8B030D-6E8A-4147-A177-3AD203B41FA5}">
                      <a16:colId xmlns:a16="http://schemas.microsoft.com/office/drawing/2014/main" val="1299247360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3276144931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178759748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3441191485"/>
                    </a:ext>
                  </a:extLst>
                </a:gridCol>
              </a:tblGrid>
              <a:tr h="586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HashSet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LinkedHashSet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TreeSet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131781"/>
                  </a:ext>
                </a:extLst>
              </a:tr>
              <a:tr h="586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Allows Duplicates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328270"/>
                  </a:ext>
                </a:extLst>
              </a:tr>
              <a:tr h="586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 Maintained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Insertion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Sorted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718489"/>
                  </a:ext>
                </a:extLst>
              </a:tr>
              <a:tr h="586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🚀 Fastest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🚀 Slightly 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🐢 Slower (sorting)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19976"/>
                  </a:ext>
                </a:extLst>
              </a:tr>
              <a:tr h="1026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Internal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Hash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Hash table + 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Red-Black Tree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5446903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688B51-6F36-0E20-35E3-F4E0514F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018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3F5-D8E8-E4B1-468E-944C9786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Set {</a:t>
            </a:r>
            <a:r>
              <a:rPr lang="en-IN" sz="2000" dirty="0" err="1"/>
              <a:t>Hashset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0EFB3-98F0-D3E7-FAA5-F6902224E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HashSet stores elements using </a:t>
            </a:r>
            <a:r>
              <a:rPr lang="en-US" sz="1800" b="1" dirty="0">
                <a:solidFill>
                  <a:schemeClr val="bg1"/>
                </a:solidFill>
              </a:rPr>
              <a:t>hashing</a:t>
            </a:r>
            <a:r>
              <a:rPr lang="en-US" sz="1800" dirty="0">
                <a:solidFill>
                  <a:schemeClr val="bg1"/>
                </a:solidFill>
              </a:rPr>
              <a:t>. It does </a:t>
            </a:r>
            <a:r>
              <a:rPr lang="en-US" sz="1800" b="1" dirty="0">
                <a:solidFill>
                  <a:schemeClr val="bg1"/>
                </a:solidFill>
              </a:rPr>
              <a:t>not maintain insertion order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B0E34-577B-8030-FAF0-12A8FC375A76}"/>
              </a:ext>
            </a:extLst>
          </p:cNvPr>
          <p:cNvSpPr txBox="1"/>
          <p:nvPr/>
        </p:nvSpPr>
        <p:spPr>
          <a:xfrm>
            <a:off x="255578" y="1594520"/>
            <a:ext cx="5406887" cy="424731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HashSet&lt;String&gt; cities = new HashSet&lt;&gt;();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// Adding elements</a:t>
            </a:r>
          </a:p>
          <a:p>
            <a:r>
              <a:rPr lang="en-IN" dirty="0" err="1">
                <a:solidFill>
                  <a:schemeClr val="bg1"/>
                </a:solidFill>
              </a:rPr>
              <a:t>cities.add</a:t>
            </a:r>
            <a:r>
              <a:rPr lang="en-IN" dirty="0">
                <a:solidFill>
                  <a:schemeClr val="bg1"/>
                </a:solidFill>
              </a:rPr>
              <a:t>("Delhi");</a:t>
            </a:r>
          </a:p>
          <a:p>
            <a:r>
              <a:rPr lang="en-IN" dirty="0" err="1">
                <a:solidFill>
                  <a:schemeClr val="bg1"/>
                </a:solidFill>
              </a:rPr>
              <a:t>cities.add</a:t>
            </a:r>
            <a:r>
              <a:rPr lang="en-IN" dirty="0">
                <a:solidFill>
                  <a:schemeClr val="bg1"/>
                </a:solidFill>
              </a:rPr>
              <a:t>("Mumbai");</a:t>
            </a:r>
          </a:p>
          <a:p>
            <a:r>
              <a:rPr lang="en-IN" dirty="0" err="1">
                <a:solidFill>
                  <a:schemeClr val="bg1"/>
                </a:solidFill>
              </a:rPr>
              <a:t>cities.add</a:t>
            </a:r>
            <a:r>
              <a:rPr lang="en-IN" dirty="0">
                <a:solidFill>
                  <a:schemeClr val="bg1"/>
                </a:solidFill>
              </a:rPr>
              <a:t>("Chennai");</a:t>
            </a:r>
          </a:p>
          <a:p>
            <a:r>
              <a:rPr lang="en-IN" dirty="0" err="1">
                <a:solidFill>
                  <a:schemeClr val="bg1"/>
                </a:solidFill>
              </a:rPr>
              <a:t>cities.add</a:t>
            </a:r>
            <a:r>
              <a:rPr lang="en-IN" dirty="0">
                <a:solidFill>
                  <a:schemeClr val="bg1"/>
                </a:solidFill>
              </a:rPr>
              <a:t>("Delhi"); // Duplicate, will be ignored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// Printing set</a:t>
            </a:r>
          </a:p>
          <a:p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("HashSet elements: " + cities);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// Check if element exists</a:t>
            </a:r>
          </a:p>
          <a:p>
            <a:r>
              <a:rPr lang="en-US" dirty="0">
                <a:solidFill>
                  <a:schemeClr val="bg1"/>
                </a:solidFill>
              </a:rPr>
              <a:t>if (</a:t>
            </a:r>
            <a:r>
              <a:rPr lang="en-US" dirty="0" err="1">
                <a:solidFill>
                  <a:schemeClr val="bg1"/>
                </a:solidFill>
              </a:rPr>
              <a:t>cities.contains</a:t>
            </a:r>
            <a:r>
              <a:rPr lang="en-US" dirty="0">
                <a:solidFill>
                  <a:schemeClr val="bg1"/>
                </a:solidFill>
              </a:rPr>
              <a:t>("Mumbai")) {</a:t>
            </a:r>
          </a:p>
          <a:p>
            <a:r>
              <a:rPr lang="en-US" dirty="0">
                <a:solidFill>
                  <a:schemeClr val="bg1"/>
                </a:solidFill>
              </a:rPr>
              <a:t>      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("Mumbai is present");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13233-9D8A-053A-55A3-2B24AC82859D}"/>
              </a:ext>
            </a:extLst>
          </p:cNvPr>
          <p:cNvSpPr txBox="1"/>
          <p:nvPr/>
        </p:nvSpPr>
        <p:spPr>
          <a:xfrm>
            <a:off x="5881317" y="1594520"/>
            <a:ext cx="5352740" cy="203132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// Removing element</a:t>
            </a:r>
          </a:p>
          <a:p>
            <a:r>
              <a:rPr lang="en-IN" dirty="0" err="1">
                <a:solidFill>
                  <a:schemeClr val="bg1"/>
                </a:solidFill>
              </a:rPr>
              <a:t>cities.remove</a:t>
            </a:r>
            <a:r>
              <a:rPr lang="en-IN" dirty="0">
                <a:solidFill>
                  <a:schemeClr val="bg1"/>
                </a:solidFill>
              </a:rPr>
              <a:t>("Chennai");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// Iterating</a:t>
            </a:r>
          </a:p>
          <a:p>
            <a:r>
              <a:rPr lang="en-IN" dirty="0">
                <a:solidFill>
                  <a:schemeClr val="bg1"/>
                </a:solidFill>
              </a:rPr>
              <a:t>for (String city : cities) {</a:t>
            </a:r>
          </a:p>
          <a:p>
            <a:r>
              <a:rPr lang="en-IN" dirty="0">
                <a:solidFill>
                  <a:schemeClr val="bg1"/>
                </a:solidFill>
              </a:rPr>
              <a:t>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(city);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81DBDB-D43D-BAF1-1EB6-4F149342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937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FB10-8E96-2717-0513-976073AF7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Set {</a:t>
            </a:r>
            <a:r>
              <a:rPr lang="en-IN" sz="2000" dirty="0" err="1"/>
              <a:t>LinkedHashset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5937C-94DC-DF2B-AC92-FD9C7247A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6026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LinkedHashSet</a:t>
            </a:r>
            <a:r>
              <a:rPr lang="en-US" sz="1800" dirty="0">
                <a:solidFill>
                  <a:schemeClr val="bg1"/>
                </a:solidFill>
              </a:rPr>
              <a:t> keeps elements in the </a:t>
            </a:r>
            <a:r>
              <a:rPr lang="en-US" sz="1800" b="1" dirty="0">
                <a:solidFill>
                  <a:schemeClr val="bg1"/>
                </a:solidFill>
              </a:rPr>
              <a:t>order they were inserted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LinkedHashSet</a:t>
            </a:r>
            <a:r>
              <a:rPr lang="en-IN" sz="1800" dirty="0">
                <a:solidFill>
                  <a:schemeClr val="bg1"/>
                </a:solidFill>
              </a:rPr>
              <a:t>&lt;String&gt; </a:t>
            </a:r>
            <a:r>
              <a:rPr lang="en-IN" sz="1800" dirty="0" err="1">
                <a:solidFill>
                  <a:schemeClr val="bg1"/>
                </a:solidFill>
              </a:rPr>
              <a:t>colors</a:t>
            </a:r>
            <a:r>
              <a:rPr lang="en-IN" sz="1800" dirty="0">
                <a:solidFill>
                  <a:schemeClr val="bg1"/>
                </a:solidFill>
              </a:rPr>
              <a:t> = new </a:t>
            </a:r>
            <a:r>
              <a:rPr lang="en-IN" sz="1800" dirty="0" err="1">
                <a:solidFill>
                  <a:schemeClr val="bg1"/>
                </a:solidFill>
              </a:rPr>
              <a:t>LinkedHashSet</a:t>
            </a:r>
            <a:r>
              <a:rPr lang="en-IN" sz="1800" dirty="0">
                <a:solidFill>
                  <a:schemeClr val="bg1"/>
                </a:solidFill>
              </a:rPr>
              <a:t>&lt;&gt;();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colors.add</a:t>
            </a:r>
            <a:r>
              <a:rPr lang="en-IN" sz="1800" dirty="0">
                <a:solidFill>
                  <a:schemeClr val="bg1"/>
                </a:solidFill>
              </a:rPr>
              <a:t>("Red");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colors.add</a:t>
            </a:r>
            <a:r>
              <a:rPr lang="en-IN" sz="1800" dirty="0">
                <a:solidFill>
                  <a:schemeClr val="bg1"/>
                </a:solidFill>
              </a:rPr>
              <a:t>("Green");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colors.add</a:t>
            </a:r>
            <a:r>
              <a:rPr lang="en-IN" sz="1800" dirty="0">
                <a:solidFill>
                  <a:schemeClr val="bg1"/>
                </a:solidFill>
              </a:rPr>
              <a:t>("Blue");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colors.add</a:t>
            </a:r>
            <a:r>
              <a:rPr lang="en-IN" sz="1800" dirty="0">
                <a:solidFill>
                  <a:schemeClr val="bg1"/>
                </a:solidFill>
              </a:rPr>
              <a:t>("Green"); // Duplicate ignored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</a:t>
            </a:r>
            <a:r>
              <a:rPr lang="en-IN" sz="1800" dirty="0" err="1">
                <a:solidFill>
                  <a:schemeClr val="bg1"/>
                </a:solidFill>
              </a:rPr>
              <a:t>LinkedHashSet</a:t>
            </a:r>
            <a:r>
              <a:rPr lang="en-IN" sz="1800" dirty="0">
                <a:solidFill>
                  <a:schemeClr val="bg1"/>
                </a:solidFill>
              </a:rPr>
              <a:t> elements: " + </a:t>
            </a:r>
            <a:r>
              <a:rPr lang="en-IN" sz="1800" dirty="0" err="1">
                <a:solidFill>
                  <a:schemeClr val="bg1"/>
                </a:solidFill>
              </a:rPr>
              <a:t>colors</a:t>
            </a:r>
            <a:r>
              <a:rPr lang="en-IN" sz="1800" dirty="0">
                <a:solidFill>
                  <a:schemeClr val="bg1"/>
                </a:solidFill>
              </a:rPr>
              <a:t>);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// Iterating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for (String </a:t>
            </a:r>
            <a:r>
              <a:rPr lang="en-IN" sz="1800" dirty="0" err="1">
                <a:solidFill>
                  <a:schemeClr val="bg1"/>
                </a:solidFill>
              </a:rPr>
              <a:t>color</a:t>
            </a:r>
            <a:r>
              <a:rPr lang="en-IN" sz="1800" dirty="0">
                <a:solidFill>
                  <a:schemeClr val="bg1"/>
                </a:solidFill>
              </a:rPr>
              <a:t> : </a:t>
            </a:r>
            <a:r>
              <a:rPr lang="en-IN" sz="1800" dirty="0" err="1">
                <a:solidFill>
                  <a:schemeClr val="bg1"/>
                </a:solidFill>
              </a:rPr>
              <a:t>colors</a:t>
            </a:r>
            <a:r>
              <a:rPr lang="en-IN" sz="18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</a:t>
            </a: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</a:t>
            </a:r>
            <a:r>
              <a:rPr lang="en-IN" sz="1800" dirty="0" err="1">
                <a:solidFill>
                  <a:schemeClr val="bg1"/>
                </a:solidFill>
              </a:rPr>
              <a:t>color</a:t>
            </a:r>
            <a:r>
              <a:rPr lang="en-IN" sz="1800" dirty="0">
                <a:solidFill>
                  <a:schemeClr val="bg1"/>
                </a:solidFill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F3735-1C2B-6277-A3FB-359A95D7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041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A5E1-BB55-975D-18F3-B06E5DC9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Set {</a:t>
            </a:r>
            <a:r>
              <a:rPr lang="en-IN" sz="2000" dirty="0" err="1"/>
              <a:t>TreeSet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826B7-C7FD-2DE5-5110-5E7B0CDD8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889053"/>
            <a:ext cx="11784691" cy="47041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TreeSet</a:t>
            </a:r>
            <a:r>
              <a:rPr lang="en-US" sz="1800" dirty="0">
                <a:solidFill>
                  <a:schemeClr val="bg1"/>
                </a:solidFill>
              </a:rPr>
              <a:t> stores elements in </a:t>
            </a:r>
            <a:r>
              <a:rPr lang="en-US" sz="1800" b="1" dirty="0">
                <a:solidFill>
                  <a:schemeClr val="bg1"/>
                </a:solidFill>
              </a:rPr>
              <a:t>sorted (natural) order</a:t>
            </a:r>
            <a:r>
              <a:rPr lang="en-US" sz="1800" dirty="0">
                <a:solidFill>
                  <a:schemeClr val="bg1"/>
                </a:solidFill>
              </a:rPr>
              <a:t> using a self-balancing tree.</a:t>
            </a: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62028-B19A-0B52-45B8-27E7C8C79171}"/>
              </a:ext>
            </a:extLst>
          </p:cNvPr>
          <p:cNvSpPr txBox="1"/>
          <p:nvPr/>
        </p:nvSpPr>
        <p:spPr>
          <a:xfrm>
            <a:off x="107911" y="1311963"/>
            <a:ext cx="7048263" cy="529375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 err="1">
                <a:solidFill>
                  <a:schemeClr val="bg1"/>
                </a:solidFill>
              </a:rPr>
              <a:t>TreeSet</a:t>
            </a:r>
            <a:r>
              <a:rPr lang="en-IN" sz="1600" dirty="0">
                <a:solidFill>
                  <a:schemeClr val="bg1"/>
                </a:solidFill>
              </a:rPr>
              <a:t>&lt;Integer&gt; numbers = new </a:t>
            </a:r>
            <a:r>
              <a:rPr lang="en-IN" sz="1600" dirty="0" err="1">
                <a:solidFill>
                  <a:schemeClr val="bg1"/>
                </a:solidFill>
              </a:rPr>
              <a:t>TreeSet</a:t>
            </a:r>
            <a:r>
              <a:rPr lang="en-IN" sz="1600" dirty="0">
                <a:solidFill>
                  <a:schemeClr val="bg1"/>
                </a:solidFill>
              </a:rPr>
              <a:t>&lt;&gt;();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 err="1">
                <a:solidFill>
                  <a:schemeClr val="bg1"/>
                </a:solidFill>
              </a:rPr>
              <a:t>numbers.add</a:t>
            </a:r>
            <a:r>
              <a:rPr lang="en-IN" sz="1600" dirty="0">
                <a:solidFill>
                  <a:schemeClr val="bg1"/>
                </a:solidFill>
              </a:rPr>
              <a:t>(50);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numbers.add</a:t>
            </a:r>
            <a:r>
              <a:rPr lang="en-IN" sz="1600" dirty="0">
                <a:solidFill>
                  <a:schemeClr val="bg1"/>
                </a:solidFill>
              </a:rPr>
              <a:t>(10);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numbers.add</a:t>
            </a:r>
            <a:r>
              <a:rPr lang="en-IN" sz="1600" dirty="0">
                <a:solidFill>
                  <a:schemeClr val="bg1"/>
                </a:solidFill>
              </a:rPr>
              <a:t>(30);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numbers.add</a:t>
            </a:r>
            <a:r>
              <a:rPr lang="en-IN" sz="1600" dirty="0">
                <a:solidFill>
                  <a:schemeClr val="bg1"/>
                </a:solidFill>
              </a:rPr>
              <a:t>(10); // Duplicate ignored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</a:t>
            </a:r>
            <a:r>
              <a:rPr lang="en-IN" sz="1600" dirty="0" err="1">
                <a:solidFill>
                  <a:schemeClr val="bg1"/>
                </a:solidFill>
              </a:rPr>
              <a:t>TreeSet</a:t>
            </a:r>
            <a:r>
              <a:rPr lang="en-IN" sz="1600" dirty="0">
                <a:solidFill>
                  <a:schemeClr val="bg1"/>
                </a:solidFill>
              </a:rPr>
              <a:t> elements (sorted): " + numbers);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// Accessing special elements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System.out.println</a:t>
            </a:r>
            <a:r>
              <a:rPr lang="en-US" sz="1600" dirty="0">
                <a:solidFill>
                  <a:schemeClr val="bg1"/>
                </a:solidFill>
              </a:rPr>
              <a:t>("First: " + </a:t>
            </a:r>
            <a:r>
              <a:rPr lang="en-US" sz="1600" dirty="0" err="1">
                <a:solidFill>
                  <a:schemeClr val="bg1"/>
                </a:solidFill>
              </a:rPr>
              <a:t>numbers.first</a:t>
            </a:r>
            <a:r>
              <a:rPr lang="en-US" sz="1600" dirty="0">
                <a:solidFill>
                  <a:schemeClr val="bg1"/>
                </a:solidFill>
              </a:rPr>
              <a:t>());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System.out.println</a:t>
            </a:r>
            <a:r>
              <a:rPr lang="en-US" sz="1600" dirty="0">
                <a:solidFill>
                  <a:schemeClr val="bg1"/>
                </a:solidFill>
              </a:rPr>
              <a:t>("Last: " + </a:t>
            </a:r>
            <a:r>
              <a:rPr lang="en-US" sz="1600" dirty="0" err="1">
                <a:solidFill>
                  <a:schemeClr val="bg1"/>
                </a:solidFill>
              </a:rPr>
              <a:t>numbers.last</a:t>
            </a:r>
            <a:r>
              <a:rPr lang="en-US" sz="1600" dirty="0">
                <a:solidFill>
                  <a:schemeClr val="bg1"/>
                </a:solidFill>
              </a:rPr>
              <a:t>());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// Removing element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numbers.remove</a:t>
            </a:r>
            <a:r>
              <a:rPr lang="en-US" sz="1600" dirty="0">
                <a:solidFill>
                  <a:schemeClr val="bg1"/>
                </a:solidFill>
              </a:rPr>
              <a:t>(30);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// Iterating</a:t>
            </a:r>
          </a:p>
          <a:p>
            <a:r>
              <a:rPr lang="en-US" sz="1600" dirty="0">
                <a:solidFill>
                  <a:schemeClr val="bg1"/>
                </a:solidFill>
              </a:rPr>
              <a:t> for (Integer num : numbers)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	 </a:t>
            </a:r>
            <a:r>
              <a:rPr lang="en-US" sz="1600" dirty="0" err="1">
                <a:solidFill>
                  <a:schemeClr val="bg1"/>
                </a:solidFill>
              </a:rPr>
              <a:t>System.out.println</a:t>
            </a:r>
            <a:r>
              <a:rPr lang="en-US" sz="1600" dirty="0">
                <a:solidFill>
                  <a:schemeClr val="bg1"/>
                </a:solidFill>
              </a:rPr>
              <a:t>(num);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}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802037B-1E3B-8276-25A3-90058A94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410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C4E2-DED4-93E8-1800-098364E0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Queue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62DF3-47B2-A1F9-352A-8E9EF863E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863284"/>
            <a:ext cx="11784691" cy="5940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Queues are mainly used when processing elements in a specific order.</a:t>
            </a:r>
          </a:p>
          <a:p>
            <a:pPr marL="0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PriorityQueue</a:t>
            </a:r>
            <a:endParaRPr lang="en-US" sz="1800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Orders elements by priority, not insertion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Internally uses a heap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ArrayDeque</a:t>
            </a:r>
            <a:endParaRPr lang="en-US" sz="1800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Resizable array implementation of a double-ended queue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Faster than Stack for LIFO operations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EB1A738-8293-38D7-3E55-69AD7A1273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338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1998-A26A-11A6-434E-716901F8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Queue {</a:t>
            </a:r>
            <a:r>
              <a:rPr lang="en-IN" sz="2000" dirty="0"/>
              <a:t>Quick</a:t>
            </a:r>
            <a:r>
              <a:rPr lang="en-IN" sz="2400" dirty="0"/>
              <a:t> </a:t>
            </a:r>
            <a:r>
              <a:rPr lang="en-IN" sz="2000" dirty="0"/>
              <a:t>comparison</a:t>
            </a:r>
            <a:r>
              <a:rPr lang="en-IN" sz="2400" dirty="0"/>
              <a:t>}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76024B-CC0E-AC28-5482-670C5E45CA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532353"/>
              </p:ext>
            </p:extLst>
          </p:nvPr>
        </p:nvGraphicFramePr>
        <p:xfrm>
          <a:off x="704259" y="1204055"/>
          <a:ext cx="10064079" cy="429938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354693">
                  <a:extLst>
                    <a:ext uri="{9D8B030D-6E8A-4147-A177-3AD203B41FA5}">
                      <a16:colId xmlns:a16="http://schemas.microsoft.com/office/drawing/2014/main" val="3763230042"/>
                    </a:ext>
                  </a:extLst>
                </a:gridCol>
                <a:gridCol w="3354693">
                  <a:extLst>
                    <a:ext uri="{9D8B030D-6E8A-4147-A177-3AD203B41FA5}">
                      <a16:colId xmlns:a16="http://schemas.microsoft.com/office/drawing/2014/main" val="1885044365"/>
                    </a:ext>
                  </a:extLst>
                </a:gridCol>
                <a:gridCol w="3354693">
                  <a:extLst>
                    <a:ext uri="{9D8B030D-6E8A-4147-A177-3AD203B41FA5}">
                      <a16:colId xmlns:a16="http://schemas.microsoft.com/office/drawing/2014/main" val="24057436"/>
                    </a:ext>
                  </a:extLst>
                </a:gridCol>
              </a:tblGrid>
              <a:tr h="61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PriorityQueue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ArrayDeque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892683"/>
                  </a:ext>
                </a:extLst>
              </a:tr>
              <a:tr h="61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Ordering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By 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Insertion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489354"/>
                  </a:ext>
                </a:extLst>
              </a:tr>
              <a:tr h="61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FIFO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❌ Not guaranteed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Yes (if used as queue)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933866"/>
                  </a:ext>
                </a:extLst>
              </a:tr>
              <a:tr h="61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LIFO (Stack)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517101"/>
                  </a:ext>
                </a:extLst>
              </a:tr>
              <a:tr h="61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Null Elements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❌ Not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❌ Not 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882770"/>
                  </a:ext>
                </a:extLst>
              </a:tr>
              <a:tr h="61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Internal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Circular resizable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051322"/>
                  </a:ext>
                </a:extLst>
              </a:tr>
              <a:tr h="61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Common Uses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Scheduling, shortest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Stack, queue, sliding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4273898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96464FE-A45D-3173-F2B9-759ECFC9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9907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1333-DD43-A82C-D664-3A6932DC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Queue {</a:t>
            </a:r>
            <a:r>
              <a:rPr lang="en-IN" sz="2000" dirty="0" err="1"/>
              <a:t>PriorityQueue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E4AB3-147A-0760-37BF-08B496F60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" y="877699"/>
            <a:ext cx="11504024" cy="58581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dirty="0" err="1">
                <a:solidFill>
                  <a:schemeClr val="bg1"/>
                </a:solidFill>
              </a:rPr>
              <a:t>PriorityQueue</a:t>
            </a:r>
            <a:r>
              <a:rPr lang="en-US" sz="1800" dirty="0">
                <a:solidFill>
                  <a:schemeClr val="bg1"/>
                </a:solidFill>
              </a:rPr>
              <a:t> does </a:t>
            </a:r>
            <a:r>
              <a:rPr lang="en-US" sz="1800" b="1" dirty="0">
                <a:solidFill>
                  <a:schemeClr val="bg1"/>
                </a:solidFill>
              </a:rPr>
              <a:t>not follow FIFO</a:t>
            </a:r>
            <a:r>
              <a:rPr lang="en-US" sz="1800" dirty="0">
                <a:solidFill>
                  <a:schemeClr val="bg1"/>
                </a:solidFill>
              </a:rPr>
              <a:t>. Instead, elements come out based on </a:t>
            </a:r>
            <a:r>
              <a:rPr lang="en-US" sz="1800" b="1" dirty="0">
                <a:solidFill>
                  <a:schemeClr val="bg1"/>
                </a:solidFill>
              </a:rPr>
              <a:t>priority (natural order or custom comparator)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PriorityQueue</a:t>
            </a:r>
            <a:r>
              <a:rPr lang="en-IN" sz="1800" dirty="0">
                <a:solidFill>
                  <a:schemeClr val="bg1"/>
                </a:solidFill>
              </a:rPr>
              <a:t>&lt;Integer&gt; </a:t>
            </a:r>
            <a:r>
              <a:rPr lang="en-IN" sz="1800" dirty="0" err="1">
                <a:solidFill>
                  <a:schemeClr val="bg1"/>
                </a:solidFill>
              </a:rPr>
              <a:t>pq</a:t>
            </a:r>
            <a:r>
              <a:rPr lang="en-IN" sz="1800" dirty="0">
                <a:solidFill>
                  <a:schemeClr val="bg1"/>
                </a:solidFill>
              </a:rPr>
              <a:t> = new </a:t>
            </a:r>
            <a:r>
              <a:rPr lang="en-IN" sz="1800" dirty="0" err="1">
                <a:solidFill>
                  <a:schemeClr val="bg1"/>
                </a:solidFill>
              </a:rPr>
              <a:t>PriorityQueue</a:t>
            </a:r>
            <a:r>
              <a:rPr lang="en-IN" sz="1800" dirty="0">
                <a:solidFill>
                  <a:schemeClr val="bg1"/>
                </a:solidFill>
              </a:rPr>
              <a:t>&lt;&gt;();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// Adding elements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pq.add</a:t>
            </a:r>
            <a:r>
              <a:rPr lang="en-IN" sz="1800" dirty="0">
                <a:solidFill>
                  <a:schemeClr val="bg1"/>
                </a:solidFill>
              </a:rPr>
              <a:t>(40);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pq.add</a:t>
            </a:r>
            <a:r>
              <a:rPr lang="en-IN" sz="1800" dirty="0">
                <a:solidFill>
                  <a:schemeClr val="bg1"/>
                </a:solidFill>
              </a:rPr>
              <a:t>(10);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pq.add</a:t>
            </a:r>
            <a:r>
              <a:rPr lang="en-IN" sz="1800" dirty="0">
                <a:solidFill>
                  <a:schemeClr val="bg1"/>
                </a:solidFill>
              </a:rPr>
              <a:t>(30);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pq.add</a:t>
            </a:r>
            <a:r>
              <a:rPr lang="en-IN" sz="1800" dirty="0">
                <a:solidFill>
                  <a:schemeClr val="bg1"/>
                </a:solidFill>
              </a:rPr>
              <a:t>(20);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</a:t>
            </a:r>
            <a:r>
              <a:rPr lang="en-IN" sz="1800" dirty="0" err="1">
                <a:solidFill>
                  <a:schemeClr val="bg1"/>
                </a:solidFill>
              </a:rPr>
              <a:t>PriorityQueue</a:t>
            </a:r>
            <a:r>
              <a:rPr lang="en-IN" sz="1800" dirty="0">
                <a:solidFill>
                  <a:schemeClr val="bg1"/>
                </a:solidFill>
              </a:rPr>
              <a:t>: " + </a:t>
            </a:r>
            <a:r>
              <a:rPr lang="en-IN" sz="1800" dirty="0" err="1">
                <a:solidFill>
                  <a:schemeClr val="bg1"/>
                </a:solidFill>
              </a:rPr>
              <a:t>pq</a:t>
            </a:r>
            <a:r>
              <a:rPr lang="en-IN" sz="1800" dirty="0">
                <a:solidFill>
                  <a:schemeClr val="bg1"/>
                </a:solidFill>
              </a:rPr>
              <a:t>); // Internal order not guaranteed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// Removing elements (based on priority)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while (!</a:t>
            </a:r>
            <a:r>
              <a:rPr lang="en-IN" sz="1800" dirty="0" err="1">
                <a:solidFill>
                  <a:schemeClr val="bg1"/>
                </a:solidFill>
              </a:rPr>
              <a:t>pq.isEmpty</a:t>
            </a:r>
            <a:r>
              <a:rPr lang="en-IN" sz="1800" dirty="0">
                <a:solidFill>
                  <a:schemeClr val="bg1"/>
                </a:solidFill>
              </a:rPr>
              <a:t>())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</a:t>
            </a: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("Removed: " + </a:t>
            </a:r>
            <a:r>
              <a:rPr lang="en-IN" sz="1800" dirty="0" err="1">
                <a:solidFill>
                  <a:schemeClr val="bg1"/>
                </a:solidFill>
              </a:rPr>
              <a:t>pq.poll</a:t>
            </a:r>
            <a:r>
              <a:rPr lang="en-IN" sz="1800" dirty="0">
                <a:solidFill>
                  <a:schemeClr val="bg1"/>
                </a:solidFill>
              </a:rPr>
              <a:t>());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ED825-A89A-735A-5AFE-3AB16FEF57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194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6D2B-227F-0C68-7622-4DF9D0599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Queue {</a:t>
            </a:r>
            <a:r>
              <a:rPr lang="en-IN" sz="2000" dirty="0" err="1"/>
              <a:t>ArrayDeque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835C5-DF2A-EA3E-0BCF-0A06C7783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7559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ArrayDeque</a:t>
            </a:r>
            <a:r>
              <a:rPr lang="en-US" sz="1800" dirty="0">
                <a:solidFill>
                  <a:schemeClr val="bg1"/>
                </a:solidFill>
              </a:rPr>
              <a:t> is a </a:t>
            </a:r>
            <a:r>
              <a:rPr lang="en-US" sz="1800" b="1" dirty="0">
                <a:solidFill>
                  <a:schemeClr val="bg1"/>
                </a:solidFill>
              </a:rPr>
              <a:t>resizable array-based Deque</a:t>
            </a:r>
            <a:r>
              <a:rPr lang="en-US" sz="1800" dirty="0">
                <a:solidFill>
                  <a:schemeClr val="bg1"/>
                </a:solidFill>
              </a:rPr>
              <a:t> (Double Ended Queue). You can add/remove from </a:t>
            </a:r>
            <a:r>
              <a:rPr lang="en-US" sz="1800" b="1" dirty="0">
                <a:solidFill>
                  <a:schemeClr val="bg1"/>
                </a:solidFill>
              </a:rPr>
              <a:t>both front and back</a:t>
            </a:r>
            <a:r>
              <a:rPr lang="en-US" sz="1800" dirty="0">
                <a:solidFill>
                  <a:schemeClr val="bg1"/>
                </a:solidFill>
              </a:rPr>
              <a:t> efficiently.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</a:t>
            </a:r>
            <a:r>
              <a:rPr lang="en-IN" sz="1800" dirty="0" err="1">
                <a:solidFill>
                  <a:schemeClr val="bg1"/>
                </a:solidFill>
              </a:rPr>
              <a:t>ArrayDeque</a:t>
            </a:r>
            <a:r>
              <a:rPr lang="en-IN" sz="1800" dirty="0">
                <a:solidFill>
                  <a:schemeClr val="bg1"/>
                </a:solidFill>
              </a:rPr>
              <a:t>&lt;String&gt; deque = new </a:t>
            </a:r>
            <a:r>
              <a:rPr lang="en-IN" sz="1800" dirty="0" err="1">
                <a:solidFill>
                  <a:schemeClr val="bg1"/>
                </a:solidFill>
              </a:rPr>
              <a:t>ArrayDeque</a:t>
            </a:r>
            <a:r>
              <a:rPr lang="en-IN" sz="1800" dirty="0">
                <a:solidFill>
                  <a:schemeClr val="bg1"/>
                </a:solidFill>
              </a:rPr>
              <a:t>&lt;&gt;();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// Adding elements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deque.add</a:t>
            </a:r>
            <a:r>
              <a:rPr lang="en-IN" sz="1800" dirty="0">
                <a:solidFill>
                  <a:schemeClr val="bg1"/>
                </a:solidFill>
              </a:rPr>
              <a:t>("A");          // Adds to tail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deque.addFirst</a:t>
            </a:r>
            <a:r>
              <a:rPr lang="en-IN" sz="1800" dirty="0">
                <a:solidFill>
                  <a:schemeClr val="bg1"/>
                </a:solidFill>
              </a:rPr>
              <a:t>("B");     // Adds to head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deque.addLast</a:t>
            </a:r>
            <a:r>
              <a:rPr lang="en-IN" sz="1800" dirty="0">
                <a:solidFill>
                  <a:schemeClr val="bg1"/>
                </a:solidFill>
              </a:rPr>
              <a:t>("C");      // Adds to tail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("Deque: " + deque);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// Removing elements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("Removed first: " + </a:t>
            </a:r>
            <a:r>
              <a:rPr lang="en-IN" sz="1800" dirty="0" err="1">
                <a:solidFill>
                  <a:schemeClr val="bg1"/>
                </a:solidFill>
              </a:rPr>
              <a:t>deque.removeFirst</a:t>
            </a:r>
            <a:r>
              <a:rPr lang="en-IN" sz="1800" dirty="0">
                <a:solidFill>
                  <a:schemeClr val="bg1"/>
                </a:solidFill>
              </a:rPr>
              <a:t>());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("Removed last: " + </a:t>
            </a:r>
            <a:r>
              <a:rPr lang="en-IN" sz="1800" dirty="0" err="1">
                <a:solidFill>
                  <a:schemeClr val="bg1"/>
                </a:solidFill>
              </a:rPr>
              <a:t>deque.removeLast</a:t>
            </a:r>
            <a:r>
              <a:rPr lang="en-IN" sz="1800" dirty="0">
                <a:solidFill>
                  <a:schemeClr val="bg1"/>
                </a:solidFill>
              </a:rPr>
              <a:t>());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("After removals: " + deque);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513FE-8AF3-7BE9-D1AF-FE94CEB7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377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1C69-16CA-4D57-C64F-5A1D714E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29B4D-3D8B-BC8E-029C-4B60C0BD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Maps store keys mapped to values (no duplicate keys).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HashMap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Fast lookups using hashing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No order guarantee</a:t>
            </a:r>
          </a:p>
          <a:p>
            <a:pPr marL="457200" lvl="1" indent="0">
              <a:buNone/>
            </a:pP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LinkedHashMap</a:t>
            </a:r>
            <a:endParaRPr lang="en-US" sz="1800" b="1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Maintains insertion order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TreeMap</a:t>
            </a:r>
            <a:endParaRPr lang="en-US" sz="1800" b="1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Keys are stored in sorted order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Uses a Red-Black Tree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67DCB9-75BA-49A8-8B49-A28E39A3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03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44846-9B08-D805-B0A2-09F70D7B5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Map {</a:t>
            </a:r>
            <a:r>
              <a:rPr lang="en-IN" sz="2000" dirty="0"/>
              <a:t>Quick</a:t>
            </a:r>
            <a:r>
              <a:rPr lang="en-IN" sz="2400" dirty="0"/>
              <a:t> </a:t>
            </a:r>
            <a:r>
              <a:rPr lang="en-IN" sz="2000" dirty="0"/>
              <a:t>comparison</a:t>
            </a:r>
            <a:r>
              <a:rPr lang="en-IN" sz="2400" dirty="0"/>
              <a:t>}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EB94E9-101D-84BD-2C3A-B74F3ABD67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656350"/>
              </p:ext>
            </p:extLst>
          </p:nvPr>
        </p:nvGraphicFramePr>
        <p:xfrm>
          <a:off x="720620" y="1404906"/>
          <a:ext cx="10045920" cy="346997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511480">
                  <a:extLst>
                    <a:ext uri="{9D8B030D-6E8A-4147-A177-3AD203B41FA5}">
                      <a16:colId xmlns:a16="http://schemas.microsoft.com/office/drawing/2014/main" val="3682789522"/>
                    </a:ext>
                  </a:extLst>
                </a:gridCol>
                <a:gridCol w="2511480">
                  <a:extLst>
                    <a:ext uri="{9D8B030D-6E8A-4147-A177-3AD203B41FA5}">
                      <a16:colId xmlns:a16="http://schemas.microsoft.com/office/drawing/2014/main" val="2050705872"/>
                    </a:ext>
                  </a:extLst>
                </a:gridCol>
                <a:gridCol w="2511480">
                  <a:extLst>
                    <a:ext uri="{9D8B030D-6E8A-4147-A177-3AD203B41FA5}">
                      <a16:colId xmlns:a16="http://schemas.microsoft.com/office/drawing/2014/main" val="1851243828"/>
                    </a:ext>
                  </a:extLst>
                </a:gridCol>
                <a:gridCol w="2511480">
                  <a:extLst>
                    <a:ext uri="{9D8B030D-6E8A-4147-A177-3AD203B41FA5}">
                      <a16:colId xmlns:a16="http://schemas.microsoft.com/office/drawing/2014/main" val="1497914250"/>
                    </a:ext>
                  </a:extLst>
                </a:gridCol>
              </a:tblGrid>
              <a:tr h="603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HashMap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LinkedHashMap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TreeMap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473911"/>
                  </a:ext>
                </a:extLst>
              </a:tr>
              <a:tr h="603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 Maintained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Insertion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Sorted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045415"/>
                  </a:ext>
                </a:extLst>
              </a:tr>
              <a:tr h="603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🚀 Fastest (O(1))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🚀 Slightly 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🐢 Slower (O(log n))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218336"/>
                  </a:ext>
                </a:extLst>
              </a:tr>
              <a:tr h="603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Allows Null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One null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One null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 null keys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5148213"/>
                  </a:ext>
                </a:extLst>
              </a:tr>
              <a:tr h="105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Internal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Hash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Hash table + 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Red-Black Tree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333873"/>
                  </a:ext>
                </a:extLst>
              </a:tr>
            </a:tbl>
          </a:graphicData>
        </a:graphic>
      </p:graphicFrame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3E5D5EB-7735-1A01-ACE3-B35F7B3D80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9029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1AA0C-A24F-15D2-94C6-D9E0F90C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Map {</a:t>
            </a:r>
            <a:r>
              <a:rPr lang="en-IN" sz="2000" dirty="0"/>
              <a:t>HashMap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28606-811D-B239-175B-658846566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HashMap uses hashing for fast storage and retrieval.</a:t>
            </a:r>
            <a:br>
              <a:rPr lang="en-US" sz="1800" dirty="0">
                <a:solidFill>
                  <a:schemeClr val="bg1"/>
                </a:solidFill>
              </a:rPr>
            </a:b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4A197B-F2FF-8858-5F9F-53512F8744D4}"/>
              </a:ext>
            </a:extLst>
          </p:cNvPr>
          <p:cNvSpPr txBox="1"/>
          <p:nvPr/>
        </p:nvSpPr>
        <p:spPr>
          <a:xfrm>
            <a:off x="139280" y="1655713"/>
            <a:ext cx="5546956" cy="329320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HashMap&lt;Integer, String&gt; map = new HashMap&lt;&gt;();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Adding key-value pairs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map.put</a:t>
            </a:r>
            <a:r>
              <a:rPr lang="en-IN" sz="1600" dirty="0">
                <a:solidFill>
                  <a:schemeClr val="bg1"/>
                </a:solidFill>
              </a:rPr>
              <a:t>(101, "Alice");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map.put</a:t>
            </a:r>
            <a:r>
              <a:rPr lang="en-IN" sz="1600" dirty="0">
                <a:solidFill>
                  <a:schemeClr val="bg1"/>
                </a:solidFill>
              </a:rPr>
              <a:t>(102, "Bob");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map.put</a:t>
            </a:r>
            <a:r>
              <a:rPr lang="en-IN" sz="1600" dirty="0">
                <a:solidFill>
                  <a:schemeClr val="bg1"/>
                </a:solidFill>
              </a:rPr>
              <a:t>(103, "Charlie");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Duplicate key replaces value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map.put</a:t>
            </a:r>
            <a:r>
              <a:rPr lang="en-IN" sz="1600" dirty="0">
                <a:solidFill>
                  <a:schemeClr val="bg1"/>
                </a:solidFill>
              </a:rPr>
              <a:t>(102, "Brian");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Accessing value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("Value for key 101: " + </a:t>
            </a:r>
            <a:r>
              <a:rPr lang="en-IN" sz="1600" dirty="0" err="1">
                <a:solidFill>
                  <a:schemeClr val="bg1"/>
                </a:solidFill>
              </a:rPr>
              <a:t>map.get</a:t>
            </a:r>
            <a:r>
              <a:rPr lang="en-IN" sz="1600" dirty="0">
                <a:solidFill>
                  <a:schemeClr val="bg1"/>
                </a:solidFill>
              </a:rPr>
              <a:t>(101));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70ADA-4BB3-084B-9E68-8A565B5A7FFC}"/>
              </a:ext>
            </a:extLst>
          </p:cNvPr>
          <p:cNvSpPr txBox="1"/>
          <p:nvPr/>
        </p:nvSpPr>
        <p:spPr>
          <a:xfrm>
            <a:off x="5904238" y="1655713"/>
            <a:ext cx="614848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// Checking key/value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("Contains key 103? " + </a:t>
            </a:r>
            <a:r>
              <a:rPr lang="en-IN" sz="1600" dirty="0" err="1">
                <a:solidFill>
                  <a:schemeClr val="bg1"/>
                </a:solidFill>
              </a:rPr>
              <a:t>map.containsKey</a:t>
            </a:r>
            <a:r>
              <a:rPr lang="en-IN" sz="1600" dirty="0">
                <a:solidFill>
                  <a:schemeClr val="bg1"/>
                </a:solidFill>
              </a:rPr>
              <a:t>(103));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Removing entry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map.remove</a:t>
            </a:r>
            <a:r>
              <a:rPr lang="en-IN" sz="1600" dirty="0">
                <a:solidFill>
                  <a:schemeClr val="bg1"/>
                </a:solidFill>
              </a:rPr>
              <a:t>(103);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// Iterating</a:t>
            </a:r>
          </a:p>
          <a:p>
            <a:r>
              <a:rPr lang="en-IN" sz="1600" dirty="0">
                <a:solidFill>
                  <a:schemeClr val="bg1"/>
                </a:solidFill>
              </a:rPr>
              <a:t>for (Integer key : </a:t>
            </a:r>
            <a:r>
              <a:rPr lang="en-IN" sz="1600" dirty="0" err="1">
                <a:solidFill>
                  <a:schemeClr val="bg1"/>
                </a:solidFill>
              </a:rPr>
              <a:t>map.keySet</a:t>
            </a:r>
            <a:r>
              <a:rPr lang="en-IN" sz="1600" dirty="0">
                <a:solidFill>
                  <a:schemeClr val="bg1"/>
                </a:solidFill>
              </a:rPr>
              <a:t>())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(key + " -&gt; " + </a:t>
            </a:r>
            <a:r>
              <a:rPr lang="en-IN" sz="1600" dirty="0" err="1">
                <a:solidFill>
                  <a:schemeClr val="bg1"/>
                </a:solidFill>
              </a:rPr>
              <a:t>map.get</a:t>
            </a:r>
            <a:r>
              <a:rPr lang="en-IN" sz="1600" dirty="0">
                <a:solidFill>
                  <a:schemeClr val="bg1"/>
                </a:solidFill>
              </a:rPr>
              <a:t>(key));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A0C9908-613D-56B1-9633-AD6C1F9C4A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920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E41A-D9FB-89F1-63AC-CE6716DA4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Map {</a:t>
            </a:r>
            <a:r>
              <a:rPr lang="en-IN" sz="2000" dirty="0" err="1"/>
              <a:t>LinkedHashMap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4DAD6-E8CF-0578-E5E3-5A96090D9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662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LinkedHashMap</a:t>
            </a:r>
            <a:r>
              <a:rPr lang="en-US" sz="1800" dirty="0">
                <a:solidFill>
                  <a:schemeClr val="bg1"/>
                </a:solidFill>
              </a:rPr>
              <a:t> keeps keys in the </a:t>
            </a:r>
            <a:r>
              <a:rPr lang="en-US" sz="1800" b="1" dirty="0">
                <a:solidFill>
                  <a:schemeClr val="bg1"/>
                </a:solidFill>
              </a:rPr>
              <a:t>order they were inserted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LinkedHashMap</a:t>
            </a:r>
            <a:r>
              <a:rPr lang="en-IN" sz="1800" dirty="0">
                <a:solidFill>
                  <a:schemeClr val="bg1"/>
                </a:solidFill>
              </a:rPr>
              <a:t>&lt;Integer, String&gt; map = new </a:t>
            </a:r>
            <a:r>
              <a:rPr lang="en-IN" sz="1800" dirty="0" err="1">
                <a:solidFill>
                  <a:schemeClr val="bg1"/>
                </a:solidFill>
              </a:rPr>
              <a:t>LinkedHashMap</a:t>
            </a:r>
            <a:r>
              <a:rPr lang="en-IN" sz="1800" dirty="0">
                <a:solidFill>
                  <a:schemeClr val="bg1"/>
                </a:solidFill>
              </a:rPr>
              <a:t>&lt;&gt;();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map.put</a:t>
            </a:r>
            <a:r>
              <a:rPr lang="en-IN" sz="1800" dirty="0">
                <a:solidFill>
                  <a:schemeClr val="bg1"/>
                </a:solidFill>
              </a:rPr>
              <a:t>(3, "Cat");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map.put</a:t>
            </a:r>
            <a:r>
              <a:rPr lang="en-IN" sz="1800" dirty="0">
                <a:solidFill>
                  <a:schemeClr val="bg1"/>
                </a:solidFill>
              </a:rPr>
              <a:t>(1, "Dog");</a:t>
            </a: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map.put</a:t>
            </a:r>
            <a:r>
              <a:rPr lang="en-IN" sz="1800" dirty="0">
                <a:solidFill>
                  <a:schemeClr val="bg1"/>
                </a:solidFill>
              </a:rPr>
              <a:t>(2, "Elephant");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</a:t>
            </a:r>
            <a:r>
              <a:rPr lang="en-IN" sz="1800" dirty="0" err="1">
                <a:solidFill>
                  <a:schemeClr val="bg1"/>
                </a:solidFill>
              </a:rPr>
              <a:t>LinkedHashMap</a:t>
            </a:r>
            <a:r>
              <a:rPr lang="en-IN" sz="1800" dirty="0">
                <a:solidFill>
                  <a:schemeClr val="bg1"/>
                </a:solidFill>
              </a:rPr>
              <a:t>: " + map);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// Iterating in insertion order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for (Integer key : </a:t>
            </a:r>
            <a:r>
              <a:rPr lang="en-IN" sz="1800" dirty="0" err="1">
                <a:solidFill>
                  <a:schemeClr val="bg1"/>
                </a:solidFill>
              </a:rPr>
              <a:t>map.keySet</a:t>
            </a:r>
            <a:r>
              <a:rPr lang="en-IN" sz="1800" dirty="0">
                <a:solidFill>
                  <a:schemeClr val="bg1"/>
                </a:solidFill>
              </a:rPr>
              <a:t>())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</a:t>
            </a: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(key + " -&gt; " + </a:t>
            </a:r>
            <a:r>
              <a:rPr lang="en-IN" sz="1800" dirty="0" err="1">
                <a:solidFill>
                  <a:schemeClr val="bg1"/>
                </a:solidFill>
              </a:rPr>
              <a:t>map.get</a:t>
            </a:r>
            <a:r>
              <a:rPr lang="en-IN" sz="1800" dirty="0">
                <a:solidFill>
                  <a:schemeClr val="bg1"/>
                </a:solidFill>
              </a:rPr>
              <a:t>(key));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9BFF7-1D0F-1E49-B287-293833C17B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338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24F6C-B48C-CF5C-D011-2588F1E9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Map {</a:t>
            </a:r>
            <a:r>
              <a:rPr lang="en-IN" sz="2000" dirty="0" err="1"/>
              <a:t>TreeMap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D5A34-66D4-82D8-2828-CAA2E7221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5" y="877776"/>
            <a:ext cx="11784691" cy="47041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TreeMap</a:t>
            </a:r>
            <a:r>
              <a:rPr lang="en-US" sz="1800" dirty="0">
                <a:solidFill>
                  <a:schemeClr val="bg1"/>
                </a:solidFill>
              </a:rPr>
              <a:t> stores keys in </a:t>
            </a:r>
            <a:r>
              <a:rPr lang="en-US" sz="1800" b="1" dirty="0">
                <a:solidFill>
                  <a:schemeClr val="bg1"/>
                </a:solidFill>
              </a:rPr>
              <a:t>sorted order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698A5-B5F1-82B7-1711-C85EF9BCC0A4}"/>
              </a:ext>
            </a:extLst>
          </p:cNvPr>
          <p:cNvSpPr txBox="1"/>
          <p:nvPr/>
        </p:nvSpPr>
        <p:spPr>
          <a:xfrm>
            <a:off x="36725" y="1319763"/>
            <a:ext cx="58493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TreeMap</a:t>
            </a:r>
            <a:r>
              <a:rPr lang="en-IN" dirty="0">
                <a:solidFill>
                  <a:schemeClr val="bg1"/>
                </a:solidFill>
              </a:rPr>
              <a:t>&lt;Integer, String&gt; map = new </a:t>
            </a:r>
            <a:r>
              <a:rPr lang="en-IN" dirty="0" err="1">
                <a:solidFill>
                  <a:schemeClr val="bg1"/>
                </a:solidFill>
              </a:rPr>
              <a:t>TreeMap</a:t>
            </a:r>
            <a:r>
              <a:rPr lang="en-IN" dirty="0">
                <a:solidFill>
                  <a:schemeClr val="bg1"/>
                </a:solidFill>
              </a:rPr>
              <a:t>&lt;&gt;();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map.put</a:t>
            </a:r>
            <a:r>
              <a:rPr lang="en-IN" dirty="0">
                <a:solidFill>
                  <a:schemeClr val="bg1"/>
                </a:solidFill>
              </a:rPr>
              <a:t>(50, "A");</a:t>
            </a:r>
          </a:p>
          <a:p>
            <a:r>
              <a:rPr lang="en-IN" dirty="0" err="1">
                <a:solidFill>
                  <a:schemeClr val="bg1"/>
                </a:solidFill>
              </a:rPr>
              <a:t>map.put</a:t>
            </a:r>
            <a:r>
              <a:rPr lang="en-IN" dirty="0">
                <a:solidFill>
                  <a:schemeClr val="bg1"/>
                </a:solidFill>
              </a:rPr>
              <a:t>(10, "B");</a:t>
            </a:r>
          </a:p>
          <a:p>
            <a:r>
              <a:rPr lang="en-IN" dirty="0" err="1">
                <a:solidFill>
                  <a:schemeClr val="bg1"/>
                </a:solidFill>
              </a:rPr>
              <a:t>map.put</a:t>
            </a:r>
            <a:r>
              <a:rPr lang="en-IN" dirty="0">
                <a:solidFill>
                  <a:schemeClr val="bg1"/>
                </a:solidFill>
              </a:rPr>
              <a:t>(30, "C");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</a:t>
            </a:r>
            <a:r>
              <a:rPr lang="en-IN" dirty="0" err="1">
                <a:solidFill>
                  <a:schemeClr val="bg1"/>
                </a:solidFill>
              </a:rPr>
              <a:t>TreeMap</a:t>
            </a:r>
            <a:r>
              <a:rPr lang="en-IN" dirty="0">
                <a:solidFill>
                  <a:schemeClr val="bg1"/>
                </a:solidFill>
              </a:rPr>
              <a:t> (sorted keys): " + map);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// Special navigation methods</a:t>
            </a:r>
          </a:p>
          <a:p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("First key: " + </a:t>
            </a:r>
            <a:r>
              <a:rPr lang="en-IN" dirty="0" err="1">
                <a:solidFill>
                  <a:schemeClr val="bg1"/>
                </a:solidFill>
              </a:rPr>
              <a:t>map.firstKey</a:t>
            </a:r>
            <a:r>
              <a:rPr lang="en-IN" dirty="0">
                <a:solidFill>
                  <a:schemeClr val="bg1"/>
                </a:solidFill>
              </a:rPr>
              <a:t>());</a:t>
            </a:r>
          </a:p>
          <a:p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("Last key: " + </a:t>
            </a:r>
            <a:r>
              <a:rPr lang="en-IN" dirty="0" err="1">
                <a:solidFill>
                  <a:schemeClr val="bg1"/>
                </a:solidFill>
              </a:rPr>
              <a:t>map.lastKey</a:t>
            </a:r>
            <a:r>
              <a:rPr lang="en-IN" dirty="0">
                <a:solidFill>
                  <a:schemeClr val="bg1"/>
                </a:solidFill>
              </a:rPr>
              <a:t>());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// Iterating in sorted order</a:t>
            </a:r>
          </a:p>
          <a:p>
            <a:r>
              <a:rPr lang="en-IN" dirty="0">
                <a:solidFill>
                  <a:schemeClr val="bg1"/>
                </a:solidFill>
              </a:rPr>
              <a:t>for (Integer key : </a:t>
            </a:r>
            <a:r>
              <a:rPr lang="en-IN" dirty="0" err="1">
                <a:solidFill>
                  <a:schemeClr val="bg1"/>
                </a:solidFill>
              </a:rPr>
              <a:t>map.keySet</a:t>
            </a:r>
            <a:r>
              <a:rPr lang="en-IN" dirty="0">
                <a:solidFill>
                  <a:schemeClr val="bg1"/>
                </a:solidFill>
              </a:rPr>
              <a:t>()) {</a:t>
            </a:r>
          </a:p>
          <a:p>
            <a:r>
              <a:rPr lang="en-IN" dirty="0">
                <a:solidFill>
                  <a:schemeClr val="bg1"/>
                </a:solidFill>
              </a:rPr>
              <a:t>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(key + " -&gt; " + </a:t>
            </a:r>
            <a:r>
              <a:rPr lang="en-IN" dirty="0" err="1">
                <a:solidFill>
                  <a:schemeClr val="bg1"/>
                </a:solidFill>
              </a:rPr>
              <a:t>map.get</a:t>
            </a:r>
            <a:r>
              <a:rPr lang="en-IN" dirty="0">
                <a:solidFill>
                  <a:schemeClr val="bg1"/>
                </a:solidFill>
              </a:rPr>
              <a:t>(key));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  <a:endParaRPr lang="en-IN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B5FAFEB-C269-4F9A-7F34-268922B6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52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1904-BB16-8F8B-207B-4C995221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Best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2103A3-EA2C-E2AE-2C21-B12892AE65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852552"/>
              </p:ext>
            </p:extLst>
          </p:nvPr>
        </p:nvGraphicFramePr>
        <p:xfrm>
          <a:off x="196603" y="1148823"/>
          <a:ext cx="10355914" cy="455339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177957">
                  <a:extLst>
                    <a:ext uri="{9D8B030D-6E8A-4147-A177-3AD203B41FA5}">
                      <a16:colId xmlns:a16="http://schemas.microsoft.com/office/drawing/2014/main" val="188013099"/>
                    </a:ext>
                  </a:extLst>
                </a:gridCol>
                <a:gridCol w="5177957">
                  <a:extLst>
                    <a:ext uri="{9D8B030D-6E8A-4147-A177-3AD203B41FA5}">
                      <a16:colId xmlns:a16="http://schemas.microsoft.com/office/drawing/2014/main" val="2242507520"/>
                    </a:ext>
                  </a:extLst>
                </a:gridCol>
              </a:tblGrid>
              <a:tr h="650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Need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Best Choice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893082"/>
                  </a:ext>
                </a:extLst>
              </a:tr>
              <a:tr h="650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search, no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HashSet / HashMap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481754"/>
                  </a:ext>
                </a:extLst>
              </a:tr>
              <a:tr h="650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 insertion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LinkedHashSet / LinkedHashMap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9778"/>
                  </a:ext>
                </a:extLst>
              </a:tr>
              <a:tr h="650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Sorted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TreeSet / TreeMap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897673"/>
                  </a:ext>
                </a:extLst>
              </a:tr>
              <a:tr h="650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Frequent reads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590490"/>
                  </a:ext>
                </a:extLst>
              </a:tr>
              <a:tr h="650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Frequent inserts/deletes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LinkedList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812764"/>
                  </a:ext>
                </a:extLst>
              </a:tr>
              <a:tr h="650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Priority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PriorityQueue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016305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C504DF-AD14-91F0-D400-18812A19F9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994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F1F8-E09E-EEFD-DCDD-ED3EFECA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uhaus 93" panose="04030905020B02020C02" pitchFamily="82" charset="0"/>
              </a:rPr>
              <a:t>Thank you!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F2CC60C-CCCA-D126-A44D-7042E9DE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36652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947</TotalTime>
  <Words>2271</Words>
  <Application>Microsoft Office PowerPoint</Application>
  <PresentationFormat>Widescreen</PresentationFormat>
  <Paragraphs>468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Agency FB</vt:lpstr>
      <vt:lpstr>Aptos</vt:lpstr>
      <vt:lpstr>Arial</vt:lpstr>
      <vt:lpstr>Arial Black</vt:lpstr>
      <vt:lpstr>Bauhaus 93</vt:lpstr>
      <vt:lpstr>Trebuchet MS</vt:lpstr>
      <vt:lpstr>Berlin</vt:lpstr>
      <vt:lpstr>&lt;ai/&gt; &lt;IQ/&gt; LABS</vt:lpstr>
      <vt:lpstr>Collections Framework {Agenda}</vt:lpstr>
      <vt:lpstr>Collections</vt:lpstr>
      <vt:lpstr>Collections</vt:lpstr>
      <vt:lpstr>Collections Family</vt:lpstr>
      <vt:lpstr>Map Family</vt:lpstr>
      <vt:lpstr>List</vt:lpstr>
      <vt:lpstr>List {Quick comparison}</vt:lpstr>
      <vt:lpstr>List {Arraylist}</vt:lpstr>
      <vt:lpstr>List {LinkedList}</vt:lpstr>
      <vt:lpstr>List { Vector}</vt:lpstr>
      <vt:lpstr>Set</vt:lpstr>
      <vt:lpstr>Set {Quick comparison}</vt:lpstr>
      <vt:lpstr>Set {Hashset}</vt:lpstr>
      <vt:lpstr>Set {LinkedHashset}</vt:lpstr>
      <vt:lpstr>Set {TreeSet}</vt:lpstr>
      <vt:lpstr>Queue</vt:lpstr>
      <vt:lpstr>Queue {Quick comparison}</vt:lpstr>
      <vt:lpstr>Queue {PriorityQueue}</vt:lpstr>
      <vt:lpstr>Queue {ArrayDeque}</vt:lpstr>
      <vt:lpstr>Map</vt:lpstr>
      <vt:lpstr>Map {Quick comparison}</vt:lpstr>
      <vt:lpstr>Map {HashMap}</vt:lpstr>
      <vt:lpstr>Map {LinkedHashMap}</vt:lpstr>
      <vt:lpstr>Map {TreeMap}</vt:lpstr>
      <vt:lpstr>Best practices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Slick Ark</dc:creator>
  <cp:lastModifiedBy>Slick Ark</cp:lastModifiedBy>
  <cp:revision>202</cp:revision>
  <dcterms:created xsi:type="dcterms:W3CDTF">2026-02-04T04:23:12Z</dcterms:created>
  <dcterms:modified xsi:type="dcterms:W3CDTF">2026-02-08T16:29:27Z</dcterms:modified>
</cp:coreProperties>
</file>