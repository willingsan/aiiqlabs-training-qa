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9" autoAdjust="0"/>
    <p:restoredTop sz="94660"/>
  </p:normalViewPr>
  <p:slideViewPr>
    <p:cSldViewPr snapToGrid="0">
      <p:cViewPr varScale="1">
        <p:scale>
          <a:sx n="97" d="100"/>
          <a:sy n="97" d="100"/>
        </p:scale>
        <p:origin x="4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07259D-CC92-40A2-B71A-EC53F9211F9A}">
      <dgm:prSet phldrT="[Text]" phldr="0" custT="1"/>
      <dgm:spPr/>
      <dgm:t>
        <a:bodyPr/>
        <a:lstStyle/>
        <a:p>
          <a:pPr algn="l"/>
          <a:r>
            <a:rPr lang="en-IN" sz="3200" dirty="0"/>
            <a:t>JVM Architecture</a:t>
          </a:r>
        </a:p>
      </dgm:t>
    </dgm:pt>
    <dgm:pt modelId="{CDA5EB07-4899-4932-BD18-04FBCCD240D5}" type="parTrans" cxnId="{7C5D232D-E9B4-4960-B9C9-71A7B8F558DB}">
      <dgm:prSet/>
      <dgm:spPr/>
      <dgm:t>
        <a:bodyPr/>
        <a:lstStyle/>
        <a:p>
          <a:endParaRPr lang="en-IN"/>
        </a:p>
      </dgm:t>
    </dgm:pt>
    <dgm:pt modelId="{0B90EAA4-646A-462C-BE6B-22BCE114692F}" type="sibTrans" cxnId="{7C5D232D-E9B4-4960-B9C9-71A7B8F558DB}">
      <dgm:prSet/>
      <dgm:spPr/>
      <dgm:t>
        <a:bodyPr/>
        <a:lstStyle/>
        <a:p>
          <a:endParaRPr lang="en-IN"/>
        </a:p>
      </dgm:t>
    </dgm:pt>
    <dgm:pt modelId="{8E1E5F67-7E5F-4ABE-83C5-252176617E65}">
      <dgm:prSet phldrT="[Text]" phldr="0" custT="1"/>
      <dgm:spPr/>
      <dgm:t>
        <a:bodyPr/>
        <a:lstStyle/>
        <a:p>
          <a:pPr algn="l"/>
          <a:r>
            <a:rPr lang="en-IN" sz="3200" dirty="0"/>
            <a:t>Class Loading Process</a:t>
          </a:r>
        </a:p>
      </dgm:t>
    </dgm:pt>
    <dgm:pt modelId="{E490E1AE-2D1B-4631-B48B-0C6DA14880B2}" type="parTrans" cxnId="{80D6A15E-5247-49EF-AA41-25370A25489E}">
      <dgm:prSet/>
      <dgm:spPr/>
      <dgm:t>
        <a:bodyPr/>
        <a:lstStyle/>
        <a:p>
          <a:endParaRPr lang="en-IN"/>
        </a:p>
      </dgm:t>
    </dgm:pt>
    <dgm:pt modelId="{E58D0AF1-45D3-429E-8791-7969BB250B90}" type="sibTrans" cxnId="{80D6A15E-5247-49EF-AA41-25370A25489E}">
      <dgm:prSet/>
      <dgm:spPr/>
      <dgm:t>
        <a:bodyPr/>
        <a:lstStyle/>
        <a:p>
          <a:endParaRPr lang="en-IN"/>
        </a:p>
      </dgm:t>
    </dgm:pt>
    <dgm:pt modelId="{A84CF9AC-DC22-4442-AAF2-3EC230B77427}">
      <dgm:prSet phldrT="[Text]" phldr="0" custT="1"/>
      <dgm:spPr/>
      <dgm:t>
        <a:bodyPr/>
        <a:lstStyle/>
        <a:p>
          <a:pPr algn="l"/>
          <a:r>
            <a:rPr lang="en-IN" sz="3200" dirty="0"/>
            <a:t>Java Memory Management</a:t>
          </a:r>
        </a:p>
      </dgm:t>
    </dgm:pt>
    <dgm:pt modelId="{15C412EB-24C3-4198-8BEF-B0286918A2B3}" type="parTrans" cxnId="{298D4326-D413-474C-94B3-EA9BC3D2FA42}">
      <dgm:prSet/>
      <dgm:spPr/>
      <dgm:t>
        <a:bodyPr/>
        <a:lstStyle/>
        <a:p>
          <a:endParaRPr lang="en-IN"/>
        </a:p>
      </dgm:t>
    </dgm:pt>
    <dgm:pt modelId="{DEAD1A2A-0877-433F-B02E-EE82C884197D}" type="sibTrans" cxnId="{298D4326-D413-474C-94B3-EA9BC3D2FA42}">
      <dgm:prSet/>
      <dgm:spPr/>
      <dgm:t>
        <a:bodyPr/>
        <a:lstStyle/>
        <a:p>
          <a:endParaRPr lang="en-IN"/>
        </a:p>
      </dgm:t>
    </dgm:pt>
    <dgm:pt modelId="{B1541FB7-C475-4108-B99E-B9FE2207780D}">
      <dgm:prSet phldrT="[Text]" phldr="0" custT="1"/>
      <dgm:spPr/>
      <dgm:t>
        <a:bodyPr/>
        <a:lstStyle/>
        <a:p>
          <a:pPr algn="l"/>
          <a:r>
            <a:rPr lang="en-IN" sz="3200" dirty="0"/>
            <a:t>Garbage Collection</a:t>
          </a:r>
        </a:p>
      </dgm:t>
    </dgm:pt>
    <dgm:pt modelId="{FF760661-7C1E-462B-8931-6AB2484FCE0C}" type="parTrans" cxnId="{F3C1E0C4-7FB2-473D-812D-343A7EF686BE}">
      <dgm:prSet/>
      <dgm:spPr/>
      <dgm:t>
        <a:bodyPr/>
        <a:lstStyle/>
        <a:p>
          <a:endParaRPr lang="en-IN"/>
        </a:p>
      </dgm:t>
    </dgm:pt>
    <dgm:pt modelId="{919B1759-2692-496E-A4C8-40906295CA69}" type="sibTrans" cxnId="{F3C1E0C4-7FB2-473D-812D-343A7EF686BE}">
      <dgm:prSet/>
      <dgm:spPr/>
      <dgm:t>
        <a:bodyPr/>
        <a:lstStyle/>
        <a:p>
          <a:endParaRPr lang="en-IN"/>
        </a:p>
      </dgm:t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D66BBEE-7F67-4E6F-A56A-94C435C76A0E}" type="pres">
      <dgm:prSet presAssocID="{BF07259D-CC92-40A2-B71A-EC53F9211F9A}" presName="circle1" presStyleLbl="node1" presStyleIdx="0" presStyleCnt="4"/>
      <dgm:spPr/>
    </dgm:pt>
    <dgm:pt modelId="{FDE74903-F762-4C18-A9EA-82E9B3622505}" type="pres">
      <dgm:prSet presAssocID="{BF07259D-CC92-40A2-B71A-EC53F9211F9A}" presName="space" presStyleCnt="0"/>
      <dgm:spPr/>
    </dgm:pt>
    <dgm:pt modelId="{7340E5E1-75B9-4AC7-BC8E-760EBCEC593A}" type="pres">
      <dgm:prSet presAssocID="{BF07259D-CC92-40A2-B71A-EC53F9211F9A}" presName="rect1" presStyleLbl="alignAcc1" presStyleIdx="0" presStyleCnt="4"/>
      <dgm:spPr/>
    </dgm:pt>
    <dgm:pt modelId="{3CDCB0C3-8009-4C2C-8513-942A91734314}" type="pres">
      <dgm:prSet presAssocID="{8E1E5F67-7E5F-4ABE-83C5-252176617E65}" presName="vertSpace2" presStyleLbl="node1" presStyleIdx="0" presStyleCnt="4"/>
      <dgm:spPr/>
    </dgm:pt>
    <dgm:pt modelId="{0F326279-BADD-4990-A79C-3627E55EEC9F}" type="pres">
      <dgm:prSet presAssocID="{8E1E5F67-7E5F-4ABE-83C5-252176617E65}" presName="circle2" presStyleLbl="node1" presStyleIdx="1" presStyleCnt="4"/>
      <dgm:spPr/>
    </dgm:pt>
    <dgm:pt modelId="{513B49BB-2A38-40C1-BF57-994579AAA45F}" type="pres">
      <dgm:prSet presAssocID="{8E1E5F67-7E5F-4ABE-83C5-252176617E65}" presName="rect2" presStyleLbl="alignAcc1" presStyleIdx="1" presStyleCnt="4"/>
      <dgm:spPr/>
    </dgm:pt>
    <dgm:pt modelId="{9D69C417-DED5-4C73-B011-4312CC396B5A}" type="pres">
      <dgm:prSet presAssocID="{A84CF9AC-DC22-4442-AAF2-3EC230B77427}" presName="vertSpace3" presStyleLbl="node1" presStyleIdx="1" presStyleCnt="4"/>
      <dgm:spPr/>
    </dgm:pt>
    <dgm:pt modelId="{D84B90B4-DF8A-4A1D-BF60-F990FD164C37}" type="pres">
      <dgm:prSet presAssocID="{A84CF9AC-DC22-4442-AAF2-3EC230B77427}" presName="circle3" presStyleLbl="node1" presStyleIdx="2" presStyleCnt="4"/>
      <dgm:spPr/>
    </dgm:pt>
    <dgm:pt modelId="{3314D90A-DE18-4AFC-9054-E696AFA36B4D}" type="pres">
      <dgm:prSet presAssocID="{A84CF9AC-DC22-4442-AAF2-3EC230B77427}" presName="rect3" presStyleLbl="alignAcc1" presStyleIdx="2" presStyleCnt="4"/>
      <dgm:spPr/>
    </dgm:pt>
    <dgm:pt modelId="{CF13EFF9-D0E4-4196-9B88-A6854177984F}" type="pres">
      <dgm:prSet presAssocID="{B1541FB7-C475-4108-B99E-B9FE2207780D}" presName="vertSpace4" presStyleLbl="node1" presStyleIdx="2" presStyleCnt="4"/>
      <dgm:spPr/>
    </dgm:pt>
    <dgm:pt modelId="{26F17D93-ACD1-43EF-AB6B-5684AD20EBB9}" type="pres">
      <dgm:prSet presAssocID="{B1541FB7-C475-4108-B99E-B9FE2207780D}" presName="circle4" presStyleLbl="node1" presStyleIdx="3" presStyleCnt="4"/>
      <dgm:spPr/>
    </dgm:pt>
    <dgm:pt modelId="{26041F2A-6B3A-4FD8-9979-A70CE63D88D1}" type="pres">
      <dgm:prSet presAssocID="{B1541FB7-C475-4108-B99E-B9FE2207780D}" presName="rect4" presStyleLbl="alignAcc1" presStyleIdx="3" presStyleCnt="4"/>
      <dgm:spPr/>
    </dgm:pt>
    <dgm:pt modelId="{AE2DCCCF-C4D9-4127-A2D1-BA19241541A9}" type="pres">
      <dgm:prSet presAssocID="{BF07259D-CC92-40A2-B71A-EC53F9211F9A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98A30F80-A2FB-45A4-BAE1-6C04E06879CA}" type="pres">
      <dgm:prSet presAssocID="{8E1E5F67-7E5F-4ABE-83C5-252176617E65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497BAC8B-21FB-4A19-8808-EE85B1A85A4A}" type="pres">
      <dgm:prSet presAssocID="{A84CF9AC-DC22-4442-AAF2-3EC230B77427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4B46A2D4-9B7B-4A05-A452-A53F5B5863AB}" type="pres">
      <dgm:prSet presAssocID="{B1541FB7-C475-4108-B99E-B9FE2207780D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3D02ED16-ABCD-4F1D-8927-BBA3C21D7038}" type="presOf" srcId="{8E1E5F67-7E5F-4ABE-83C5-252176617E65}" destId="{98A30F80-A2FB-45A4-BAE1-6C04E06879CA}" srcOrd="1" destOrd="0" presId="urn:microsoft.com/office/officeart/2005/8/layout/target3"/>
    <dgm:cxn modelId="{298D4326-D413-474C-94B3-EA9BC3D2FA42}" srcId="{6BD969DC-181F-4921-8B5F-0EF62F4CE89E}" destId="{A84CF9AC-DC22-4442-AAF2-3EC230B77427}" srcOrd="2" destOrd="0" parTransId="{15C412EB-24C3-4198-8BEF-B0286918A2B3}" sibTransId="{DEAD1A2A-0877-433F-B02E-EE82C884197D}"/>
    <dgm:cxn modelId="{7C5D232D-E9B4-4960-B9C9-71A7B8F558DB}" srcId="{6BD969DC-181F-4921-8B5F-0EF62F4CE89E}" destId="{BF07259D-CC92-40A2-B71A-EC53F9211F9A}" srcOrd="0" destOrd="0" parTransId="{CDA5EB07-4899-4932-BD18-04FBCCD240D5}" sibTransId="{0B90EAA4-646A-462C-BE6B-22BCE114692F}"/>
    <dgm:cxn modelId="{29370933-ACBB-4379-8468-838FA441D755}" type="presOf" srcId="{A84CF9AC-DC22-4442-AAF2-3EC230B77427}" destId="{3314D90A-DE18-4AFC-9054-E696AFA36B4D}" srcOrd="0" destOrd="0" presId="urn:microsoft.com/office/officeart/2005/8/layout/target3"/>
    <dgm:cxn modelId="{80D6A15E-5247-49EF-AA41-25370A25489E}" srcId="{6BD969DC-181F-4921-8B5F-0EF62F4CE89E}" destId="{8E1E5F67-7E5F-4ABE-83C5-252176617E65}" srcOrd="1" destOrd="0" parTransId="{E490E1AE-2D1B-4631-B48B-0C6DA14880B2}" sibTransId="{E58D0AF1-45D3-429E-8791-7969BB250B90}"/>
    <dgm:cxn modelId="{B9748D48-19F4-4E34-8D1E-CFD69FE68F78}" type="presOf" srcId="{BF07259D-CC92-40A2-B71A-EC53F9211F9A}" destId="{7340E5E1-75B9-4AC7-BC8E-760EBCEC593A}" srcOrd="0" destOrd="0" presId="urn:microsoft.com/office/officeart/2005/8/layout/target3"/>
    <dgm:cxn modelId="{BAB1B08F-D5D9-4A10-AD35-AAD94560AA23}" type="presOf" srcId="{A84CF9AC-DC22-4442-AAF2-3EC230B77427}" destId="{497BAC8B-21FB-4A19-8808-EE85B1A85A4A}" srcOrd="1" destOrd="0" presId="urn:microsoft.com/office/officeart/2005/8/layout/target3"/>
    <dgm:cxn modelId="{F3C1E0C4-7FB2-473D-812D-343A7EF686BE}" srcId="{6BD969DC-181F-4921-8B5F-0EF62F4CE89E}" destId="{B1541FB7-C475-4108-B99E-B9FE2207780D}" srcOrd="3" destOrd="0" parTransId="{FF760661-7C1E-462B-8931-6AB2484FCE0C}" sibTransId="{919B1759-2692-496E-A4C8-40906295CA69}"/>
    <dgm:cxn modelId="{28CA52CD-828F-4B54-9657-27F7F6F95D5F}" type="presOf" srcId="{B1541FB7-C475-4108-B99E-B9FE2207780D}" destId="{4B46A2D4-9B7B-4A05-A452-A53F5B5863AB}" srcOrd="1" destOrd="0" presId="urn:microsoft.com/office/officeart/2005/8/layout/target3"/>
    <dgm:cxn modelId="{B3D374D4-E24B-46A4-9D27-56178AE41B34}" type="presOf" srcId="{BF07259D-CC92-40A2-B71A-EC53F9211F9A}" destId="{AE2DCCCF-C4D9-4127-A2D1-BA19241541A9}" srcOrd="1" destOrd="0" presId="urn:microsoft.com/office/officeart/2005/8/layout/target3"/>
    <dgm:cxn modelId="{545407D5-24B8-4067-A10E-F9D3DD0BDE1A}" type="presOf" srcId="{8E1E5F67-7E5F-4ABE-83C5-252176617E65}" destId="{513B49BB-2A38-40C1-BF57-994579AAA45F}" srcOrd="0" destOrd="0" presId="urn:microsoft.com/office/officeart/2005/8/layout/target3"/>
    <dgm:cxn modelId="{7F3EBDEA-7D28-49EB-B45A-50650B39DDCA}" type="presOf" srcId="{B1541FB7-C475-4108-B99E-B9FE2207780D}" destId="{26041F2A-6B3A-4FD8-9979-A70CE63D88D1}" srcOrd="0" destOrd="0" presId="urn:microsoft.com/office/officeart/2005/8/layout/target3"/>
    <dgm:cxn modelId="{A15BE67A-6750-4650-8738-EDAD6AFC28DE}" type="presParOf" srcId="{DE860416-E6AE-46B5-862B-CD2595D1ACD2}" destId="{DD66BBEE-7F67-4E6F-A56A-94C435C76A0E}" srcOrd="0" destOrd="0" presId="urn:microsoft.com/office/officeart/2005/8/layout/target3"/>
    <dgm:cxn modelId="{3223D544-F4DF-466A-BCC5-D1858842068D}" type="presParOf" srcId="{DE860416-E6AE-46B5-862B-CD2595D1ACD2}" destId="{FDE74903-F762-4C18-A9EA-82E9B3622505}" srcOrd="1" destOrd="0" presId="urn:microsoft.com/office/officeart/2005/8/layout/target3"/>
    <dgm:cxn modelId="{F9F17FAA-59BF-457D-AF9C-F83D9268917F}" type="presParOf" srcId="{DE860416-E6AE-46B5-862B-CD2595D1ACD2}" destId="{7340E5E1-75B9-4AC7-BC8E-760EBCEC593A}" srcOrd="2" destOrd="0" presId="urn:microsoft.com/office/officeart/2005/8/layout/target3"/>
    <dgm:cxn modelId="{15849BD4-7FCC-44FA-81A3-B63D52573EE9}" type="presParOf" srcId="{DE860416-E6AE-46B5-862B-CD2595D1ACD2}" destId="{3CDCB0C3-8009-4C2C-8513-942A91734314}" srcOrd="3" destOrd="0" presId="urn:microsoft.com/office/officeart/2005/8/layout/target3"/>
    <dgm:cxn modelId="{A17A355D-3A50-481D-989F-30B841D7D0D7}" type="presParOf" srcId="{DE860416-E6AE-46B5-862B-CD2595D1ACD2}" destId="{0F326279-BADD-4990-A79C-3627E55EEC9F}" srcOrd="4" destOrd="0" presId="urn:microsoft.com/office/officeart/2005/8/layout/target3"/>
    <dgm:cxn modelId="{165A1AEA-13A0-4606-A6B4-BEAD3630768F}" type="presParOf" srcId="{DE860416-E6AE-46B5-862B-CD2595D1ACD2}" destId="{513B49BB-2A38-40C1-BF57-994579AAA45F}" srcOrd="5" destOrd="0" presId="urn:microsoft.com/office/officeart/2005/8/layout/target3"/>
    <dgm:cxn modelId="{C1EE7AD9-9E6E-4699-8164-B136C2D1603B}" type="presParOf" srcId="{DE860416-E6AE-46B5-862B-CD2595D1ACD2}" destId="{9D69C417-DED5-4C73-B011-4312CC396B5A}" srcOrd="6" destOrd="0" presId="urn:microsoft.com/office/officeart/2005/8/layout/target3"/>
    <dgm:cxn modelId="{BEDDC606-DB44-49ED-8CD1-88195021BF93}" type="presParOf" srcId="{DE860416-E6AE-46B5-862B-CD2595D1ACD2}" destId="{D84B90B4-DF8A-4A1D-BF60-F990FD164C37}" srcOrd="7" destOrd="0" presId="urn:microsoft.com/office/officeart/2005/8/layout/target3"/>
    <dgm:cxn modelId="{8BC96B2A-0A63-4DC0-B79E-7A7F0FABB9B6}" type="presParOf" srcId="{DE860416-E6AE-46B5-862B-CD2595D1ACD2}" destId="{3314D90A-DE18-4AFC-9054-E696AFA36B4D}" srcOrd="8" destOrd="0" presId="urn:microsoft.com/office/officeart/2005/8/layout/target3"/>
    <dgm:cxn modelId="{C17FF974-30B4-42CB-B4E1-B4D325176419}" type="presParOf" srcId="{DE860416-E6AE-46B5-862B-CD2595D1ACD2}" destId="{CF13EFF9-D0E4-4196-9B88-A6854177984F}" srcOrd="9" destOrd="0" presId="urn:microsoft.com/office/officeart/2005/8/layout/target3"/>
    <dgm:cxn modelId="{852EC295-0DC5-47A0-9046-C815348AB57D}" type="presParOf" srcId="{DE860416-E6AE-46B5-862B-CD2595D1ACD2}" destId="{26F17D93-ACD1-43EF-AB6B-5684AD20EBB9}" srcOrd="10" destOrd="0" presId="urn:microsoft.com/office/officeart/2005/8/layout/target3"/>
    <dgm:cxn modelId="{EEA7ADBF-A7E2-437F-8CA2-BC856FAB3109}" type="presParOf" srcId="{DE860416-E6AE-46B5-862B-CD2595D1ACD2}" destId="{26041F2A-6B3A-4FD8-9979-A70CE63D88D1}" srcOrd="11" destOrd="0" presId="urn:microsoft.com/office/officeart/2005/8/layout/target3"/>
    <dgm:cxn modelId="{A238F773-EC2D-450B-929D-25C13150D21C}" type="presParOf" srcId="{DE860416-E6AE-46B5-862B-CD2595D1ACD2}" destId="{AE2DCCCF-C4D9-4127-A2D1-BA19241541A9}" srcOrd="12" destOrd="0" presId="urn:microsoft.com/office/officeart/2005/8/layout/target3"/>
    <dgm:cxn modelId="{16EAE602-CA8C-4278-AE6F-9D8799A6D32F}" type="presParOf" srcId="{DE860416-E6AE-46B5-862B-CD2595D1ACD2}" destId="{98A30F80-A2FB-45A4-BAE1-6C04E06879CA}" srcOrd="13" destOrd="0" presId="urn:microsoft.com/office/officeart/2005/8/layout/target3"/>
    <dgm:cxn modelId="{53120EBD-5782-43C6-8FC2-CCD2703528E5}" type="presParOf" srcId="{DE860416-E6AE-46B5-862B-CD2595D1ACD2}" destId="{497BAC8B-21FB-4A19-8808-EE85B1A85A4A}" srcOrd="14" destOrd="0" presId="urn:microsoft.com/office/officeart/2005/8/layout/target3"/>
    <dgm:cxn modelId="{1390C795-7B91-4358-8B81-C72D4F2ED2B1}" type="presParOf" srcId="{DE860416-E6AE-46B5-862B-CD2595D1ACD2}" destId="{4B46A2D4-9B7B-4A05-A452-A53F5B5863AB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F542C4-0C60-47E0-9E06-24C5DF443D52}" type="doc">
      <dgm:prSet loTypeId="urn:microsoft.com/office/officeart/2005/8/layout/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AD6C8A-4FF4-435E-805B-2A9778A74623}">
      <dgm:prSet phldrT="[Text]" phldr="0"/>
      <dgm:spPr/>
      <dgm:t>
        <a:bodyPr/>
        <a:lstStyle/>
        <a:p>
          <a:r>
            <a:rPr lang="en-IN" dirty="0"/>
            <a:t>Class Loader</a:t>
          </a:r>
        </a:p>
      </dgm:t>
    </dgm:pt>
    <dgm:pt modelId="{D730C12E-C347-4A6B-B7A9-4EF8080B43BC}" type="parTrans" cxnId="{1D3A8F01-365D-49A8-B3C1-CDDB5BE1A040}">
      <dgm:prSet/>
      <dgm:spPr/>
      <dgm:t>
        <a:bodyPr/>
        <a:lstStyle/>
        <a:p>
          <a:endParaRPr lang="en-IN"/>
        </a:p>
      </dgm:t>
    </dgm:pt>
    <dgm:pt modelId="{914A6782-F875-45E2-822F-23E476DC5BBD}" type="sibTrans" cxnId="{1D3A8F01-365D-49A8-B3C1-CDDB5BE1A040}">
      <dgm:prSet/>
      <dgm:spPr>
        <a:noFill/>
      </dgm:spPr>
      <dgm:t>
        <a:bodyPr/>
        <a:lstStyle/>
        <a:p>
          <a:endParaRPr lang="en-IN"/>
        </a:p>
      </dgm:t>
    </dgm:pt>
    <dgm:pt modelId="{D34BDEF1-F0BB-43AD-AF41-219141AA8C21}">
      <dgm:prSet phldrT="[Text]" custT="1"/>
      <dgm:spPr/>
      <dgm:t>
        <a:bodyPr lIns="36000" tIns="100800" rIns="36000" bIns="36000"/>
        <a:lstStyle/>
        <a:p>
          <a:pPr algn="l">
            <a:buFont typeface="Arial" panose="020B0604020202020204" pitchFamily="34" charset="0"/>
            <a:buNone/>
          </a:pPr>
          <a:r>
            <a:rPr lang="en-US" sz="1400" baseline="0"/>
            <a:t>Loads ‘.class’ files into memory.</a:t>
          </a:r>
          <a:endParaRPr lang="en-IN" sz="1400" dirty="0"/>
        </a:p>
      </dgm:t>
    </dgm:pt>
    <dgm:pt modelId="{C4AA9B3C-72BE-4829-B71D-E889E90DB322}" type="parTrans" cxnId="{0F7C34D5-6362-4F97-A9DD-C6A71401584B}">
      <dgm:prSet/>
      <dgm:spPr/>
      <dgm:t>
        <a:bodyPr/>
        <a:lstStyle/>
        <a:p>
          <a:endParaRPr lang="en-IN"/>
        </a:p>
      </dgm:t>
    </dgm:pt>
    <dgm:pt modelId="{A057E11E-F7B7-4A29-8C5D-1B9C7D899351}" type="sibTrans" cxnId="{0F7C34D5-6362-4F97-A9DD-C6A71401584B}">
      <dgm:prSet/>
      <dgm:spPr/>
      <dgm:t>
        <a:bodyPr/>
        <a:lstStyle/>
        <a:p>
          <a:endParaRPr lang="en-IN"/>
        </a:p>
      </dgm:t>
    </dgm:pt>
    <dgm:pt modelId="{4EE7A913-FCEB-4129-B527-C798C1BE617D}">
      <dgm:prSet phldrT="[Text]" phldr="0"/>
      <dgm:spPr/>
      <dgm:t>
        <a:bodyPr/>
        <a:lstStyle/>
        <a:p>
          <a:r>
            <a:rPr lang="en-IN" dirty="0"/>
            <a:t>Runtime Data Area</a:t>
          </a:r>
        </a:p>
      </dgm:t>
    </dgm:pt>
    <dgm:pt modelId="{5E9ADDDC-F587-4E68-A624-FD419696A2B2}" type="parTrans" cxnId="{6E2A8CAA-B0C5-4A80-B7C3-6B5E803EF281}">
      <dgm:prSet/>
      <dgm:spPr/>
      <dgm:t>
        <a:bodyPr/>
        <a:lstStyle/>
        <a:p>
          <a:endParaRPr lang="en-IN"/>
        </a:p>
      </dgm:t>
    </dgm:pt>
    <dgm:pt modelId="{315D7354-45B5-414C-939F-77AD0B72A5CB}" type="sibTrans" cxnId="{6E2A8CAA-B0C5-4A80-B7C3-6B5E803EF281}">
      <dgm:prSet/>
      <dgm:spPr>
        <a:noFill/>
      </dgm:spPr>
      <dgm:t>
        <a:bodyPr/>
        <a:lstStyle/>
        <a:p>
          <a:endParaRPr lang="en-IN"/>
        </a:p>
      </dgm:t>
    </dgm:pt>
    <dgm:pt modelId="{0F199984-FC43-46B4-BFD9-E005D2A1B123}">
      <dgm:prSet phldrT="[Text]"/>
      <dgm:spPr/>
      <dgm:t>
        <a:bodyPr/>
        <a:lstStyle/>
        <a:p>
          <a:pPr>
            <a:buNone/>
          </a:pPr>
          <a:r>
            <a:rPr lang="en-US" b="1" dirty="0"/>
            <a:t>Method Area:</a:t>
          </a:r>
          <a:r>
            <a:rPr lang="en-US" dirty="0"/>
            <a:t> Stores class structures (methods, fields).</a:t>
          </a:r>
          <a:endParaRPr lang="en-IN" dirty="0"/>
        </a:p>
      </dgm:t>
    </dgm:pt>
    <dgm:pt modelId="{3273C472-FEFD-4731-B314-3ACB6E74C08E}" type="parTrans" cxnId="{67614C72-80BC-4BC4-98EF-D560B344F112}">
      <dgm:prSet/>
      <dgm:spPr/>
      <dgm:t>
        <a:bodyPr/>
        <a:lstStyle/>
        <a:p>
          <a:endParaRPr lang="en-IN"/>
        </a:p>
      </dgm:t>
    </dgm:pt>
    <dgm:pt modelId="{EEDA692E-86D8-42ED-9C2D-4671D445A4CC}" type="sibTrans" cxnId="{67614C72-80BC-4BC4-98EF-D560B344F112}">
      <dgm:prSet/>
      <dgm:spPr/>
      <dgm:t>
        <a:bodyPr/>
        <a:lstStyle/>
        <a:p>
          <a:endParaRPr lang="en-IN"/>
        </a:p>
      </dgm:t>
    </dgm:pt>
    <dgm:pt modelId="{980FC058-D86C-44F2-B366-9D6FCDCBCA5F}">
      <dgm:prSet phldrT="[Text]"/>
      <dgm:spPr/>
      <dgm:t>
        <a:bodyPr/>
        <a:lstStyle/>
        <a:p>
          <a:pPr>
            <a:buNone/>
          </a:pPr>
          <a:r>
            <a:rPr lang="en-IN" dirty="0"/>
            <a:t>Execution Engine</a:t>
          </a:r>
        </a:p>
      </dgm:t>
    </dgm:pt>
    <dgm:pt modelId="{B7839055-6BED-4AD0-84FD-09C0B80FCA58}" type="parTrans" cxnId="{ED54FACF-8F6D-48B0-8528-AD5AE9EB3183}">
      <dgm:prSet/>
      <dgm:spPr/>
      <dgm:t>
        <a:bodyPr/>
        <a:lstStyle/>
        <a:p>
          <a:endParaRPr lang="en-IN"/>
        </a:p>
      </dgm:t>
    </dgm:pt>
    <dgm:pt modelId="{03553828-3855-46C5-8E0C-53B2B70BA825}" type="sibTrans" cxnId="{ED54FACF-8F6D-48B0-8528-AD5AE9EB3183}">
      <dgm:prSet/>
      <dgm:spPr>
        <a:noFill/>
      </dgm:spPr>
      <dgm:t>
        <a:bodyPr/>
        <a:lstStyle/>
        <a:p>
          <a:endParaRPr lang="en-IN"/>
        </a:p>
      </dgm:t>
    </dgm:pt>
    <dgm:pt modelId="{C5629668-BCC1-46FF-9218-636112A5458B}">
      <dgm:prSet phldrT="[Text]"/>
      <dgm:spPr/>
      <dgm:t>
        <a:bodyPr/>
        <a:lstStyle/>
        <a:p>
          <a:pPr>
            <a:buNone/>
          </a:pPr>
          <a:r>
            <a:rPr lang="en-US" b="1" dirty="0"/>
            <a:t>Interpreter:</a:t>
          </a:r>
          <a:r>
            <a:rPr lang="en-US" dirty="0"/>
            <a:t> Reads bytecode line by line.</a:t>
          </a:r>
          <a:endParaRPr lang="en-IN" dirty="0"/>
        </a:p>
      </dgm:t>
    </dgm:pt>
    <dgm:pt modelId="{F9C9E6ED-A1BC-4892-BC3E-8943122C62A1}" type="parTrans" cxnId="{FF868C3D-345C-4004-B08E-3E362A0818CB}">
      <dgm:prSet/>
      <dgm:spPr/>
      <dgm:t>
        <a:bodyPr/>
        <a:lstStyle/>
        <a:p>
          <a:endParaRPr lang="en-IN"/>
        </a:p>
      </dgm:t>
    </dgm:pt>
    <dgm:pt modelId="{6FFC4758-7203-4318-B16D-AD9270B79DBC}" type="sibTrans" cxnId="{FF868C3D-345C-4004-B08E-3E362A0818CB}">
      <dgm:prSet/>
      <dgm:spPr/>
      <dgm:t>
        <a:bodyPr/>
        <a:lstStyle/>
        <a:p>
          <a:endParaRPr lang="en-IN"/>
        </a:p>
      </dgm:t>
    </dgm:pt>
    <dgm:pt modelId="{DDB1041D-6636-40E0-BFE8-5F96FA4B3DD3}">
      <dgm:prSet/>
      <dgm:spPr/>
      <dgm:t>
        <a:bodyPr/>
        <a:lstStyle/>
        <a:p>
          <a:r>
            <a:rPr lang="en-IN" dirty="0"/>
            <a:t>Native Interface</a:t>
          </a:r>
        </a:p>
      </dgm:t>
    </dgm:pt>
    <dgm:pt modelId="{5FEA9BBB-387D-444F-8D14-F302F88AF9F8}" type="parTrans" cxnId="{41A10A8D-7DFC-4D29-8509-3F52B75699BA}">
      <dgm:prSet/>
      <dgm:spPr/>
      <dgm:t>
        <a:bodyPr/>
        <a:lstStyle/>
        <a:p>
          <a:endParaRPr lang="en-IN"/>
        </a:p>
      </dgm:t>
    </dgm:pt>
    <dgm:pt modelId="{87F66A36-1262-4EC9-9D80-EAB0F48EE13A}" type="sibTrans" cxnId="{41A10A8D-7DFC-4D29-8509-3F52B75699BA}">
      <dgm:prSet/>
      <dgm:spPr/>
      <dgm:t>
        <a:bodyPr/>
        <a:lstStyle/>
        <a:p>
          <a:endParaRPr lang="en-IN"/>
        </a:p>
      </dgm:t>
    </dgm:pt>
    <dgm:pt modelId="{0AC27BDD-4575-4890-95E6-C558FF4918B3}">
      <dgm:prSet/>
      <dgm:spPr/>
      <dgm:t>
        <a:bodyPr/>
        <a:lstStyle/>
        <a:p>
          <a:pPr>
            <a:buFontTx/>
            <a:buNone/>
          </a:pPr>
          <a:r>
            <a:rPr lang="en-US" dirty="0"/>
            <a:t>Allows Java to interact with native libraries (e.g., C/C++).</a:t>
          </a:r>
          <a:endParaRPr lang="en-IN" dirty="0"/>
        </a:p>
      </dgm:t>
    </dgm:pt>
    <dgm:pt modelId="{78CC5AED-DA23-44AD-BC35-DAF7EEEBBF15}" type="parTrans" cxnId="{7DA4161D-3EC2-4F3F-9E68-04658C8ABF58}">
      <dgm:prSet/>
      <dgm:spPr/>
      <dgm:t>
        <a:bodyPr/>
        <a:lstStyle/>
        <a:p>
          <a:endParaRPr lang="en-IN"/>
        </a:p>
      </dgm:t>
    </dgm:pt>
    <dgm:pt modelId="{7763AC04-C44C-4D05-8E4A-507E71CDF77B}" type="sibTrans" cxnId="{7DA4161D-3EC2-4F3F-9E68-04658C8ABF58}">
      <dgm:prSet/>
      <dgm:spPr/>
      <dgm:t>
        <a:bodyPr/>
        <a:lstStyle/>
        <a:p>
          <a:endParaRPr lang="en-IN"/>
        </a:p>
      </dgm:t>
    </dgm:pt>
    <dgm:pt modelId="{718EEC59-6D47-482B-98F9-6D2D17E5AE82}">
      <dgm:prSet phldrT="[Text]" custT="1"/>
      <dgm:spPr/>
      <dgm:t>
        <a:bodyPr lIns="36000" tIns="100800" rIns="36000" bIns="36000"/>
        <a:lstStyle/>
        <a:p>
          <a:pPr algn="l">
            <a:buFont typeface="Arial" panose="020B0604020202020204" pitchFamily="34" charset="0"/>
            <a:buNone/>
          </a:pPr>
          <a:endParaRPr lang="en-IN" sz="1400" dirty="0"/>
        </a:p>
      </dgm:t>
    </dgm:pt>
    <dgm:pt modelId="{0E245BF9-897F-4FA4-92BA-1185B97873DF}" type="parTrans" cxnId="{F068DE9D-98DD-416C-B859-8B3EB8C2778B}">
      <dgm:prSet/>
      <dgm:spPr/>
      <dgm:t>
        <a:bodyPr/>
        <a:lstStyle/>
        <a:p>
          <a:endParaRPr lang="en-IN"/>
        </a:p>
      </dgm:t>
    </dgm:pt>
    <dgm:pt modelId="{DC771604-24FA-4FBD-A951-37C6B9EED874}" type="sibTrans" cxnId="{F068DE9D-98DD-416C-B859-8B3EB8C2778B}">
      <dgm:prSet/>
      <dgm:spPr/>
      <dgm:t>
        <a:bodyPr/>
        <a:lstStyle/>
        <a:p>
          <a:endParaRPr lang="en-IN"/>
        </a:p>
      </dgm:t>
    </dgm:pt>
    <dgm:pt modelId="{DF6A8F38-D04A-4ECF-AEBA-3EAA6B3A937C}">
      <dgm:prSet phldrT="[Text]" custT="1"/>
      <dgm:spPr/>
      <dgm:t>
        <a:bodyPr lIns="36000" tIns="100800" rIns="36000" bIns="36000"/>
        <a:lstStyle/>
        <a:p>
          <a:pPr algn="l">
            <a:buFont typeface="Arial" panose="020B0604020202020204" pitchFamily="34" charset="0"/>
            <a:buNone/>
          </a:pPr>
          <a:r>
            <a:rPr lang="en-IN" sz="1400" i="1" baseline="0"/>
            <a:t>Loading → Linking → Initialization</a:t>
          </a:r>
          <a:r>
            <a:rPr lang="en-IN" sz="1400" baseline="0"/>
            <a:t>.</a:t>
          </a:r>
          <a:endParaRPr lang="en-IN" sz="1400" dirty="0"/>
        </a:p>
      </dgm:t>
    </dgm:pt>
    <dgm:pt modelId="{8A0ED890-4642-4D58-9E56-B1177A9BB843}" type="parTrans" cxnId="{48FE046A-BAB6-453F-A8F5-5BACB74A0F70}">
      <dgm:prSet/>
      <dgm:spPr/>
      <dgm:t>
        <a:bodyPr/>
        <a:lstStyle/>
        <a:p>
          <a:endParaRPr lang="en-IN"/>
        </a:p>
      </dgm:t>
    </dgm:pt>
    <dgm:pt modelId="{57B23DF3-9CAE-47D2-AD17-EC9BC17A545B}" type="sibTrans" cxnId="{48FE046A-BAB6-453F-A8F5-5BACB74A0F70}">
      <dgm:prSet/>
      <dgm:spPr/>
      <dgm:t>
        <a:bodyPr/>
        <a:lstStyle/>
        <a:p>
          <a:endParaRPr lang="en-IN"/>
        </a:p>
      </dgm:t>
    </dgm:pt>
    <dgm:pt modelId="{1E2F67E5-6929-4ABB-9C29-C04285B2EE3E}">
      <dgm:prSet phldrT="[Text]" custT="1"/>
      <dgm:spPr/>
      <dgm:t>
        <a:bodyPr lIns="36000" tIns="100800" rIns="36000" bIns="36000"/>
        <a:lstStyle/>
        <a:p>
          <a:pPr algn="l">
            <a:buFont typeface="Arial" panose="020B0604020202020204" pitchFamily="34" charset="0"/>
            <a:buNone/>
          </a:pPr>
          <a:endParaRPr lang="en-IN" sz="1400" dirty="0"/>
        </a:p>
      </dgm:t>
    </dgm:pt>
    <dgm:pt modelId="{7CC5E964-763B-4F82-A2A0-4E7987792552}" type="parTrans" cxnId="{860F0CF6-1F7F-4018-A17E-01AC5BA016AF}">
      <dgm:prSet/>
      <dgm:spPr/>
      <dgm:t>
        <a:bodyPr/>
        <a:lstStyle/>
        <a:p>
          <a:endParaRPr lang="en-IN"/>
        </a:p>
      </dgm:t>
    </dgm:pt>
    <dgm:pt modelId="{67A30C4E-CE6D-4738-946A-01E2F243364A}" type="sibTrans" cxnId="{860F0CF6-1F7F-4018-A17E-01AC5BA016AF}">
      <dgm:prSet/>
      <dgm:spPr/>
      <dgm:t>
        <a:bodyPr/>
        <a:lstStyle/>
        <a:p>
          <a:endParaRPr lang="en-IN"/>
        </a:p>
      </dgm:t>
    </dgm:pt>
    <dgm:pt modelId="{4797CE26-18D1-4EC9-B514-65AEBE19C3C2}">
      <dgm:prSet phldrT="[Text]" custT="1"/>
      <dgm:spPr/>
      <dgm:t>
        <a:bodyPr lIns="36000" tIns="100800" rIns="36000" bIns="36000"/>
        <a:lstStyle/>
        <a:p>
          <a:pPr algn="l">
            <a:buFont typeface="Arial" panose="020B0604020202020204" pitchFamily="34" charset="0"/>
            <a:buNone/>
          </a:pPr>
          <a:r>
            <a:rPr lang="en-IN" sz="1400" dirty="0">
              <a:solidFill>
                <a:schemeClr val="bg2"/>
              </a:solidFill>
            </a:rPr>
            <a:t>	====Phases===</a:t>
          </a:r>
        </a:p>
      </dgm:t>
    </dgm:pt>
    <dgm:pt modelId="{1169066C-DC4E-4456-A90E-F593547813F1}" type="parTrans" cxnId="{31B1C04E-3860-41D0-85A3-5332E1D9BB34}">
      <dgm:prSet/>
      <dgm:spPr/>
      <dgm:t>
        <a:bodyPr/>
        <a:lstStyle/>
        <a:p>
          <a:endParaRPr lang="en-IN"/>
        </a:p>
      </dgm:t>
    </dgm:pt>
    <dgm:pt modelId="{79D8F097-A622-4DCC-9284-DFD2E5614ED4}" type="sibTrans" cxnId="{31B1C04E-3860-41D0-85A3-5332E1D9BB34}">
      <dgm:prSet/>
      <dgm:spPr/>
      <dgm:t>
        <a:bodyPr/>
        <a:lstStyle/>
        <a:p>
          <a:endParaRPr lang="en-IN"/>
        </a:p>
      </dgm:t>
    </dgm:pt>
    <dgm:pt modelId="{EB5A7FFA-2552-44A7-A278-CDF58FA6E910}">
      <dgm:prSet/>
      <dgm:spPr/>
      <dgm:t>
        <a:bodyPr/>
        <a:lstStyle/>
        <a:p>
          <a:pPr>
            <a:buNone/>
          </a:pPr>
          <a:r>
            <a:rPr lang="en-IN" b="1" dirty="0"/>
            <a:t>Heap:</a:t>
          </a:r>
          <a:r>
            <a:rPr lang="en-IN" dirty="0"/>
            <a:t> Stores objects.</a:t>
          </a:r>
        </a:p>
      </dgm:t>
    </dgm:pt>
    <dgm:pt modelId="{85C938D8-878B-4E7E-9FF7-5C54F70CA037}" type="parTrans" cxnId="{5DB3BB57-3318-483A-8092-55CC831BF28F}">
      <dgm:prSet/>
      <dgm:spPr/>
      <dgm:t>
        <a:bodyPr/>
        <a:lstStyle/>
        <a:p>
          <a:endParaRPr lang="en-IN"/>
        </a:p>
      </dgm:t>
    </dgm:pt>
    <dgm:pt modelId="{F39FDCA4-7633-49C8-BF7F-FACC7D8F752D}" type="sibTrans" cxnId="{5DB3BB57-3318-483A-8092-55CC831BF28F}">
      <dgm:prSet/>
      <dgm:spPr/>
      <dgm:t>
        <a:bodyPr/>
        <a:lstStyle/>
        <a:p>
          <a:endParaRPr lang="en-IN"/>
        </a:p>
      </dgm:t>
    </dgm:pt>
    <dgm:pt modelId="{730AA4EF-E668-4D0D-A899-A44E8EC102CD}">
      <dgm:prSet/>
      <dgm:spPr/>
      <dgm:t>
        <a:bodyPr/>
        <a:lstStyle/>
        <a:p>
          <a:pPr>
            <a:buNone/>
          </a:pPr>
          <a:r>
            <a:rPr lang="en-US" b="1" dirty="0"/>
            <a:t>Stack:</a:t>
          </a:r>
          <a:r>
            <a:rPr lang="en-US" dirty="0"/>
            <a:t> Stores method calls and local variables.</a:t>
          </a:r>
        </a:p>
      </dgm:t>
    </dgm:pt>
    <dgm:pt modelId="{A26ECCD4-B5B3-4DAE-8FF9-C95D064B28DD}" type="parTrans" cxnId="{B7407DD1-0211-4578-A507-22C74DCFFEAF}">
      <dgm:prSet/>
      <dgm:spPr/>
      <dgm:t>
        <a:bodyPr/>
        <a:lstStyle/>
        <a:p>
          <a:endParaRPr lang="en-IN"/>
        </a:p>
      </dgm:t>
    </dgm:pt>
    <dgm:pt modelId="{EA3375C7-1B31-49CC-A582-2647740C17AB}" type="sibTrans" cxnId="{B7407DD1-0211-4578-A507-22C74DCFFEAF}">
      <dgm:prSet/>
      <dgm:spPr/>
      <dgm:t>
        <a:bodyPr/>
        <a:lstStyle/>
        <a:p>
          <a:endParaRPr lang="en-IN"/>
        </a:p>
      </dgm:t>
    </dgm:pt>
    <dgm:pt modelId="{60D3D39E-07DB-41EC-9008-68D01310F5C5}">
      <dgm:prSet/>
      <dgm:spPr/>
      <dgm:t>
        <a:bodyPr/>
        <a:lstStyle/>
        <a:p>
          <a:pPr>
            <a:buNone/>
          </a:pPr>
          <a:r>
            <a:rPr lang="en-US" b="1" dirty="0"/>
            <a:t>PC Register:</a:t>
          </a:r>
          <a:r>
            <a:rPr lang="en-US" dirty="0"/>
            <a:t> Tracks current instruction.</a:t>
          </a:r>
        </a:p>
      </dgm:t>
    </dgm:pt>
    <dgm:pt modelId="{5016B162-9771-4298-AD7B-CD5885612BE0}" type="parTrans" cxnId="{0E08A24A-9279-4D3C-AE64-6870A0D5A408}">
      <dgm:prSet/>
      <dgm:spPr/>
      <dgm:t>
        <a:bodyPr/>
        <a:lstStyle/>
        <a:p>
          <a:endParaRPr lang="en-IN"/>
        </a:p>
      </dgm:t>
    </dgm:pt>
    <dgm:pt modelId="{BFA0FFE2-E47B-4E53-8037-9130B4181267}" type="sibTrans" cxnId="{0E08A24A-9279-4D3C-AE64-6870A0D5A408}">
      <dgm:prSet/>
      <dgm:spPr/>
      <dgm:t>
        <a:bodyPr/>
        <a:lstStyle/>
        <a:p>
          <a:endParaRPr lang="en-IN"/>
        </a:p>
      </dgm:t>
    </dgm:pt>
    <dgm:pt modelId="{964A1EDD-7759-411F-97B3-F1CC77D640D0}">
      <dgm:prSet/>
      <dgm:spPr/>
      <dgm:t>
        <a:bodyPr/>
        <a:lstStyle/>
        <a:p>
          <a:pPr>
            <a:buNone/>
          </a:pPr>
          <a:r>
            <a:rPr lang="en-IN" b="1" dirty="0"/>
            <a:t>Native Method Stack:</a:t>
          </a:r>
          <a:r>
            <a:rPr lang="en-IN" dirty="0"/>
            <a:t> Supports native (non-Java) code.</a:t>
          </a:r>
        </a:p>
      </dgm:t>
    </dgm:pt>
    <dgm:pt modelId="{3CE5C804-BB57-49DF-B4FD-AA9BF0ED69EF}" type="parTrans" cxnId="{1996820D-80D0-403C-B53C-C1FE5E6B4F87}">
      <dgm:prSet/>
      <dgm:spPr/>
      <dgm:t>
        <a:bodyPr/>
        <a:lstStyle/>
        <a:p>
          <a:endParaRPr lang="en-IN"/>
        </a:p>
      </dgm:t>
    </dgm:pt>
    <dgm:pt modelId="{00A457B2-69B2-4727-91CF-D70B6D286D4A}" type="sibTrans" cxnId="{1996820D-80D0-403C-B53C-C1FE5E6B4F87}">
      <dgm:prSet/>
      <dgm:spPr/>
      <dgm:t>
        <a:bodyPr/>
        <a:lstStyle/>
        <a:p>
          <a:endParaRPr lang="en-IN"/>
        </a:p>
      </dgm:t>
    </dgm:pt>
    <dgm:pt modelId="{53219874-A9E7-4E04-90BD-EA50FEA504FD}">
      <dgm:prSet/>
      <dgm:spPr/>
      <dgm:t>
        <a:bodyPr/>
        <a:lstStyle/>
        <a:p>
          <a:pPr>
            <a:buNone/>
          </a:pPr>
          <a:r>
            <a:rPr lang="en-IN" b="1"/>
            <a:t>JIT Compiler:</a:t>
          </a:r>
          <a:r>
            <a:rPr lang="en-IN"/>
            <a:t> Converts bytecode into native machine code for performance.</a:t>
          </a:r>
        </a:p>
      </dgm:t>
    </dgm:pt>
    <dgm:pt modelId="{ABA12CC5-7E20-4BD4-8132-E96F993912B2}" type="parTrans" cxnId="{66D2C305-443A-4C53-A2B9-95F32AB1F049}">
      <dgm:prSet/>
      <dgm:spPr/>
      <dgm:t>
        <a:bodyPr/>
        <a:lstStyle/>
        <a:p>
          <a:endParaRPr lang="en-IN"/>
        </a:p>
      </dgm:t>
    </dgm:pt>
    <dgm:pt modelId="{778D0D19-71F3-48FE-9B8D-2FBAA42B9CA7}" type="sibTrans" cxnId="{66D2C305-443A-4C53-A2B9-95F32AB1F049}">
      <dgm:prSet/>
      <dgm:spPr/>
      <dgm:t>
        <a:bodyPr/>
        <a:lstStyle/>
        <a:p>
          <a:endParaRPr lang="en-IN"/>
        </a:p>
      </dgm:t>
    </dgm:pt>
    <dgm:pt modelId="{C9F436D1-A716-4C17-8706-38327472CDA6}">
      <dgm:prSet/>
      <dgm:spPr/>
      <dgm:t>
        <a:bodyPr/>
        <a:lstStyle/>
        <a:p>
          <a:pPr>
            <a:buNone/>
          </a:pPr>
          <a:r>
            <a:rPr lang="en-US" b="1" dirty="0"/>
            <a:t>Garbage Collector:</a:t>
          </a:r>
          <a:r>
            <a:rPr lang="en-US" dirty="0"/>
            <a:t> Frees memory by removing unreachable objects.</a:t>
          </a:r>
        </a:p>
      </dgm:t>
    </dgm:pt>
    <dgm:pt modelId="{CCCDF3AB-6C16-40BE-AB96-061EC2435FBB}" type="parTrans" cxnId="{D09D0F20-8E87-4F39-BBC4-44F2E6DF61DE}">
      <dgm:prSet/>
      <dgm:spPr/>
      <dgm:t>
        <a:bodyPr/>
        <a:lstStyle/>
        <a:p>
          <a:endParaRPr lang="en-IN"/>
        </a:p>
      </dgm:t>
    </dgm:pt>
    <dgm:pt modelId="{3AF89733-074A-42CC-8F96-6EAF7BFEF29B}" type="sibTrans" cxnId="{D09D0F20-8E87-4F39-BBC4-44F2E6DF61DE}">
      <dgm:prSet/>
      <dgm:spPr/>
      <dgm:t>
        <a:bodyPr/>
        <a:lstStyle/>
        <a:p>
          <a:endParaRPr lang="en-IN"/>
        </a:p>
      </dgm:t>
    </dgm:pt>
    <dgm:pt modelId="{AA16649C-ABEF-41A1-A31F-21469278AEAB}" type="pres">
      <dgm:prSet presAssocID="{85F542C4-0C60-47E0-9E06-24C5DF443D52}" presName="linearFlow" presStyleCnt="0">
        <dgm:presLayoutVars>
          <dgm:dir/>
          <dgm:animLvl val="lvl"/>
          <dgm:resizeHandles val="exact"/>
        </dgm:presLayoutVars>
      </dgm:prSet>
      <dgm:spPr/>
    </dgm:pt>
    <dgm:pt modelId="{8D75B65E-01EA-4751-A426-C0E19524CC8F}" type="pres">
      <dgm:prSet presAssocID="{44AD6C8A-4FF4-435E-805B-2A9778A74623}" presName="composite" presStyleCnt="0"/>
      <dgm:spPr/>
    </dgm:pt>
    <dgm:pt modelId="{F398F819-D159-41EB-8C8B-BE8874284AA8}" type="pres">
      <dgm:prSet presAssocID="{44AD6C8A-4FF4-435E-805B-2A9778A74623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53E55E7-94E6-46F6-919B-B316C1670D8E}" type="pres">
      <dgm:prSet presAssocID="{44AD6C8A-4FF4-435E-805B-2A9778A74623}" presName="parSh" presStyleLbl="node1" presStyleIdx="0" presStyleCnt="4" custLinFactNeighborX="2652" custLinFactNeighborY="-77059"/>
      <dgm:spPr/>
    </dgm:pt>
    <dgm:pt modelId="{83116DB9-08E5-4058-9732-881F0F9E5ECB}" type="pres">
      <dgm:prSet presAssocID="{44AD6C8A-4FF4-435E-805B-2A9778A74623}" presName="desTx" presStyleLbl="fgAcc1" presStyleIdx="0" presStyleCnt="4" custScaleY="50667" custLinFactNeighborX="-1985" custLinFactNeighborY="-36987">
        <dgm:presLayoutVars>
          <dgm:bulletEnabled val="1"/>
        </dgm:presLayoutVars>
      </dgm:prSet>
      <dgm:spPr/>
    </dgm:pt>
    <dgm:pt modelId="{8370124F-F5AA-4FD8-AC92-3796BD973530}" type="pres">
      <dgm:prSet presAssocID="{914A6782-F875-45E2-822F-23E476DC5BBD}" presName="sibTrans" presStyleLbl="sibTrans2D1" presStyleIdx="0" presStyleCnt="3" custLinFactX="-46720" custLinFactY="384386" custLinFactNeighborX="-100000" custLinFactNeighborY="400000"/>
      <dgm:spPr/>
    </dgm:pt>
    <dgm:pt modelId="{D8AD4B2C-C7E3-4C67-8C48-DE69C65D2E67}" type="pres">
      <dgm:prSet presAssocID="{914A6782-F875-45E2-822F-23E476DC5BBD}" presName="connTx" presStyleLbl="sibTrans2D1" presStyleIdx="0" presStyleCnt="3"/>
      <dgm:spPr/>
    </dgm:pt>
    <dgm:pt modelId="{8B20771B-BBE4-4C7A-9FA4-90641F7D6EF2}" type="pres">
      <dgm:prSet presAssocID="{4EE7A913-FCEB-4129-B527-C798C1BE617D}" presName="composite" presStyleCnt="0"/>
      <dgm:spPr/>
    </dgm:pt>
    <dgm:pt modelId="{7A07BB27-D54E-4044-8BCE-A8C523F10241}" type="pres">
      <dgm:prSet presAssocID="{4EE7A913-FCEB-4129-B527-C798C1BE617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1A5B4ED-9ACF-4C34-8FEA-2EF4CF934F17}" type="pres">
      <dgm:prSet presAssocID="{4EE7A913-FCEB-4129-B527-C798C1BE617D}" presName="parSh" presStyleLbl="node1" presStyleIdx="1" presStyleCnt="4"/>
      <dgm:spPr/>
    </dgm:pt>
    <dgm:pt modelId="{784B3228-02B6-4D75-A830-59F28E4C8B10}" type="pres">
      <dgm:prSet presAssocID="{4EE7A913-FCEB-4129-B527-C798C1BE617D}" presName="desTx" presStyleLbl="fgAcc1" presStyleIdx="1" presStyleCnt="4">
        <dgm:presLayoutVars>
          <dgm:bulletEnabled val="1"/>
        </dgm:presLayoutVars>
      </dgm:prSet>
      <dgm:spPr/>
    </dgm:pt>
    <dgm:pt modelId="{673255EF-2684-4B85-BD0D-76909FBC87E7}" type="pres">
      <dgm:prSet presAssocID="{315D7354-45B5-414C-939F-77AD0B72A5CB}" presName="sibTrans" presStyleLbl="sibTrans2D1" presStyleIdx="1" presStyleCnt="3"/>
      <dgm:spPr/>
    </dgm:pt>
    <dgm:pt modelId="{6C34BE65-94D4-4CD8-A205-8463DB27E7B8}" type="pres">
      <dgm:prSet presAssocID="{315D7354-45B5-414C-939F-77AD0B72A5CB}" presName="connTx" presStyleLbl="sibTrans2D1" presStyleIdx="1" presStyleCnt="3"/>
      <dgm:spPr/>
    </dgm:pt>
    <dgm:pt modelId="{74230A23-2B4B-4C6B-B34C-A1A821C4F255}" type="pres">
      <dgm:prSet presAssocID="{980FC058-D86C-44F2-B366-9D6FCDCBCA5F}" presName="composite" presStyleCnt="0"/>
      <dgm:spPr/>
    </dgm:pt>
    <dgm:pt modelId="{208CDC9C-64E4-41F7-966E-1796335F43D9}" type="pres">
      <dgm:prSet presAssocID="{980FC058-D86C-44F2-B366-9D6FCDCBCA5F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373153-07EB-4260-B80E-B688FBC5BEF1}" type="pres">
      <dgm:prSet presAssocID="{980FC058-D86C-44F2-B366-9D6FCDCBCA5F}" presName="parSh" presStyleLbl="node1" presStyleIdx="2" presStyleCnt="4"/>
      <dgm:spPr/>
    </dgm:pt>
    <dgm:pt modelId="{8E043C0F-8F74-4070-9F5F-874594D5D32B}" type="pres">
      <dgm:prSet presAssocID="{980FC058-D86C-44F2-B366-9D6FCDCBCA5F}" presName="desTx" presStyleLbl="fgAcc1" presStyleIdx="2" presStyleCnt="4">
        <dgm:presLayoutVars>
          <dgm:bulletEnabled val="1"/>
        </dgm:presLayoutVars>
      </dgm:prSet>
      <dgm:spPr/>
    </dgm:pt>
    <dgm:pt modelId="{E768BA7A-4BDF-4B8F-9B0B-C410CC677458}" type="pres">
      <dgm:prSet presAssocID="{03553828-3855-46C5-8E0C-53B2B70BA825}" presName="sibTrans" presStyleLbl="sibTrans2D1" presStyleIdx="2" presStyleCnt="3"/>
      <dgm:spPr/>
    </dgm:pt>
    <dgm:pt modelId="{C24A2FDE-779F-4B59-A4B8-FBC273446AED}" type="pres">
      <dgm:prSet presAssocID="{03553828-3855-46C5-8E0C-53B2B70BA825}" presName="connTx" presStyleLbl="sibTrans2D1" presStyleIdx="2" presStyleCnt="3"/>
      <dgm:spPr/>
    </dgm:pt>
    <dgm:pt modelId="{0364598C-5CF9-4B9C-9BF2-13ECCD4DC520}" type="pres">
      <dgm:prSet presAssocID="{DDB1041D-6636-40E0-BFE8-5F96FA4B3DD3}" presName="composite" presStyleCnt="0"/>
      <dgm:spPr/>
    </dgm:pt>
    <dgm:pt modelId="{24723A0E-79ED-483B-841F-8BCC783D79EE}" type="pres">
      <dgm:prSet presAssocID="{DDB1041D-6636-40E0-BFE8-5F96FA4B3DD3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84F34E-CD7C-42FE-AC07-69DE55B5DDDF}" type="pres">
      <dgm:prSet presAssocID="{DDB1041D-6636-40E0-BFE8-5F96FA4B3DD3}" presName="parSh" presStyleLbl="node1" presStyleIdx="3" presStyleCnt="4"/>
      <dgm:spPr/>
    </dgm:pt>
    <dgm:pt modelId="{5BCB15D7-7F54-499B-AFA0-83FE936E3D3D}" type="pres">
      <dgm:prSet presAssocID="{DDB1041D-6636-40E0-BFE8-5F96FA4B3DD3}" presName="desTx" presStyleLbl="fgAcc1" presStyleIdx="3" presStyleCnt="4">
        <dgm:presLayoutVars>
          <dgm:bulletEnabled val="1"/>
        </dgm:presLayoutVars>
      </dgm:prSet>
      <dgm:spPr/>
    </dgm:pt>
  </dgm:ptLst>
  <dgm:cxnLst>
    <dgm:cxn modelId="{1D3A8F01-365D-49A8-B3C1-CDDB5BE1A040}" srcId="{85F542C4-0C60-47E0-9E06-24C5DF443D52}" destId="{44AD6C8A-4FF4-435E-805B-2A9778A74623}" srcOrd="0" destOrd="0" parTransId="{D730C12E-C347-4A6B-B7A9-4EF8080B43BC}" sibTransId="{914A6782-F875-45E2-822F-23E476DC5BBD}"/>
    <dgm:cxn modelId="{66D2C305-443A-4C53-A2B9-95F32AB1F049}" srcId="{980FC058-D86C-44F2-B366-9D6FCDCBCA5F}" destId="{53219874-A9E7-4E04-90BD-EA50FEA504FD}" srcOrd="1" destOrd="0" parTransId="{ABA12CC5-7E20-4BD4-8132-E96F993912B2}" sibTransId="{778D0D19-71F3-48FE-9B8D-2FBAA42B9CA7}"/>
    <dgm:cxn modelId="{1996820D-80D0-403C-B53C-C1FE5E6B4F87}" srcId="{4EE7A913-FCEB-4129-B527-C798C1BE617D}" destId="{964A1EDD-7759-411F-97B3-F1CC77D640D0}" srcOrd="4" destOrd="0" parTransId="{3CE5C804-BB57-49DF-B4FD-AA9BF0ED69EF}" sibTransId="{00A457B2-69B2-4727-91CF-D70B6D286D4A}"/>
    <dgm:cxn modelId="{CDD6C70D-49AD-4B7E-9F9B-B6F4CE4A31A0}" type="presOf" srcId="{C5629668-BCC1-46FF-9218-636112A5458B}" destId="{8E043C0F-8F74-4070-9F5F-874594D5D32B}" srcOrd="0" destOrd="0" presId="urn:microsoft.com/office/officeart/2005/8/layout/process3"/>
    <dgm:cxn modelId="{62B1F111-33EC-4A87-992C-BD63F7B70F3A}" type="presOf" srcId="{0AC27BDD-4575-4890-95E6-C558FF4918B3}" destId="{5BCB15D7-7F54-499B-AFA0-83FE936E3D3D}" srcOrd="0" destOrd="0" presId="urn:microsoft.com/office/officeart/2005/8/layout/process3"/>
    <dgm:cxn modelId="{BD877115-54FC-423C-9748-65A8CB84D7BD}" type="presOf" srcId="{03553828-3855-46C5-8E0C-53B2B70BA825}" destId="{C24A2FDE-779F-4B59-A4B8-FBC273446AED}" srcOrd="1" destOrd="0" presId="urn:microsoft.com/office/officeart/2005/8/layout/process3"/>
    <dgm:cxn modelId="{47509917-D822-4EB0-A6D6-E7031D775FA6}" type="presOf" srcId="{D34BDEF1-F0BB-43AD-AF41-219141AA8C21}" destId="{83116DB9-08E5-4058-9732-881F0F9E5ECB}" srcOrd="0" destOrd="0" presId="urn:microsoft.com/office/officeart/2005/8/layout/process3"/>
    <dgm:cxn modelId="{7DA4161D-3EC2-4F3F-9E68-04658C8ABF58}" srcId="{DDB1041D-6636-40E0-BFE8-5F96FA4B3DD3}" destId="{0AC27BDD-4575-4890-95E6-C558FF4918B3}" srcOrd="0" destOrd="0" parTransId="{78CC5AED-DA23-44AD-BC35-DAF7EEEBBF15}" sibTransId="{7763AC04-C44C-4D05-8E4A-507E71CDF77B}"/>
    <dgm:cxn modelId="{697BDE1D-647E-4376-82BA-04E4CF782EDE}" type="presOf" srcId="{DDB1041D-6636-40E0-BFE8-5F96FA4B3DD3}" destId="{24723A0E-79ED-483B-841F-8BCC783D79EE}" srcOrd="0" destOrd="0" presId="urn:microsoft.com/office/officeart/2005/8/layout/process3"/>
    <dgm:cxn modelId="{D09D0F20-8E87-4F39-BBC4-44F2E6DF61DE}" srcId="{980FC058-D86C-44F2-B366-9D6FCDCBCA5F}" destId="{C9F436D1-A716-4C17-8706-38327472CDA6}" srcOrd="2" destOrd="0" parTransId="{CCCDF3AB-6C16-40BE-AB96-061EC2435FBB}" sibTransId="{3AF89733-074A-42CC-8F96-6EAF7BFEF29B}"/>
    <dgm:cxn modelId="{5F4A5F20-A60E-4097-994D-F93BA3582CC6}" type="presOf" srcId="{730AA4EF-E668-4D0D-A899-A44E8EC102CD}" destId="{784B3228-02B6-4D75-A830-59F28E4C8B10}" srcOrd="0" destOrd="2" presId="urn:microsoft.com/office/officeart/2005/8/layout/process3"/>
    <dgm:cxn modelId="{FF868C3D-345C-4004-B08E-3E362A0818CB}" srcId="{980FC058-D86C-44F2-B366-9D6FCDCBCA5F}" destId="{C5629668-BCC1-46FF-9218-636112A5458B}" srcOrd="0" destOrd="0" parTransId="{F9C9E6ED-A1BC-4892-BC3E-8943122C62A1}" sibTransId="{6FFC4758-7203-4318-B16D-AD9270B79DBC}"/>
    <dgm:cxn modelId="{50B9533E-C327-4621-9F0C-EC5D613FA35D}" type="presOf" srcId="{03553828-3855-46C5-8E0C-53B2B70BA825}" destId="{E768BA7A-4BDF-4B8F-9B0B-C410CC677458}" srcOrd="0" destOrd="0" presId="urn:microsoft.com/office/officeart/2005/8/layout/process3"/>
    <dgm:cxn modelId="{EEEFCC5B-CE28-4F18-9801-09E4FD25CBC8}" type="presOf" srcId="{EB5A7FFA-2552-44A7-A278-CDF58FA6E910}" destId="{784B3228-02B6-4D75-A830-59F28E4C8B10}" srcOrd="0" destOrd="1" presId="urn:microsoft.com/office/officeart/2005/8/layout/process3"/>
    <dgm:cxn modelId="{B6943743-0F3A-4653-8EDE-B5C8FA2C2E74}" type="presOf" srcId="{914A6782-F875-45E2-822F-23E476DC5BBD}" destId="{8370124F-F5AA-4FD8-AC92-3796BD973530}" srcOrd="0" destOrd="0" presId="urn:microsoft.com/office/officeart/2005/8/layout/process3"/>
    <dgm:cxn modelId="{DF949746-C4A4-45F2-A90C-12D2850A6534}" type="presOf" srcId="{315D7354-45B5-414C-939F-77AD0B72A5CB}" destId="{6C34BE65-94D4-4CD8-A205-8463DB27E7B8}" srcOrd="1" destOrd="0" presId="urn:microsoft.com/office/officeart/2005/8/layout/process3"/>
    <dgm:cxn modelId="{48FE046A-BAB6-453F-A8F5-5BACB74A0F70}" srcId="{44AD6C8A-4FF4-435E-805B-2A9778A74623}" destId="{DF6A8F38-D04A-4ECF-AEBA-3EAA6B3A937C}" srcOrd="3" destOrd="0" parTransId="{8A0ED890-4642-4D58-9E56-B1177A9BB843}" sibTransId="{57B23DF3-9CAE-47D2-AD17-EC9BC17A545B}"/>
    <dgm:cxn modelId="{0E08A24A-9279-4D3C-AE64-6870A0D5A408}" srcId="{4EE7A913-FCEB-4129-B527-C798C1BE617D}" destId="{60D3D39E-07DB-41EC-9008-68D01310F5C5}" srcOrd="3" destOrd="0" parTransId="{5016B162-9771-4298-AD7B-CD5885612BE0}" sibTransId="{BFA0FFE2-E47B-4E53-8037-9130B4181267}"/>
    <dgm:cxn modelId="{8C770C4C-0706-4EE3-A6D0-1BABDCAF0A69}" type="presOf" srcId="{964A1EDD-7759-411F-97B3-F1CC77D640D0}" destId="{784B3228-02B6-4D75-A830-59F28E4C8B10}" srcOrd="0" destOrd="4" presId="urn:microsoft.com/office/officeart/2005/8/layout/process3"/>
    <dgm:cxn modelId="{31B1C04E-3860-41D0-85A3-5332E1D9BB34}" srcId="{718EEC59-6D47-482B-98F9-6D2D17E5AE82}" destId="{4797CE26-18D1-4EC9-B514-65AEBE19C3C2}" srcOrd="0" destOrd="0" parTransId="{1169066C-DC4E-4456-A90E-F593547813F1}" sibTransId="{79D8F097-A622-4DCC-9284-DFD2E5614ED4}"/>
    <dgm:cxn modelId="{67614C72-80BC-4BC4-98EF-D560B344F112}" srcId="{4EE7A913-FCEB-4129-B527-C798C1BE617D}" destId="{0F199984-FC43-46B4-BFD9-E005D2A1B123}" srcOrd="0" destOrd="0" parTransId="{3273C472-FEFD-4731-B314-3ACB6E74C08E}" sibTransId="{EEDA692E-86D8-42ED-9C2D-4671D445A4CC}"/>
    <dgm:cxn modelId="{42990F73-2990-456A-A26E-B8967EC067A8}" type="presOf" srcId="{980FC058-D86C-44F2-B366-9D6FCDCBCA5F}" destId="{208CDC9C-64E4-41F7-966E-1796335F43D9}" srcOrd="0" destOrd="0" presId="urn:microsoft.com/office/officeart/2005/8/layout/process3"/>
    <dgm:cxn modelId="{1A409E53-D320-44F3-BFAF-0D70F9C6825B}" type="presOf" srcId="{4797CE26-18D1-4EC9-B514-65AEBE19C3C2}" destId="{83116DB9-08E5-4058-9732-881F0F9E5ECB}" srcOrd="0" destOrd="2" presId="urn:microsoft.com/office/officeart/2005/8/layout/process3"/>
    <dgm:cxn modelId="{5DB3BB57-3318-483A-8092-55CC831BF28F}" srcId="{4EE7A913-FCEB-4129-B527-C798C1BE617D}" destId="{EB5A7FFA-2552-44A7-A278-CDF58FA6E910}" srcOrd="1" destOrd="0" parTransId="{85C938D8-878B-4E7E-9FF7-5C54F70CA037}" sibTransId="{F39FDCA4-7633-49C8-BF7F-FACC7D8F752D}"/>
    <dgm:cxn modelId="{43223D7B-FD93-471D-9B00-41B2738CBD94}" type="presOf" srcId="{85F542C4-0C60-47E0-9E06-24C5DF443D52}" destId="{AA16649C-ABEF-41A1-A31F-21469278AEAB}" srcOrd="0" destOrd="0" presId="urn:microsoft.com/office/officeart/2005/8/layout/process3"/>
    <dgm:cxn modelId="{2BE9C37F-B7D5-4C0E-A747-4F95752EDF77}" type="presOf" srcId="{914A6782-F875-45E2-822F-23E476DC5BBD}" destId="{D8AD4B2C-C7E3-4C67-8C48-DE69C65D2E67}" srcOrd="1" destOrd="0" presId="urn:microsoft.com/office/officeart/2005/8/layout/process3"/>
    <dgm:cxn modelId="{41A10A8D-7DFC-4D29-8509-3F52B75699BA}" srcId="{85F542C4-0C60-47E0-9E06-24C5DF443D52}" destId="{DDB1041D-6636-40E0-BFE8-5F96FA4B3DD3}" srcOrd="3" destOrd="0" parTransId="{5FEA9BBB-387D-444F-8D14-F302F88AF9F8}" sibTransId="{87F66A36-1262-4EC9-9D80-EAB0F48EE13A}"/>
    <dgm:cxn modelId="{DD000194-1147-40F6-8B5B-F39F0C740452}" type="presOf" srcId="{0F199984-FC43-46B4-BFD9-E005D2A1B123}" destId="{784B3228-02B6-4D75-A830-59F28E4C8B10}" srcOrd="0" destOrd="0" presId="urn:microsoft.com/office/officeart/2005/8/layout/process3"/>
    <dgm:cxn modelId="{5BC49B94-BC97-4A57-853D-EC776C331861}" type="presOf" srcId="{1E2F67E5-6929-4ABB-9C29-C04285B2EE3E}" destId="{83116DB9-08E5-4058-9732-881F0F9E5ECB}" srcOrd="0" destOrd="3" presId="urn:microsoft.com/office/officeart/2005/8/layout/process3"/>
    <dgm:cxn modelId="{FC331D97-C68F-4AE5-A654-76264AE0B304}" type="presOf" srcId="{C9F436D1-A716-4C17-8706-38327472CDA6}" destId="{8E043C0F-8F74-4070-9F5F-874594D5D32B}" srcOrd="0" destOrd="2" presId="urn:microsoft.com/office/officeart/2005/8/layout/process3"/>
    <dgm:cxn modelId="{C962E598-2D3C-4190-84D0-056F0FE2E9EF}" type="presOf" srcId="{4EE7A913-FCEB-4129-B527-C798C1BE617D}" destId="{E1A5B4ED-9ACF-4C34-8FEA-2EF4CF934F17}" srcOrd="1" destOrd="0" presId="urn:microsoft.com/office/officeart/2005/8/layout/process3"/>
    <dgm:cxn modelId="{2B85239D-B26F-4694-8963-97C893DE8A67}" type="presOf" srcId="{980FC058-D86C-44F2-B366-9D6FCDCBCA5F}" destId="{5D373153-07EB-4260-B80E-B688FBC5BEF1}" srcOrd="1" destOrd="0" presId="urn:microsoft.com/office/officeart/2005/8/layout/process3"/>
    <dgm:cxn modelId="{F068DE9D-98DD-416C-B859-8B3EB8C2778B}" srcId="{44AD6C8A-4FF4-435E-805B-2A9778A74623}" destId="{718EEC59-6D47-482B-98F9-6D2D17E5AE82}" srcOrd="1" destOrd="0" parTransId="{0E245BF9-897F-4FA4-92BA-1185B97873DF}" sibTransId="{DC771604-24FA-4FBD-A951-37C6B9EED874}"/>
    <dgm:cxn modelId="{83E311A7-1D93-45B1-AD87-880746CCE32E}" type="presOf" srcId="{53219874-A9E7-4E04-90BD-EA50FEA504FD}" destId="{8E043C0F-8F74-4070-9F5F-874594D5D32B}" srcOrd="0" destOrd="1" presId="urn:microsoft.com/office/officeart/2005/8/layout/process3"/>
    <dgm:cxn modelId="{6E2A8CAA-B0C5-4A80-B7C3-6B5E803EF281}" srcId="{85F542C4-0C60-47E0-9E06-24C5DF443D52}" destId="{4EE7A913-FCEB-4129-B527-C798C1BE617D}" srcOrd="1" destOrd="0" parTransId="{5E9ADDDC-F587-4E68-A624-FD419696A2B2}" sibTransId="{315D7354-45B5-414C-939F-77AD0B72A5CB}"/>
    <dgm:cxn modelId="{ED54FACF-8F6D-48B0-8528-AD5AE9EB3183}" srcId="{85F542C4-0C60-47E0-9E06-24C5DF443D52}" destId="{980FC058-D86C-44F2-B366-9D6FCDCBCA5F}" srcOrd="2" destOrd="0" parTransId="{B7839055-6BED-4AD0-84FD-09C0B80FCA58}" sibTransId="{03553828-3855-46C5-8E0C-53B2B70BA825}"/>
    <dgm:cxn modelId="{B7407DD1-0211-4578-A507-22C74DCFFEAF}" srcId="{4EE7A913-FCEB-4129-B527-C798C1BE617D}" destId="{730AA4EF-E668-4D0D-A899-A44E8EC102CD}" srcOrd="2" destOrd="0" parTransId="{A26ECCD4-B5B3-4DAE-8FF9-C95D064B28DD}" sibTransId="{EA3375C7-1B31-49CC-A582-2647740C17AB}"/>
    <dgm:cxn modelId="{7AE895D4-6541-4AA5-84DD-13AFA0EABC31}" type="presOf" srcId="{315D7354-45B5-414C-939F-77AD0B72A5CB}" destId="{673255EF-2684-4B85-BD0D-76909FBC87E7}" srcOrd="0" destOrd="0" presId="urn:microsoft.com/office/officeart/2005/8/layout/process3"/>
    <dgm:cxn modelId="{0F7C34D5-6362-4F97-A9DD-C6A71401584B}" srcId="{44AD6C8A-4FF4-435E-805B-2A9778A74623}" destId="{D34BDEF1-F0BB-43AD-AF41-219141AA8C21}" srcOrd="0" destOrd="0" parTransId="{C4AA9B3C-72BE-4829-B71D-E889E90DB322}" sibTransId="{A057E11E-F7B7-4A29-8C5D-1B9C7D899351}"/>
    <dgm:cxn modelId="{31429FD6-70B2-4267-8154-E53AEE09D650}" type="presOf" srcId="{DF6A8F38-D04A-4ECF-AEBA-3EAA6B3A937C}" destId="{83116DB9-08E5-4058-9732-881F0F9E5ECB}" srcOrd="0" destOrd="4" presId="urn:microsoft.com/office/officeart/2005/8/layout/process3"/>
    <dgm:cxn modelId="{F4599ADB-2C59-497C-A43D-740B7FB89D4F}" type="presOf" srcId="{44AD6C8A-4FF4-435E-805B-2A9778A74623}" destId="{F398F819-D159-41EB-8C8B-BE8874284AA8}" srcOrd="0" destOrd="0" presId="urn:microsoft.com/office/officeart/2005/8/layout/process3"/>
    <dgm:cxn modelId="{14BA7DE7-1A1B-4A35-BB4A-A8F7E8CA9740}" type="presOf" srcId="{44AD6C8A-4FF4-435E-805B-2A9778A74623}" destId="{453E55E7-94E6-46F6-919B-B316C1670D8E}" srcOrd="1" destOrd="0" presId="urn:microsoft.com/office/officeart/2005/8/layout/process3"/>
    <dgm:cxn modelId="{9B20C3EA-0A8C-4832-8F2F-E5CC3779D98D}" type="presOf" srcId="{718EEC59-6D47-482B-98F9-6D2D17E5AE82}" destId="{83116DB9-08E5-4058-9732-881F0F9E5ECB}" srcOrd="0" destOrd="1" presId="urn:microsoft.com/office/officeart/2005/8/layout/process3"/>
    <dgm:cxn modelId="{FF50CDF3-F8D5-4969-9587-23F67B2A54A2}" type="presOf" srcId="{DDB1041D-6636-40E0-BFE8-5F96FA4B3DD3}" destId="{B184F34E-CD7C-42FE-AC07-69DE55B5DDDF}" srcOrd="1" destOrd="0" presId="urn:microsoft.com/office/officeart/2005/8/layout/process3"/>
    <dgm:cxn modelId="{860F0CF6-1F7F-4018-A17E-01AC5BA016AF}" srcId="{44AD6C8A-4FF4-435E-805B-2A9778A74623}" destId="{1E2F67E5-6929-4ABB-9C29-C04285B2EE3E}" srcOrd="2" destOrd="0" parTransId="{7CC5E964-763B-4F82-A2A0-4E7987792552}" sibTransId="{67A30C4E-CE6D-4738-946A-01E2F243364A}"/>
    <dgm:cxn modelId="{0E8611FB-28A6-4BA8-84BB-049932CCDC42}" type="presOf" srcId="{60D3D39E-07DB-41EC-9008-68D01310F5C5}" destId="{784B3228-02B6-4D75-A830-59F28E4C8B10}" srcOrd="0" destOrd="3" presId="urn:microsoft.com/office/officeart/2005/8/layout/process3"/>
    <dgm:cxn modelId="{15F8B2FE-70F5-4F46-A067-A1C6A0AB4D12}" type="presOf" srcId="{4EE7A913-FCEB-4129-B527-C798C1BE617D}" destId="{7A07BB27-D54E-4044-8BCE-A8C523F10241}" srcOrd="0" destOrd="0" presId="urn:microsoft.com/office/officeart/2005/8/layout/process3"/>
    <dgm:cxn modelId="{AC2AE1C8-5D7D-45E6-AB6D-E9531101FAC7}" type="presParOf" srcId="{AA16649C-ABEF-41A1-A31F-21469278AEAB}" destId="{8D75B65E-01EA-4751-A426-C0E19524CC8F}" srcOrd="0" destOrd="0" presId="urn:microsoft.com/office/officeart/2005/8/layout/process3"/>
    <dgm:cxn modelId="{CAE91D62-DC36-4B29-8A0A-627EA293C69D}" type="presParOf" srcId="{8D75B65E-01EA-4751-A426-C0E19524CC8F}" destId="{F398F819-D159-41EB-8C8B-BE8874284AA8}" srcOrd="0" destOrd="0" presId="urn:microsoft.com/office/officeart/2005/8/layout/process3"/>
    <dgm:cxn modelId="{50818175-94B1-49D2-8362-E7ECD9D85532}" type="presParOf" srcId="{8D75B65E-01EA-4751-A426-C0E19524CC8F}" destId="{453E55E7-94E6-46F6-919B-B316C1670D8E}" srcOrd="1" destOrd="0" presId="urn:microsoft.com/office/officeart/2005/8/layout/process3"/>
    <dgm:cxn modelId="{6D3F282B-62EC-479D-A5FA-BABAB79733B8}" type="presParOf" srcId="{8D75B65E-01EA-4751-A426-C0E19524CC8F}" destId="{83116DB9-08E5-4058-9732-881F0F9E5ECB}" srcOrd="2" destOrd="0" presId="urn:microsoft.com/office/officeart/2005/8/layout/process3"/>
    <dgm:cxn modelId="{2F63DC9C-C997-45F1-A123-FD628586AC3F}" type="presParOf" srcId="{AA16649C-ABEF-41A1-A31F-21469278AEAB}" destId="{8370124F-F5AA-4FD8-AC92-3796BD973530}" srcOrd="1" destOrd="0" presId="urn:microsoft.com/office/officeart/2005/8/layout/process3"/>
    <dgm:cxn modelId="{919BAB26-9534-4085-9F4B-CD2405791B61}" type="presParOf" srcId="{8370124F-F5AA-4FD8-AC92-3796BD973530}" destId="{D8AD4B2C-C7E3-4C67-8C48-DE69C65D2E67}" srcOrd="0" destOrd="0" presId="urn:microsoft.com/office/officeart/2005/8/layout/process3"/>
    <dgm:cxn modelId="{05657564-90AB-447D-8D9B-8442C8440F36}" type="presParOf" srcId="{AA16649C-ABEF-41A1-A31F-21469278AEAB}" destId="{8B20771B-BBE4-4C7A-9FA4-90641F7D6EF2}" srcOrd="2" destOrd="0" presId="urn:microsoft.com/office/officeart/2005/8/layout/process3"/>
    <dgm:cxn modelId="{EB984378-9A51-40BD-AC65-E604AE909375}" type="presParOf" srcId="{8B20771B-BBE4-4C7A-9FA4-90641F7D6EF2}" destId="{7A07BB27-D54E-4044-8BCE-A8C523F10241}" srcOrd="0" destOrd="0" presId="urn:microsoft.com/office/officeart/2005/8/layout/process3"/>
    <dgm:cxn modelId="{AA8D899D-FA08-49A5-9D12-8DD5AAAE8A09}" type="presParOf" srcId="{8B20771B-BBE4-4C7A-9FA4-90641F7D6EF2}" destId="{E1A5B4ED-9ACF-4C34-8FEA-2EF4CF934F17}" srcOrd="1" destOrd="0" presId="urn:microsoft.com/office/officeart/2005/8/layout/process3"/>
    <dgm:cxn modelId="{D69B501C-138A-4B32-83E4-109CCEFB62CB}" type="presParOf" srcId="{8B20771B-BBE4-4C7A-9FA4-90641F7D6EF2}" destId="{784B3228-02B6-4D75-A830-59F28E4C8B10}" srcOrd="2" destOrd="0" presId="urn:microsoft.com/office/officeart/2005/8/layout/process3"/>
    <dgm:cxn modelId="{35665DE6-EECD-457E-A0DB-4ED1304858F2}" type="presParOf" srcId="{AA16649C-ABEF-41A1-A31F-21469278AEAB}" destId="{673255EF-2684-4B85-BD0D-76909FBC87E7}" srcOrd="3" destOrd="0" presId="urn:microsoft.com/office/officeart/2005/8/layout/process3"/>
    <dgm:cxn modelId="{5FC6DCD5-908D-4FC1-BC52-B794D755F87C}" type="presParOf" srcId="{673255EF-2684-4B85-BD0D-76909FBC87E7}" destId="{6C34BE65-94D4-4CD8-A205-8463DB27E7B8}" srcOrd="0" destOrd="0" presId="urn:microsoft.com/office/officeart/2005/8/layout/process3"/>
    <dgm:cxn modelId="{46161048-9A79-4196-843F-6E4288BBC371}" type="presParOf" srcId="{AA16649C-ABEF-41A1-A31F-21469278AEAB}" destId="{74230A23-2B4B-4C6B-B34C-A1A821C4F255}" srcOrd="4" destOrd="0" presId="urn:microsoft.com/office/officeart/2005/8/layout/process3"/>
    <dgm:cxn modelId="{0FF5A121-989D-44A9-B230-CA2C1B1CFFA3}" type="presParOf" srcId="{74230A23-2B4B-4C6B-B34C-A1A821C4F255}" destId="{208CDC9C-64E4-41F7-966E-1796335F43D9}" srcOrd="0" destOrd="0" presId="urn:microsoft.com/office/officeart/2005/8/layout/process3"/>
    <dgm:cxn modelId="{83DCF733-651F-4951-AFB5-777EDFCB7D7C}" type="presParOf" srcId="{74230A23-2B4B-4C6B-B34C-A1A821C4F255}" destId="{5D373153-07EB-4260-B80E-B688FBC5BEF1}" srcOrd="1" destOrd="0" presId="urn:microsoft.com/office/officeart/2005/8/layout/process3"/>
    <dgm:cxn modelId="{99708F9D-7005-4AF6-A648-C0D89CB01172}" type="presParOf" srcId="{74230A23-2B4B-4C6B-B34C-A1A821C4F255}" destId="{8E043C0F-8F74-4070-9F5F-874594D5D32B}" srcOrd="2" destOrd="0" presId="urn:microsoft.com/office/officeart/2005/8/layout/process3"/>
    <dgm:cxn modelId="{FE52AAA4-D8B1-4360-8E0E-DEC37EBE52A5}" type="presParOf" srcId="{AA16649C-ABEF-41A1-A31F-21469278AEAB}" destId="{E768BA7A-4BDF-4B8F-9B0B-C410CC677458}" srcOrd="5" destOrd="0" presId="urn:microsoft.com/office/officeart/2005/8/layout/process3"/>
    <dgm:cxn modelId="{E05EC7B2-5BC8-4A24-9781-5761155D4103}" type="presParOf" srcId="{E768BA7A-4BDF-4B8F-9B0B-C410CC677458}" destId="{C24A2FDE-779F-4B59-A4B8-FBC273446AED}" srcOrd="0" destOrd="0" presId="urn:microsoft.com/office/officeart/2005/8/layout/process3"/>
    <dgm:cxn modelId="{FB57EF23-AFF6-482C-B7BD-587E7A8DD3D4}" type="presParOf" srcId="{AA16649C-ABEF-41A1-A31F-21469278AEAB}" destId="{0364598C-5CF9-4B9C-9BF2-13ECCD4DC520}" srcOrd="6" destOrd="0" presId="urn:microsoft.com/office/officeart/2005/8/layout/process3"/>
    <dgm:cxn modelId="{E825250D-41B2-48FE-9727-88E21898D310}" type="presParOf" srcId="{0364598C-5CF9-4B9C-9BF2-13ECCD4DC520}" destId="{24723A0E-79ED-483B-841F-8BCC783D79EE}" srcOrd="0" destOrd="0" presId="urn:microsoft.com/office/officeart/2005/8/layout/process3"/>
    <dgm:cxn modelId="{F8B72D6C-99E8-4427-A7C8-A6E34F37E5FD}" type="presParOf" srcId="{0364598C-5CF9-4B9C-9BF2-13ECCD4DC520}" destId="{B184F34E-CD7C-42FE-AC07-69DE55B5DDDF}" srcOrd="1" destOrd="0" presId="urn:microsoft.com/office/officeart/2005/8/layout/process3"/>
    <dgm:cxn modelId="{BB9F22DB-3150-4E97-BD94-CC2ED8CE79F5}" type="presParOf" srcId="{0364598C-5CF9-4B9C-9BF2-13ECCD4DC520}" destId="{5BCB15D7-7F54-499B-AFA0-83FE936E3D3D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5C2380-056C-4F34-BB02-66CAE45A45A7}" type="doc">
      <dgm:prSet loTypeId="urn:microsoft.com/office/officeart/2005/8/layout/chevron1" loCatId="process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42F45D44-BFFE-44A9-A76A-5EA2D3F234E2}">
      <dgm:prSet phldrT="[Text]"/>
      <dgm:spPr/>
      <dgm:t>
        <a:bodyPr/>
        <a:lstStyle/>
        <a:p>
          <a:pPr>
            <a:buNone/>
          </a:pPr>
          <a:r>
            <a:rPr lang="en-IN" dirty="0"/>
            <a:t>Program Execution</a:t>
          </a:r>
        </a:p>
      </dgm:t>
    </dgm:pt>
    <dgm:pt modelId="{BD616565-BEFC-4739-B68D-773A546D131A}" type="parTrans" cxnId="{50C8160C-7E44-4A76-BC77-4982BD5EAECF}">
      <dgm:prSet/>
      <dgm:spPr/>
      <dgm:t>
        <a:bodyPr/>
        <a:lstStyle/>
        <a:p>
          <a:endParaRPr lang="en-IN"/>
        </a:p>
      </dgm:t>
    </dgm:pt>
    <dgm:pt modelId="{1261D73E-F8EA-4EFF-A7D6-8BCCD714459C}" type="sibTrans" cxnId="{50C8160C-7E44-4A76-BC77-4982BD5EAECF}">
      <dgm:prSet/>
      <dgm:spPr/>
      <dgm:t>
        <a:bodyPr/>
        <a:lstStyle/>
        <a:p>
          <a:endParaRPr lang="en-IN"/>
        </a:p>
      </dgm:t>
    </dgm:pt>
    <dgm:pt modelId="{9BC0FADE-E2FC-4FB4-AD19-95431DEEA873}">
      <dgm:prSet phldrT="[Text]" phldr="0"/>
      <dgm:spPr/>
      <dgm:t>
        <a:bodyPr/>
        <a:lstStyle/>
        <a:p>
          <a:r>
            <a:rPr lang="en-US" dirty="0"/>
            <a:t>Objects Allocated in memory</a:t>
          </a:r>
          <a:endParaRPr lang="en-IN" dirty="0"/>
        </a:p>
      </dgm:t>
    </dgm:pt>
    <dgm:pt modelId="{C4646A27-55D8-43D7-B53F-0FB31FF251C2}" type="parTrans" cxnId="{9EEB2BA6-EDA4-4AD1-B604-A5B7FCCB1CA2}">
      <dgm:prSet/>
      <dgm:spPr/>
      <dgm:t>
        <a:bodyPr/>
        <a:lstStyle/>
        <a:p>
          <a:endParaRPr lang="en-IN"/>
        </a:p>
      </dgm:t>
    </dgm:pt>
    <dgm:pt modelId="{1F26BAB6-78F3-4F9B-917E-6D0F79ACC3D1}" type="sibTrans" cxnId="{9EEB2BA6-EDA4-4AD1-B604-A5B7FCCB1CA2}">
      <dgm:prSet/>
      <dgm:spPr/>
      <dgm:t>
        <a:bodyPr/>
        <a:lstStyle/>
        <a:p>
          <a:endParaRPr lang="en-IN"/>
        </a:p>
      </dgm:t>
    </dgm:pt>
    <dgm:pt modelId="{690ABBF1-E534-494A-81B9-5BC34BDC4388}">
      <dgm:prSet phldrT="[Text]" phldr="0"/>
      <dgm:spPr/>
      <dgm:t>
        <a:bodyPr/>
        <a:lstStyle/>
        <a:p>
          <a:r>
            <a:rPr lang="en-US" dirty="0"/>
            <a:t>GC Root analysis</a:t>
          </a:r>
          <a:endParaRPr lang="en-IN" dirty="0"/>
        </a:p>
      </dgm:t>
    </dgm:pt>
    <dgm:pt modelId="{264ABAAE-4B16-4E4E-978A-63A535D65D5E}" type="parTrans" cxnId="{E33A4847-7B05-4D60-8F42-AE8856D6955C}">
      <dgm:prSet/>
      <dgm:spPr/>
      <dgm:t>
        <a:bodyPr/>
        <a:lstStyle/>
        <a:p>
          <a:endParaRPr lang="en-IN"/>
        </a:p>
      </dgm:t>
    </dgm:pt>
    <dgm:pt modelId="{A3C8F221-FB7E-4CA0-8090-4D8E4F3E61ED}" type="sibTrans" cxnId="{E33A4847-7B05-4D60-8F42-AE8856D6955C}">
      <dgm:prSet/>
      <dgm:spPr/>
      <dgm:t>
        <a:bodyPr/>
        <a:lstStyle/>
        <a:p>
          <a:endParaRPr lang="en-IN"/>
        </a:p>
      </dgm:t>
    </dgm:pt>
    <dgm:pt modelId="{27AD263A-0D7B-4443-A5B8-A2F2A0739621}">
      <dgm:prSet phldrT="[Text]" phldr="0"/>
      <dgm:spPr/>
      <dgm:t>
        <a:bodyPr/>
        <a:lstStyle/>
        <a:p>
          <a:r>
            <a:rPr lang="en-US" dirty="0"/>
            <a:t>Unreachable object – (marked)</a:t>
          </a:r>
          <a:endParaRPr lang="en-IN" dirty="0"/>
        </a:p>
      </dgm:t>
    </dgm:pt>
    <dgm:pt modelId="{6E0993B5-68B6-44FC-BCF8-9A4256F248AC}" type="parTrans" cxnId="{3095574A-3C92-4906-A7CB-C3FF57E66D0E}">
      <dgm:prSet/>
      <dgm:spPr/>
      <dgm:t>
        <a:bodyPr/>
        <a:lstStyle/>
        <a:p>
          <a:endParaRPr lang="en-IN"/>
        </a:p>
      </dgm:t>
    </dgm:pt>
    <dgm:pt modelId="{8D4ACAC5-D146-4723-8439-0B346A7ADB1E}" type="sibTrans" cxnId="{3095574A-3C92-4906-A7CB-C3FF57E66D0E}">
      <dgm:prSet/>
      <dgm:spPr/>
      <dgm:t>
        <a:bodyPr/>
        <a:lstStyle/>
        <a:p>
          <a:endParaRPr lang="en-IN"/>
        </a:p>
      </dgm:t>
    </dgm:pt>
    <dgm:pt modelId="{42BBCBC1-B2EB-422F-A06F-FEB2DC139155}">
      <dgm:prSet phldrT="[Text]" phldr="0"/>
      <dgm:spPr/>
      <dgm:t>
        <a:bodyPr/>
        <a:lstStyle/>
        <a:p>
          <a:r>
            <a:rPr lang="en-US" dirty="0"/>
            <a:t>Memory Reclaimed</a:t>
          </a:r>
          <a:endParaRPr lang="en-IN" dirty="0"/>
        </a:p>
      </dgm:t>
    </dgm:pt>
    <dgm:pt modelId="{1D41E3C2-5824-410E-A0FB-4E468B5BE816}" type="parTrans" cxnId="{90524B16-8123-4845-9F70-1C3ED7D5BC19}">
      <dgm:prSet/>
      <dgm:spPr/>
      <dgm:t>
        <a:bodyPr/>
        <a:lstStyle/>
        <a:p>
          <a:endParaRPr lang="en-IN"/>
        </a:p>
      </dgm:t>
    </dgm:pt>
    <dgm:pt modelId="{C6849865-42F9-46B4-A365-9E2E40E866FF}" type="sibTrans" cxnId="{90524B16-8123-4845-9F70-1C3ED7D5BC19}">
      <dgm:prSet/>
      <dgm:spPr/>
      <dgm:t>
        <a:bodyPr/>
        <a:lstStyle/>
        <a:p>
          <a:endParaRPr lang="en-IN"/>
        </a:p>
      </dgm:t>
    </dgm:pt>
    <dgm:pt modelId="{8D322D19-B86D-4D3A-8AC6-9CCE15862C5D}" type="pres">
      <dgm:prSet presAssocID="{7B5C2380-056C-4F34-BB02-66CAE45A45A7}" presName="Name0" presStyleCnt="0">
        <dgm:presLayoutVars>
          <dgm:dir/>
          <dgm:animLvl val="lvl"/>
          <dgm:resizeHandles val="exact"/>
        </dgm:presLayoutVars>
      </dgm:prSet>
      <dgm:spPr/>
    </dgm:pt>
    <dgm:pt modelId="{A9D7E6E7-5568-4F7A-A4B5-0A97FE1A0AB9}" type="pres">
      <dgm:prSet presAssocID="{42F45D44-BFFE-44A9-A76A-5EA2D3F234E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F89293E-FEEA-4635-B921-4B68081F349E}" type="pres">
      <dgm:prSet presAssocID="{1261D73E-F8EA-4EFF-A7D6-8BCCD714459C}" presName="parTxOnlySpace" presStyleCnt="0"/>
      <dgm:spPr/>
    </dgm:pt>
    <dgm:pt modelId="{0466C66B-C3C4-4717-ADF6-A21C9BE4C9FA}" type="pres">
      <dgm:prSet presAssocID="{9BC0FADE-E2FC-4FB4-AD19-95431DEEA873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6AFB4AAD-75AD-41AB-8DF5-AF637BA662D4}" type="pres">
      <dgm:prSet presAssocID="{1F26BAB6-78F3-4F9B-917E-6D0F79ACC3D1}" presName="parTxOnlySpace" presStyleCnt="0"/>
      <dgm:spPr/>
    </dgm:pt>
    <dgm:pt modelId="{2B311AA7-D6BC-4901-9FC3-C4D57F199C8F}" type="pres">
      <dgm:prSet presAssocID="{690ABBF1-E534-494A-81B9-5BC34BDC438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DF839B8-3728-46EF-BEF9-8F84AEA3D24A}" type="pres">
      <dgm:prSet presAssocID="{A3C8F221-FB7E-4CA0-8090-4D8E4F3E61ED}" presName="parTxOnlySpace" presStyleCnt="0"/>
      <dgm:spPr/>
    </dgm:pt>
    <dgm:pt modelId="{89CF8AF1-EC50-4485-89B5-9DEB3C98D417}" type="pres">
      <dgm:prSet presAssocID="{27AD263A-0D7B-4443-A5B8-A2F2A073962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684C4A6-5904-4F17-969C-2B03ABC794AC}" type="pres">
      <dgm:prSet presAssocID="{8D4ACAC5-D146-4723-8439-0B346A7ADB1E}" presName="parTxOnlySpace" presStyleCnt="0"/>
      <dgm:spPr/>
    </dgm:pt>
    <dgm:pt modelId="{75A82F44-3CC2-46A3-AE1B-91DED0A302F9}" type="pres">
      <dgm:prSet presAssocID="{42BBCBC1-B2EB-422F-A06F-FEB2DC139155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0814004-C973-4259-914B-AC1FF001D5BF}" type="presOf" srcId="{7B5C2380-056C-4F34-BB02-66CAE45A45A7}" destId="{8D322D19-B86D-4D3A-8AC6-9CCE15862C5D}" srcOrd="0" destOrd="0" presId="urn:microsoft.com/office/officeart/2005/8/layout/chevron1"/>
    <dgm:cxn modelId="{50C8160C-7E44-4A76-BC77-4982BD5EAECF}" srcId="{7B5C2380-056C-4F34-BB02-66CAE45A45A7}" destId="{42F45D44-BFFE-44A9-A76A-5EA2D3F234E2}" srcOrd="0" destOrd="0" parTransId="{BD616565-BEFC-4739-B68D-773A546D131A}" sibTransId="{1261D73E-F8EA-4EFF-A7D6-8BCCD714459C}"/>
    <dgm:cxn modelId="{90524B16-8123-4845-9F70-1C3ED7D5BC19}" srcId="{7B5C2380-056C-4F34-BB02-66CAE45A45A7}" destId="{42BBCBC1-B2EB-422F-A06F-FEB2DC139155}" srcOrd="4" destOrd="0" parTransId="{1D41E3C2-5824-410E-A0FB-4E468B5BE816}" sibTransId="{C6849865-42F9-46B4-A365-9E2E40E866FF}"/>
    <dgm:cxn modelId="{3224775E-93C2-455E-AC0F-D7414776AC66}" type="presOf" srcId="{42BBCBC1-B2EB-422F-A06F-FEB2DC139155}" destId="{75A82F44-3CC2-46A3-AE1B-91DED0A302F9}" srcOrd="0" destOrd="0" presId="urn:microsoft.com/office/officeart/2005/8/layout/chevron1"/>
    <dgm:cxn modelId="{E33A4847-7B05-4D60-8F42-AE8856D6955C}" srcId="{7B5C2380-056C-4F34-BB02-66CAE45A45A7}" destId="{690ABBF1-E534-494A-81B9-5BC34BDC4388}" srcOrd="2" destOrd="0" parTransId="{264ABAAE-4B16-4E4E-978A-63A535D65D5E}" sibTransId="{A3C8F221-FB7E-4CA0-8090-4D8E4F3E61ED}"/>
    <dgm:cxn modelId="{D4F43B4A-8A4D-4954-BA45-BD7CE9B66190}" type="presOf" srcId="{42F45D44-BFFE-44A9-A76A-5EA2D3F234E2}" destId="{A9D7E6E7-5568-4F7A-A4B5-0A97FE1A0AB9}" srcOrd="0" destOrd="0" presId="urn:microsoft.com/office/officeart/2005/8/layout/chevron1"/>
    <dgm:cxn modelId="{3095574A-3C92-4906-A7CB-C3FF57E66D0E}" srcId="{7B5C2380-056C-4F34-BB02-66CAE45A45A7}" destId="{27AD263A-0D7B-4443-A5B8-A2F2A0739621}" srcOrd="3" destOrd="0" parTransId="{6E0993B5-68B6-44FC-BCF8-9A4256F248AC}" sibTransId="{8D4ACAC5-D146-4723-8439-0B346A7ADB1E}"/>
    <dgm:cxn modelId="{24A1AD8D-10B0-4039-8749-6FD3BF47D4EB}" type="presOf" srcId="{27AD263A-0D7B-4443-A5B8-A2F2A0739621}" destId="{89CF8AF1-EC50-4485-89B5-9DEB3C98D417}" srcOrd="0" destOrd="0" presId="urn:microsoft.com/office/officeart/2005/8/layout/chevron1"/>
    <dgm:cxn modelId="{9EEB2BA6-EDA4-4AD1-B604-A5B7FCCB1CA2}" srcId="{7B5C2380-056C-4F34-BB02-66CAE45A45A7}" destId="{9BC0FADE-E2FC-4FB4-AD19-95431DEEA873}" srcOrd="1" destOrd="0" parTransId="{C4646A27-55D8-43D7-B53F-0FB31FF251C2}" sibTransId="{1F26BAB6-78F3-4F9B-917E-6D0F79ACC3D1}"/>
    <dgm:cxn modelId="{A785CCD6-C5EA-45C2-8E15-9F4C386FD9C5}" type="presOf" srcId="{9BC0FADE-E2FC-4FB4-AD19-95431DEEA873}" destId="{0466C66B-C3C4-4717-ADF6-A21C9BE4C9FA}" srcOrd="0" destOrd="0" presId="urn:microsoft.com/office/officeart/2005/8/layout/chevron1"/>
    <dgm:cxn modelId="{6FD7BAEF-1857-451E-92D9-278442F3195B}" type="presOf" srcId="{690ABBF1-E534-494A-81B9-5BC34BDC4388}" destId="{2B311AA7-D6BC-4901-9FC3-C4D57F199C8F}" srcOrd="0" destOrd="0" presId="urn:microsoft.com/office/officeart/2005/8/layout/chevron1"/>
    <dgm:cxn modelId="{B1381EAC-78EB-4A25-A001-DC915C125CE5}" type="presParOf" srcId="{8D322D19-B86D-4D3A-8AC6-9CCE15862C5D}" destId="{A9D7E6E7-5568-4F7A-A4B5-0A97FE1A0AB9}" srcOrd="0" destOrd="0" presId="urn:microsoft.com/office/officeart/2005/8/layout/chevron1"/>
    <dgm:cxn modelId="{E514B9FE-6F0F-4DB6-B330-9AC3EEED902C}" type="presParOf" srcId="{8D322D19-B86D-4D3A-8AC6-9CCE15862C5D}" destId="{5F89293E-FEEA-4635-B921-4B68081F349E}" srcOrd="1" destOrd="0" presId="urn:microsoft.com/office/officeart/2005/8/layout/chevron1"/>
    <dgm:cxn modelId="{FDF4AC13-DB5E-4E53-A07D-0AD8D992D06E}" type="presParOf" srcId="{8D322D19-B86D-4D3A-8AC6-9CCE15862C5D}" destId="{0466C66B-C3C4-4717-ADF6-A21C9BE4C9FA}" srcOrd="2" destOrd="0" presId="urn:microsoft.com/office/officeart/2005/8/layout/chevron1"/>
    <dgm:cxn modelId="{22C61548-A14C-4025-AEE4-169550D0FEDE}" type="presParOf" srcId="{8D322D19-B86D-4D3A-8AC6-9CCE15862C5D}" destId="{6AFB4AAD-75AD-41AB-8DF5-AF637BA662D4}" srcOrd="3" destOrd="0" presId="urn:microsoft.com/office/officeart/2005/8/layout/chevron1"/>
    <dgm:cxn modelId="{DEB0B9EE-4F8B-4810-B298-B41F6CE1748B}" type="presParOf" srcId="{8D322D19-B86D-4D3A-8AC6-9CCE15862C5D}" destId="{2B311AA7-D6BC-4901-9FC3-C4D57F199C8F}" srcOrd="4" destOrd="0" presId="urn:microsoft.com/office/officeart/2005/8/layout/chevron1"/>
    <dgm:cxn modelId="{45E5F52F-D50C-4D58-9799-590BD815F581}" type="presParOf" srcId="{8D322D19-B86D-4D3A-8AC6-9CCE15862C5D}" destId="{ADF839B8-3728-46EF-BEF9-8F84AEA3D24A}" srcOrd="5" destOrd="0" presId="urn:microsoft.com/office/officeart/2005/8/layout/chevron1"/>
    <dgm:cxn modelId="{25E0266E-E5B3-400F-B7D9-9FB24B5281F9}" type="presParOf" srcId="{8D322D19-B86D-4D3A-8AC6-9CCE15862C5D}" destId="{89CF8AF1-EC50-4485-89B5-9DEB3C98D417}" srcOrd="6" destOrd="0" presId="urn:microsoft.com/office/officeart/2005/8/layout/chevron1"/>
    <dgm:cxn modelId="{9AABEC2E-ABFA-481C-AC26-3A9138DDFA7A}" type="presParOf" srcId="{8D322D19-B86D-4D3A-8AC6-9CCE15862C5D}" destId="{4684C4A6-5904-4F17-969C-2B03ABC794AC}" srcOrd="7" destOrd="0" presId="urn:microsoft.com/office/officeart/2005/8/layout/chevron1"/>
    <dgm:cxn modelId="{202EC7BB-F17E-4233-B039-BBB1ECD3B125}" type="presParOf" srcId="{8D322D19-B86D-4D3A-8AC6-9CCE15862C5D}" destId="{75A82F44-3CC2-46A3-AE1B-91DED0A302F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6BBEE-7F67-4E6F-A56A-94C435C76A0E}">
      <dsp:nvSpPr>
        <dsp:cNvPr id="0" name=""/>
        <dsp:cNvSpPr/>
      </dsp:nvSpPr>
      <dsp:spPr>
        <a:xfrm>
          <a:off x="0" y="0"/>
          <a:ext cx="4841696" cy="4841696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40E5E1-75B9-4AC7-BC8E-760EBCEC593A}">
      <dsp:nvSpPr>
        <dsp:cNvPr id="0" name=""/>
        <dsp:cNvSpPr/>
      </dsp:nvSpPr>
      <dsp:spPr>
        <a:xfrm>
          <a:off x="2420848" y="0"/>
          <a:ext cx="6316751" cy="484169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JVM Architecture</a:t>
          </a:r>
        </a:p>
      </dsp:txBody>
      <dsp:txXfrm>
        <a:off x="2420848" y="0"/>
        <a:ext cx="6316751" cy="1028860"/>
      </dsp:txXfrm>
    </dsp:sp>
    <dsp:sp modelId="{0F326279-BADD-4990-A79C-3627E55EEC9F}">
      <dsp:nvSpPr>
        <dsp:cNvPr id="0" name=""/>
        <dsp:cNvSpPr/>
      </dsp:nvSpPr>
      <dsp:spPr>
        <a:xfrm>
          <a:off x="635472" y="1028860"/>
          <a:ext cx="3570750" cy="3570750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13B49BB-2A38-40C1-BF57-994579AAA45F}">
      <dsp:nvSpPr>
        <dsp:cNvPr id="0" name=""/>
        <dsp:cNvSpPr/>
      </dsp:nvSpPr>
      <dsp:spPr>
        <a:xfrm>
          <a:off x="2420848" y="1028860"/>
          <a:ext cx="6316751" cy="3570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Class Loading Process</a:t>
          </a:r>
        </a:p>
      </dsp:txBody>
      <dsp:txXfrm>
        <a:off x="2420848" y="1028860"/>
        <a:ext cx="6316751" cy="1028860"/>
      </dsp:txXfrm>
    </dsp:sp>
    <dsp:sp modelId="{D84B90B4-DF8A-4A1D-BF60-F990FD164C37}">
      <dsp:nvSpPr>
        <dsp:cNvPr id="0" name=""/>
        <dsp:cNvSpPr/>
      </dsp:nvSpPr>
      <dsp:spPr>
        <a:xfrm>
          <a:off x="1270945" y="2057720"/>
          <a:ext cx="2299805" cy="229980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314D90A-DE18-4AFC-9054-E696AFA36B4D}">
      <dsp:nvSpPr>
        <dsp:cNvPr id="0" name=""/>
        <dsp:cNvSpPr/>
      </dsp:nvSpPr>
      <dsp:spPr>
        <a:xfrm>
          <a:off x="2420848" y="2057720"/>
          <a:ext cx="6316751" cy="229980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Java Memory Management</a:t>
          </a:r>
        </a:p>
      </dsp:txBody>
      <dsp:txXfrm>
        <a:off x="2420848" y="2057720"/>
        <a:ext cx="6316751" cy="1028860"/>
      </dsp:txXfrm>
    </dsp:sp>
    <dsp:sp modelId="{26F17D93-ACD1-43EF-AB6B-5684AD20EBB9}">
      <dsp:nvSpPr>
        <dsp:cNvPr id="0" name=""/>
        <dsp:cNvSpPr/>
      </dsp:nvSpPr>
      <dsp:spPr>
        <a:xfrm>
          <a:off x="1906417" y="3086581"/>
          <a:ext cx="1028860" cy="1028860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041F2A-6B3A-4FD8-9979-A70CE63D88D1}">
      <dsp:nvSpPr>
        <dsp:cNvPr id="0" name=""/>
        <dsp:cNvSpPr/>
      </dsp:nvSpPr>
      <dsp:spPr>
        <a:xfrm>
          <a:off x="2420848" y="3086581"/>
          <a:ext cx="6316751" cy="10288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Garbage Collection</a:t>
          </a:r>
        </a:p>
      </dsp:txBody>
      <dsp:txXfrm>
        <a:off x="2420848" y="3086581"/>
        <a:ext cx="6316751" cy="1028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3E55E7-94E6-46F6-919B-B316C1670D8E}">
      <dsp:nvSpPr>
        <dsp:cNvPr id="0" name=""/>
        <dsp:cNvSpPr/>
      </dsp:nvSpPr>
      <dsp:spPr>
        <a:xfrm>
          <a:off x="53427" y="179205"/>
          <a:ext cx="1955931" cy="648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Class Loader</a:t>
          </a:r>
        </a:p>
      </dsp:txBody>
      <dsp:txXfrm>
        <a:off x="53427" y="179205"/>
        <a:ext cx="1955931" cy="432000"/>
      </dsp:txXfrm>
    </dsp:sp>
    <dsp:sp modelId="{83116DB9-08E5-4058-9732-881F0F9E5ECB}">
      <dsp:nvSpPr>
        <dsp:cNvPr id="0" name=""/>
        <dsp:cNvSpPr/>
      </dsp:nvSpPr>
      <dsp:spPr>
        <a:xfrm>
          <a:off x="363343" y="633606"/>
          <a:ext cx="1955931" cy="1961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000" tIns="100800" rIns="36000" bIns="3600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baseline="0"/>
            <a:t>Loads ‘.class’ files into memory.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IN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IN" sz="1400" kern="1200" dirty="0">
              <a:solidFill>
                <a:schemeClr val="bg2"/>
              </a:solidFill>
            </a:rPr>
            <a:t>	====Phases===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IN" sz="1400" i="1" kern="1200" baseline="0"/>
            <a:t>Loading → Linking → Initialization</a:t>
          </a:r>
          <a:r>
            <a:rPr lang="en-IN" sz="1400" kern="1200" baseline="0"/>
            <a:t>.</a:t>
          </a:r>
          <a:endParaRPr lang="en-IN" sz="1400" kern="1200" dirty="0"/>
        </a:p>
      </dsp:txBody>
      <dsp:txXfrm>
        <a:off x="420630" y="690893"/>
        <a:ext cx="1841357" cy="1846808"/>
      </dsp:txXfrm>
    </dsp:sp>
    <dsp:sp modelId="{8370124F-F5AA-4FD8-AC92-3796BD973530}">
      <dsp:nvSpPr>
        <dsp:cNvPr id="0" name=""/>
        <dsp:cNvSpPr/>
      </dsp:nvSpPr>
      <dsp:spPr>
        <a:xfrm rot="24371">
          <a:off x="1410919" y="3982522"/>
          <a:ext cx="601129" cy="486970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410921" y="4079398"/>
        <a:ext cx="455038" cy="292182"/>
      </dsp:txXfrm>
    </dsp:sp>
    <dsp:sp modelId="{E1A5B4ED-9ACF-4C34-8FEA-2EF4CF934F17}">
      <dsp:nvSpPr>
        <dsp:cNvPr id="0" name=""/>
        <dsp:cNvSpPr/>
      </dsp:nvSpPr>
      <dsp:spPr>
        <a:xfrm>
          <a:off x="3143537" y="201112"/>
          <a:ext cx="1955931" cy="648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Runtime Data Area</a:t>
          </a:r>
        </a:p>
      </dsp:txBody>
      <dsp:txXfrm>
        <a:off x="3143537" y="201112"/>
        <a:ext cx="1955931" cy="432000"/>
      </dsp:txXfrm>
    </dsp:sp>
    <dsp:sp modelId="{784B3228-02B6-4D75-A830-59F28E4C8B10}">
      <dsp:nvSpPr>
        <dsp:cNvPr id="0" name=""/>
        <dsp:cNvSpPr/>
      </dsp:nvSpPr>
      <dsp:spPr>
        <a:xfrm>
          <a:off x="3544149" y="633112"/>
          <a:ext cx="1955931" cy="3871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Method Area:</a:t>
          </a:r>
          <a:r>
            <a:rPr lang="en-US" sz="1500" kern="1200" dirty="0"/>
            <a:t> Stores class structures (methods, fields).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b="1" kern="1200" dirty="0"/>
            <a:t>Heap:</a:t>
          </a:r>
          <a:r>
            <a:rPr lang="en-IN" sz="1500" kern="1200" dirty="0"/>
            <a:t> Stores objects.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Stack:</a:t>
          </a:r>
          <a:r>
            <a:rPr lang="en-US" sz="1500" kern="1200" dirty="0"/>
            <a:t> Stores method calls and local variables.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PC Register:</a:t>
          </a:r>
          <a:r>
            <a:rPr lang="en-US" sz="1500" kern="1200" dirty="0"/>
            <a:t> Tracks current instruction.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b="1" kern="1200" dirty="0"/>
            <a:t>Native Method Stack:</a:t>
          </a:r>
          <a:r>
            <a:rPr lang="en-IN" sz="1500" kern="1200" dirty="0"/>
            <a:t> Supports native (non-Java) code.</a:t>
          </a:r>
        </a:p>
      </dsp:txBody>
      <dsp:txXfrm>
        <a:off x="3601436" y="690399"/>
        <a:ext cx="1841357" cy="3756551"/>
      </dsp:txXfrm>
    </dsp:sp>
    <dsp:sp modelId="{673255EF-2684-4B85-BD0D-76909FBC87E7}">
      <dsp:nvSpPr>
        <dsp:cNvPr id="0" name=""/>
        <dsp:cNvSpPr/>
      </dsp:nvSpPr>
      <dsp:spPr>
        <a:xfrm>
          <a:off x="5395981" y="173627"/>
          <a:ext cx="628605" cy="486970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5395981" y="271021"/>
        <a:ext cx="482514" cy="292182"/>
      </dsp:txXfrm>
    </dsp:sp>
    <dsp:sp modelId="{5D373153-07EB-4260-B80E-B688FBC5BEF1}">
      <dsp:nvSpPr>
        <dsp:cNvPr id="0" name=""/>
        <dsp:cNvSpPr/>
      </dsp:nvSpPr>
      <dsp:spPr>
        <a:xfrm>
          <a:off x="6285518" y="201112"/>
          <a:ext cx="1955931" cy="648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Execution Engine</a:t>
          </a:r>
        </a:p>
      </dsp:txBody>
      <dsp:txXfrm>
        <a:off x="6285518" y="201112"/>
        <a:ext cx="1955931" cy="432000"/>
      </dsp:txXfrm>
    </dsp:sp>
    <dsp:sp modelId="{8E043C0F-8F74-4070-9F5F-874594D5D32B}">
      <dsp:nvSpPr>
        <dsp:cNvPr id="0" name=""/>
        <dsp:cNvSpPr/>
      </dsp:nvSpPr>
      <dsp:spPr>
        <a:xfrm>
          <a:off x="6686130" y="633112"/>
          <a:ext cx="1955931" cy="3871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Interpreter:</a:t>
          </a:r>
          <a:r>
            <a:rPr lang="en-US" sz="1500" kern="1200" dirty="0"/>
            <a:t> Reads bytecode line by line.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b="1" kern="1200"/>
            <a:t>JIT Compiler:</a:t>
          </a:r>
          <a:r>
            <a:rPr lang="en-IN" sz="1500" kern="1200"/>
            <a:t> Converts bytecode into native machine code for performance.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Garbage Collector:</a:t>
          </a:r>
          <a:r>
            <a:rPr lang="en-US" sz="1500" kern="1200" dirty="0"/>
            <a:t> Frees memory by removing unreachable objects.</a:t>
          </a:r>
        </a:p>
      </dsp:txBody>
      <dsp:txXfrm>
        <a:off x="6743417" y="690399"/>
        <a:ext cx="1841357" cy="3756551"/>
      </dsp:txXfrm>
    </dsp:sp>
    <dsp:sp modelId="{E768BA7A-4BDF-4B8F-9B0B-C410CC677458}">
      <dsp:nvSpPr>
        <dsp:cNvPr id="0" name=""/>
        <dsp:cNvSpPr/>
      </dsp:nvSpPr>
      <dsp:spPr>
        <a:xfrm>
          <a:off x="8537962" y="173627"/>
          <a:ext cx="628605" cy="486970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8537962" y="271021"/>
        <a:ext cx="482514" cy="292182"/>
      </dsp:txXfrm>
    </dsp:sp>
    <dsp:sp modelId="{B184F34E-CD7C-42FE-AC07-69DE55B5DDDF}">
      <dsp:nvSpPr>
        <dsp:cNvPr id="0" name=""/>
        <dsp:cNvSpPr/>
      </dsp:nvSpPr>
      <dsp:spPr>
        <a:xfrm>
          <a:off x="9427498" y="201112"/>
          <a:ext cx="1955931" cy="648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Native Interface</a:t>
          </a:r>
        </a:p>
      </dsp:txBody>
      <dsp:txXfrm>
        <a:off x="9427498" y="201112"/>
        <a:ext cx="1955931" cy="432000"/>
      </dsp:txXfrm>
    </dsp:sp>
    <dsp:sp modelId="{5BCB15D7-7F54-499B-AFA0-83FE936E3D3D}">
      <dsp:nvSpPr>
        <dsp:cNvPr id="0" name=""/>
        <dsp:cNvSpPr/>
      </dsp:nvSpPr>
      <dsp:spPr>
        <a:xfrm>
          <a:off x="9828111" y="633112"/>
          <a:ext cx="1955931" cy="3871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500" kern="1200" dirty="0"/>
            <a:t>Allows Java to interact with native libraries (e.g., C/C++).</a:t>
          </a:r>
          <a:endParaRPr lang="en-IN" sz="1500" kern="1200" dirty="0"/>
        </a:p>
      </dsp:txBody>
      <dsp:txXfrm>
        <a:off x="9885398" y="690399"/>
        <a:ext cx="1841357" cy="37565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7E6E7-5568-4F7A-A4B5-0A97FE1A0AB9}">
      <dsp:nvSpPr>
        <dsp:cNvPr id="0" name=""/>
        <dsp:cNvSpPr/>
      </dsp:nvSpPr>
      <dsp:spPr>
        <a:xfrm>
          <a:off x="1984" y="2356114"/>
          <a:ext cx="1766093" cy="706437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Program Execution</a:t>
          </a:r>
        </a:p>
      </dsp:txBody>
      <dsp:txXfrm>
        <a:off x="355203" y="2356114"/>
        <a:ext cx="1059656" cy="706437"/>
      </dsp:txXfrm>
    </dsp:sp>
    <dsp:sp modelId="{0466C66B-C3C4-4717-ADF6-A21C9BE4C9FA}">
      <dsp:nvSpPr>
        <dsp:cNvPr id="0" name=""/>
        <dsp:cNvSpPr/>
      </dsp:nvSpPr>
      <dsp:spPr>
        <a:xfrm>
          <a:off x="1591468" y="2356114"/>
          <a:ext cx="1766093" cy="706437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-283875"/>
                <a:satOff val="-2576"/>
                <a:lumOff val="1866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shade val="50000"/>
                <a:hueOff val="-283875"/>
                <a:satOff val="-2576"/>
                <a:lumOff val="1866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shade val="50000"/>
                <a:hueOff val="-283875"/>
                <a:satOff val="-2576"/>
                <a:lumOff val="1866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Objects Allocated in memory</a:t>
          </a:r>
          <a:endParaRPr lang="en-IN" sz="1300" kern="1200" dirty="0"/>
        </a:p>
      </dsp:txBody>
      <dsp:txXfrm>
        <a:off x="1944687" y="2356114"/>
        <a:ext cx="1059656" cy="706437"/>
      </dsp:txXfrm>
    </dsp:sp>
    <dsp:sp modelId="{2B311AA7-D6BC-4901-9FC3-C4D57F199C8F}">
      <dsp:nvSpPr>
        <dsp:cNvPr id="0" name=""/>
        <dsp:cNvSpPr/>
      </dsp:nvSpPr>
      <dsp:spPr>
        <a:xfrm>
          <a:off x="3180953" y="2356114"/>
          <a:ext cx="1766093" cy="706437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-567750"/>
                <a:satOff val="-5152"/>
                <a:lumOff val="3733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shade val="50000"/>
                <a:hueOff val="-567750"/>
                <a:satOff val="-5152"/>
                <a:lumOff val="3733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shade val="50000"/>
                <a:hueOff val="-567750"/>
                <a:satOff val="-5152"/>
                <a:lumOff val="3733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GC Root analysis</a:t>
          </a:r>
          <a:endParaRPr lang="en-IN" sz="1300" kern="1200" dirty="0"/>
        </a:p>
      </dsp:txBody>
      <dsp:txXfrm>
        <a:off x="3534172" y="2356114"/>
        <a:ext cx="1059656" cy="706437"/>
      </dsp:txXfrm>
    </dsp:sp>
    <dsp:sp modelId="{89CF8AF1-EC50-4485-89B5-9DEB3C98D417}">
      <dsp:nvSpPr>
        <dsp:cNvPr id="0" name=""/>
        <dsp:cNvSpPr/>
      </dsp:nvSpPr>
      <dsp:spPr>
        <a:xfrm>
          <a:off x="4770437" y="2356114"/>
          <a:ext cx="1766093" cy="706437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-567750"/>
                <a:satOff val="-5152"/>
                <a:lumOff val="3733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shade val="50000"/>
                <a:hueOff val="-567750"/>
                <a:satOff val="-5152"/>
                <a:lumOff val="3733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shade val="50000"/>
                <a:hueOff val="-567750"/>
                <a:satOff val="-5152"/>
                <a:lumOff val="3733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Unreachable object – (marked)</a:t>
          </a:r>
          <a:endParaRPr lang="en-IN" sz="1300" kern="1200" dirty="0"/>
        </a:p>
      </dsp:txBody>
      <dsp:txXfrm>
        <a:off x="5123656" y="2356114"/>
        <a:ext cx="1059656" cy="706437"/>
      </dsp:txXfrm>
    </dsp:sp>
    <dsp:sp modelId="{75A82F44-3CC2-46A3-AE1B-91DED0A302F9}">
      <dsp:nvSpPr>
        <dsp:cNvPr id="0" name=""/>
        <dsp:cNvSpPr/>
      </dsp:nvSpPr>
      <dsp:spPr>
        <a:xfrm>
          <a:off x="6359921" y="2356114"/>
          <a:ext cx="1766093" cy="706437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-283875"/>
                <a:satOff val="-2576"/>
                <a:lumOff val="1866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shade val="50000"/>
                <a:hueOff val="-283875"/>
                <a:satOff val="-2576"/>
                <a:lumOff val="1866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shade val="50000"/>
                <a:hueOff val="-283875"/>
                <a:satOff val="-2576"/>
                <a:lumOff val="1866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Memory Reclaimed</a:t>
          </a:r>
          <a:endParaRPr lang="en-IN" sz="1300" kern="1200" dirty="0"/>
        </a:p>
      </dsp:txBody>
      <dsp:txXfrm>
        <a:off x="6713140" y="2356114"/>
        <a:ext cx="1059656" cy="706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Core JAVA</a:t>
            </a:r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JVM Internals &amp; Memory Model – 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778567"/>
              </p:ext>
            </p:extLst>
          </p:nvPr>
        </p:nvGraphicFramePr>
        <p:xfrm>
          <a:off x="311150" y="1501955"/>
          <a:ext cx="8737600" cy="4841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0C39-662D-CBC6-FE73-3A4579BF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JVM Architecture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92BEB69-0F72-C21A-31AB-B998D55E6A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72739"/>
              </p:ext>
            </p:extLst>
          </p:nvPr>
        </p:nvGraphicFramePr>
        <p:xfrm>
          <a:off x="203200" y="1162625"/>
          <a:ext cx="11785600" cy="470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03908FF-EEEF-7BD9-62EB-CD705487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29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B1FA-78AA-B3E2-9F9C-300923EF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Class Loader </a:t>
            </a:r>
            <a:r>
              <a:rPr lang="en-IN" dirty="0"/>
              <a:t>– </a:t>
            </a:r>
            <a:r>
              <a:rPr lang="en-IN" sz="2400" dirty="0"/>
              <a:t>{</a:t>
            </a:r>
            <a:r>
              <a:rPr lang="en-IN" sz="2000" dirty="0"/>
              <a:t>Code example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C187-90D5-129E-2F1B-61D587B9E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7304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class A {</a:t>
            </a:r>
          </a:p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   static { </a:t>
            </a:r>
            <a:r>
              <a:rPr lang="en-IN" sz="18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("Class A Loaded"); }</a:t>
            </a:r>
          </a:p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sz="1800" dirty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public class Test {</a:t>
            </a:r>
          </a:p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   public static void main(String[] </a:t>
            </a:r>
            <a:r>
              <a:rPr lang="en-IN" sz="18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       A </a:t>
            </a:r>
            <a:r>
              <a:rPr lang="en-IN" sz="18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obj</a:t>
            </a: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= new A(); // triggers class loading</a:t>
            </a:r>
          </a:p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>
              <a:buNone/>
            </a:pPr>
            <a:r>
              <a:rPr lang="en-IN" sz="180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sz="18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effectLst/>
              </a:rPr>
              <a:t>Explanation:</a:t>
            </a:r>
            <a:endParaRPr lang="en-US" sz="18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effectLst/>
              </a:rPr>
              <a:t>When new A() is executed, the JVM loads class A, links it, and runs the static block.</a:t>
            </a:r>
          </a:p>
          <a:p>
            <a:pPr>
              <a:buNone/>
            </a:pPr>
            <a:endParaRPr lang="en-IN" sz="1800" dirty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IN" sz="1800" i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450D-808E-BC7A-83CF-57EA8913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38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A044-4320-4CA0-F0CC-7F6CA9C7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Garbage Collection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5ED7ED59-9490-C496-87F5-FC4BB3BEA3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406330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44C6EC-21E6-B9CF-134C-269A39CF83D6}"/>
              </a:ext>
            </a:extLst>
          </p:cNvPr>
          <p:cNvSpPr txBox="1"/>
          <p:nvPr/>
        </p:nvSpPr>
        <p:spPr>
          <a:xfrm>
            <a:off x="1952978" y="4684887"/>
            <a:ext cx="8297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Explanation:</a:t>
            </a:r>
          </a:p>
          <a:p>
            <a:r>
              <a:rPr lang="en-IN" dirty="0">
                <a:solidFill>
                  <a:schemeClr val="bg1"/>
                </a:solidFill>
              </a:rPr>
              <a:t>GC starts from </a:t>
            </a:r>
            <a:r>
              <a:rPr lang="en-IN" i="1" dirty="0">
                <a:solidFill>
                  <a:schemeClr val="bg1"/>
                </a:solidFill>
              </a:rPr>
              <a:t>GC Roots</a:t>
            </a:r>
            <a:r>
              <a:rPr lang="en-IN" dirty="0">
                <a:solidFill>
                  <a:schemeClr val="bg1"/>
                </a:solidFill>
              </a:rPr>
              <a:t> (like stack variables, static references) → marks reachable objects → deletes unreachable ones → frees memory.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6A77D-B40C-4E6C-1BB5-846673E0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3563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E311-4602-CB35-B888-58BA61DB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Garbage Collection – {Generational Model}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FE838-4583-A0EC-0812-DDF534A89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98" y="877818"/>
            <a:ext cx="11784691" cy="591755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Why Generational GC?</a:t>
            </a:r>
          </a:p>
          <a:p>
            <a:r>
              <a:rPr lang="en-US" sz="1800" dirty="0">
                <a:solidFill>
                  <a:schemeClr val="bg1"/>
                </a:solidFill>
              </a:rPr>
              <a:t>Most objects in Java are </a:t>
            </a:r>
            <a:r>
              <a:rPr lang="en-US" sz="1800" b="1" dirty="0">
                <a:solidFill>
                  <a:schemeClr val="bg1"/>
                </a:solidFill>
              </a:rPr>
              <a:t>short-lived</a:t>
            </a:r>
            <a:r>
              <a:rPr lang="en-US" sz="1800" dirty="0">
                <a:solidFill>
                  <a:schemeClr val="bg1"/>
                </a:solidFill>
              </a:rPr>
              <a:t> (e.g., temporary strings, local variables).</a:t>
            </a:r>
          </a:p>
          <a:p>
            <a:r>
              <a:rPr lang="en-US" sz="1800" dirty="0">
                <a:solidFill>
                  <a:schemeClr val="bg1"/>
                </a:solidFill>
              </a:rPr>
              <a:t>A few objects are </a:t>
            </a:r>
            <a:r>
              <a:rPr lang="en-US" sz="1800" b="1" dirty="0">
                <a:solidFill>
                  <a:schemeClr val="bg1"/>
                </a:solidFill>
              </a:rPr>
              <a:t>long-lived</a:t>
            </a:r>
            <a:r>
              <a:rPr lang="en-US" sz="1800" dirty="0">
                <a:solidFill>
                  <a:schemeClr val="bg1"/>
                </a:solidFill>
              </a:rPr>
              <a:t> (e.g., configuration objects, caches).</a:t>
            </a:r>
          </a:p>
          <a:p>
            <a:r>
              <a:rPr lang="en-US" sz="1800" dirty="0">
                <a:solidFill>
                  <a:schemeClr val="bg1"/>
                </a:solidFill>
              </a:rPr>
              <a:t>Instead of scanning the entire heap every time, JVM divides the heap into </a:t>
            </a:r>
            <a:r>
              <a:rPr lang="en-US" sz="1800" b="1" dirty="0">
                <a:solidFill>
                  <a:schemeClr val="bg1"/>
                </a:solidFill>
              </a:rPr>
              <a:t>generations</a:t>
            </a:r>
            <a:r>
              <a:rPr lang="en-US" sz="1800" dirty="0">
                <a:solidFill>
                  <a:schemeClr val="bg1"/>
                </a:solidFill>
              </a:rPr>
              <a:t> to optimize GC.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17C5B-F242-7AC0-EF85-5D66EF5E2DC8}"/>
              </a:ext>
            </a:extLst>
          </p:cNvPr>
          <p:cNvSpPr txBox="1"/>
          <p:nvPr/>
        </p:nvSpPr>
        <p:spPr>
          <a:xfrm>
            <a:off x="128498" y="2656722"/>
            <a:ext cx="61628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Young Generation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b="1" dirty="0">
                <a:solidFill>
                  <a:schemeClr val="bg1"/>
                </a:solidFill>
              </a:rPr>
              <a:t>Eden Space</a:t>
            </a:r>
            <a:r>
              <a:rPr lang="en-IN" dirty="0">
                <a:solidFill>
                  <a:schemeClr val="bg1"/>
                </a:solidFill>
              </a:rPr>
              <a:t>: New objects are created here.</a:t>
            </a:r>
          </a:p>
          <a:p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b="1" dirty="0">
                <a:solidFill>
                  <a:schemeClr val="bg1"/>
                </a:solidFill>
              </a:rPr>
              <a:t>Survivor Spaces (S0, S1)</a:t>
            </a:r>
            <a:r>
              <a:rPr lang="en-IN" dirty="0">
                <a:solidFill>
                  <a:schemeClr val="bg1"/>
                </a:solidFill>
              </a:rPr>
              <a:t>: Objects that survive a GC 	cycle are copied here.</a:t>
            </a:r>
          </a:p>
          <a:p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b="1" dirty="0">
                <a:solidFill>
                  <a:schemeClr val="bg1"/>
                </a:solidFill>
              </a:rPr>
              <a:t>Minor GC</a:t>
            </a:r>
            <a:r>
              <a:rPr lang="en-IN" dirty="0">
                <a:solidFill>
                  <a:schemeClr val="bg1"/>
                </a:solidFill>
              </a:rPr>
              <a:t>: Cleans Eden frequently (fast, efficient).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Old Generation (Tenured Space)</a:t>
            </a:r>
          </a:p>
          <a:p>
            <a:r>
              <a:rPr lang="en-IN" dirty="0">
                <a:solidFill>
                  <a:schemeClr val="bg1"/>
                </a:solidFill>
              </a:rPr>
              <a:t>	Long-lived objects promoted from Survivor spaces.</a:t>
            </a:r>
          </a:p>
          <a:p>
            <a:r>
              <a:rPr lang="en-IN" dirty="0">
                <a:solidFill>
                  <a:schemeClr val="bg1"/>
                </a:solidFill>
              </a:rPr>
              <a:t>	Major/Full GC: Less frequent but more expensive.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 err="1">
                <a:solidFill>
                  <a:schemeClr val="bg1"/>
                </a:solidFill>
              </a:rPr>
              <a:t>Metaspace</a:t>
            </a:r>
            <a:r>
              <a:rPr lang="en-IN" b="1" dirty="0">
                <a:solidFill>
                  <a:schemeClr val="bg1"/>
                </a:solidFill>
              </a:rPr>
              <a:t> (Java 8+)</a:t>
            </a:r>
          </a:p>
          <a:p>
            <a:r>
              <a:rPr lang="en-IN" dirty="0">
                <a:solidFill>
                  <a:schemeClr val="bg1"/>
                </a:solidFill>
              </a:rPr>
              <a:t>	Stores class metadata, method info, static variables.</a:t>
            </a:r>
          </a:p>
          <a:p>
            <a:r>
              <a:rPr lang="en-IN" dirty="0">
                <a:solidFill>
                  <a:schemeClr val="bg1"/>
                </a:solidFill>
              </a:rPr>
              <a:t>	Replaced </a:t>
            </a:r>
            <a:r>
              <a:rPr lang="en-IN" dirty="0" err="1">
                <a:solidFill>
                  <a:schemeClr val="bg1"/>
                </a:solidFill>
              </a:rPr>
              <a:t>PermGen</a:t>
            </a:r>
            <a:r>
              <a:rPr lang="en-IN" dirty="0">
                <a:solidFill>
                  <a:schemeClr val="bg1"/>
                </a:solidFill>
              </a:rPr>
              <a:t> from earlier JVM versions.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26B473B-B97A-5CD7-7EE1-AEF36439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419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BE33-6326-563D-A57C-CA25FFFB4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Garbage Collection – {</a:t>
            </a:r>
            <a:r>
              <a:rPr lang="en-US" sz="2000" dirty="0"/>
              <a:t>GC Flow</a:t>
            </a:r>
            <a:r>
              <a:rPr lang="en-US" sz="2400" dirty="0"/>
              <a:t>}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5531-FAD3-C5CF-5EF1-EB07E6B2F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GC Process Flow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Object Creation:</a:t>
            </a:r>
            <a:r>
              <a:rPr lang="en-US" sz="1800" dirty="0">
                <a:solidFill>
                  <a:schemeClr val="bg1"/>
                </a:solidFill>
              </a:rPr>
              <a:t> New objects go into </a:t>
            </a:r>
            <a:r>
              <a:rPr lang="en-US" sz="1800" b="1" dirty="0">
                <a:solidFill>
                  <a:schemeClr val="bg1"/>
                </a:solidFill>
              </a:rPr>
              <a:t>Eden Space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Minor GC: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Clears Eden.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Surviving objects → moved to </a:t>
            </a:r>
            <a:r>
              <a:rPr lang="en-US" sz="1800" b="1" dirty="0">
                <a:solidFill>
                  <a:schemeClr val="bg1"/>
                </a:solidFill>
              </a:rPr>
              <a:t>Survivor S0/S1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Promotion: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If objects survive multiple Minor GCs, they are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promoted to </a:t>
            </a:r>
            <a:r>
              <a:rPr lang="en-US" sz="1800" b="1" dirty="0">
                <a:solidFill>
                  <a:schemeClr val="bg1"/>
                </a:solidFill>
              </a:rPr>
              <a:t>Old Generation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Major GC:</a:t>
            </a:r>
            <a:endParaRPr lang="en-US" sz="1800" dirty="0">
              <a:solidFill>
                <a:schemeClr val="bg1"/>
              </a:solidFill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Cleans Old Generation when it fills up.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More expensive, may cause application pause.</a:t>
            </a:r>
          </a:p>
          <a:p>
            <a:endParaRPr lang="en-IN" sz="1800" dirty="0">
              <a:solidFill>
                <a:schemeClr val="bg1"/>
              </a:solidFill>
            </a:endParaRPr>
          </a:p>
        </p:txBody>
      </p:sp>
      <p:pic>
        <p:nvPicPr>
          <p:cNvPr id="5" name="Picture 4" descr="The image illustrates a generational garbage collection model with a hierarchy of spaces including Eden, survivor, and metaspace, categorized into Young and Old generations.&#10;&#10;AI-generated content may be incorrect.">
            <a:extLst>
              <a:ext uri="{FF2B5EF4-FFF2-40B4-BE49-F238E27FC236}">
                <a16:creationId xmlns:a16="http://schemas.microsoft.com/office/drawing/2014/main" id="{26C667DC-382F-6A9B-9C0D-A7C145923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03" y="947188"/>
            <a:ext cx="3632548" cy="5448822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EB33FEB-58E3-F8BA-A8CA-93174B19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79522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463</TotalTime>
  <Words>540</Words>
  <Application>Microsoft Office PowerPoint</Application>
  <PresentationFormat>Widescreen</PresentationFormat>
  <Paragraphs>81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Agency FB</vt:lpstr>
      <vt:lpstr>Aptos</vt:lpstr>
      <vt:lpstr>Arial</vt:lpstr>
      <vt:lpstr>Arial Black</vt:lpstr>
      <vt:lpstr>Bauhaus 93</vt:lpstr>
      <vt:lpstr>Courier New</vt:lpstr>
      <vt:lpstr>Trebuchet MS</vt:lpstr>
      <vt:lpstr>Berlin</vt:lpstr>
      <vt:lpstr>&lt;ai/&gt; &lt;IQ/&gt; LABS</vt:lpstr>
      <vt:lpstr>JVM Internals &amp; Memory Model – {Agenda}</vt:lpstr>
      <vt:lpstr>JVM Architecture</vt:lpstr>
      <vt:lpstr>Class Loader – {Code example}</vt:lpstr>
      <vt:lpstr>Garbage Collection</vt:lpstr>
      <vt:lpstr>Garbage Collection – {Generational Model}</vt:lpstr>
      <vt:lpstr>Garbage Collection – {GC Flow}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30</cp:revision>
  <dcterms:created xsi:type="dcterms:W3CDTF">2026-02-04T04:23:12Z</dcterms:created>
  <dcterms:modified xsi:type="dcterms:W3CDTF">2026-02-05T17:07:50Z</dcterms:modified>
</cp:coreProperties>
</file>