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8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6" r:id="rId11"/>
    <p:sldId id="297" r:id="rId12"/>
    <p:sldId id="298" r:id="rId13"/>
    <p:sldId id="295" r:id="rId14"/>
    <p:sldId id="299" r:id="rId15"/>
    <p:sldId id="300" r:id="rId16"/>
    <p:sldId id="301" r:id="rId17"/>
    <p:sldId id="302" r:id="rId18"/>
    <p:sldId id="303" r:id="rId19"/>
    <p:sldId id="304" r:id="rId20"/>
    <p:sldId id="28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47" autoAdjust="0"/>
    <p:restoredTop sz="94660"/>
  </p:normalViewPr>
  <p:slideViewPr>
    <p:cSldViewPr snapToGrid="0">
      <p:cViewPr varScale="1">
        <p:scale>
          <a:sx n="97" d="100"/>
          <a:sy n="97" d="100"/>
        </p:scale>
        <p:origin x="72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D969DC-181F-4921-8B5F-0EF62F4CE89E}" type="doc">
      <dgm:prSet loTypeId="urn:microsoft.com/office/officeart/2005/8/layout/target3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58F1BD4-D1AC-48B7-82A5-D4CB6FDB58AF}">
      <dgm:prSet phldrT="[Text]" phldr="0" custT="1"/>
      <dgm:spPr/>
      <dgm:t>
        <a:bodyPr tIns="180000" bIns="180000"/>
        <a:lstStyle/>
        <a:p>
          <a:pPr algn="l"/>
          <a:r>
            <a:rPr lang="en-IN" sz="2800" dirty="0"/>
            <a:t>Parallel Execution</a:t>
          </a:r>
        </a:p>
      </dgm:t>
    </dgm:pt>
    <dgm:pt modelId="{C8233260-4FEF-414B-83A3-06916B7AC6C0}" type="parTrans" cxnId="{E5C2701B-A741-404C-93F4-54BE3C18AAD9}">
      <dgm:prSet/>
      <dgm:spPr/>
      <dgm:t>
        <a:bodyPr/>
        <a:lstStyle/>
        <a:p>
          <a:endParaRPr lang="en-IN"/>
        </a:p>
      </dgm:t>
    </dgm:pt>
    <dgm:pt modelId="{C7BA27C1-80C6-4712-87E5-1D24817D2B93}" type="sibTrans" cxnId="{E5C2701B-A741-404C-93F4-54BE3C18AAD9}">
      <dgm:prSet/>
      <dgm:spPr/>
      <dgm:t>
        <a:bodyPr/>
        <a:lstStyle/>
        <a:p>
          <a:endParaRPr lang="en-IN"/>
        </a:p>
      </dgm:t>
    </dgm:pt>
    <dgm:pt modelId="{82FE992F-5167-4A97-8C49-EB87AB410172}">
      <dgm:prSet phldrT="[Text]" phldr="0" custT="1"/>
      <dgm:spPr/>
      <dgm:t>
        <a:bodyPr tIns="180000" bIns="180000"/>
        <a:lstStyle/>
        <a:p>
          <a:pPr algn="l"/>
          <a:r>
            <a:rPr lang="en-IN" sz="2800" dirty="0"/>
            <a:t>TestNG Reports</a:t>
          </a:r>
        </a:p>
      </dgm:t>
    </dgm:pt>
    <dgm:pt modelId="{5ADB4CCE-F02A-4CC9-B4A9-FB8892D6C65F}" type="parTrans" cxnId="{4151C4E3-B0DC-4F9D-A15E-16111E84015F}">
      <dgm:prSet/>
      <dgm:spPr/>
      <dgm:t>
        <a:bodyPr/>
        <a:lstStyle/>
        <a:p>
          <a:endParaRPr lang="en-IN"/>
        </a:p>
      </dgm:t>
    </dgm:pt>
    <dgm:pt modelId="{BDFE517A-AAC8-44EA-A7FD-9132F9E6C697}" type="sibTrans" cxnId="{4151C4E3-B0DC-4F9D-A15E-16111E84015F}">
      <dgm:prSet/>
      <dgm:spPr/>
      <dgm:t>
        <a:bodyPr/>
        <a:lstStyle/>
        <a:p>
          <a:endParaRPr lang="en-IN"/>
        </a:p>
      </dgm:t>
    </dgm:pt>
    <dgm:pt modelId="{FF78FBFE-E4E5-431C-BB27-B0EECEC700A2}">
      <dgm:prSet phldrT="[Text]" phldr="0" custT="1"/>
      <dgm:spPr/>
      <dgm:t>
        <a:bodyPr tIns="180000" bIns="180000"/>
        <a:lstStyle/>
        <a:p>
          <a:pPr algn="l"/>
          <a:r>
            <a:rPr lang="en-IN" sz="2800" dirty="0"/>
            <a:t>Listeners</a:t>
          </a:r>
        </a:p>
      </dgm:t>
    </dgm:pt>
    <dgm:pt modelId="{88787C94-8F1D-4F84-8F43-4239B3DDE8A1}" type="parTrans" cxnId="{25E54AC8-527E-4F3A-8577-EC2F30A0EBD7}">
      <dgm:prSet/>
      <dgm:spPr/>
      <dgm:t>
        <a:bodyPr/>
        <a:lstStyle/>
        <a:p>
          <a:endParaRPr lang="en-IN"/>
        </a:p>
      </dgm:t>
    </dgm:pt>
    <dgm:pt modelId="{CB25F753-64CF-4648-8846-28B06940A188}" type="sibTrans" cxnId="{25E54AC8-527E-4F3A-8577-EC2F30A0EBD7}">
      <dgm:prSet/>
      <dgm:spPr/>
      <dgm:t>
        <a:bodyPr/>
        <a:lstStyle/>
        <a:p>
          <a:endParaRPr lang="en-IN"/>
        </a:p>
      </dgm:t>
    </dgm:pt>
    <dgm:pt modelId="{51921A22-0E30-422B-BEFE-A663628FB2E5}">
      <dgm:prSet phldrT="[Text]" phldr="0" custT="1"/>
      <dgm:spPr/>
      <dgm:t>
        <a:bodyPr tIns="180000" bIns="180000"/>
        <a:lstStyle/>
        <a:p>
          <a:pPr algn="l"/>
          <a:r>
            <a:rPr lang="en-IN" sz="2800" dirty="0"/>
            <a:t>Data Providers</a:t>
          </a:r>
        </a:p>
      </dgm:t>
    </dgm:pt>
    <dgm:pt modelId="{65E2E033-73E5-4EBA-B6E7-92CDD31EA1E0}" type="parTrans" cxnId="{6FE67810-713A-4053-8D89-8C07BE419278}">
      <dgm:prSet/>
      <dgm:spPr/>
      <dgm:t>
        <a:bodyPr/>
        <a:lstStyle/>
        <a:p>
          <a:endParaRPr lang="en-IN"/>
        </a:p>
      </dgm:t>
    </dgm:pt>
    <dgm:pt modelId="{1B13889D-E433-48F1-B8F9-D3E716CF1317}" type="sibTrans" cxnId="{6FE67810-713A-4053-8D89-8C07BE419278}">
      <dgm:prSet/>
      <dgm:spPr/>
      <dgm:t>
        <a:bodyPr/>
        <a:lstStyle/>
        <a:p>
          <a:endParaRPr lang="en-IN"/>
        </a:p>
      </dgm:t>
    </dgm:pt>
    <dgm:pt modelId="{3485415B-6A79-4D62-9401-8AFE458F11A3}">
      <dgm:prSet phldrT="[Text]" phldr="0" custT="1"/>
      <dgm:spPr/>
      <dgm:t>
        <a:bodyPr tIns="180000" bIns="180000"/>
        <a:lstStyle/>
        <a:p>
          <a:pPr algn="l"/>
          <a:r>
            <a:rPr lang="en-IN" sz="2800"/>
            <a:t>Parameters</a:t>
          </a:r>
          <a:endParaRPr lang="en-IN" sz="2800" dirty="0"/>
        </a:p>
      </dgm:t>
    </dgm:pt>
    <dgm:pt modelId="{21AE9536-9866-41ED-B795-EE905AFC037D}" type="parTrans" cxnId="{E10C0DD8-37F9-4049-8FD8-24962A4C40B6}">
      <dgm:prSet/>
      <dgm:spPr/>
    </dgm:pt>
    <dgm:pt modelId="{7698B04A-A136-4607-B262-FE826AEA69F3}" type="sibTrans" cxnId="{E10C0DD8-37F9-4049-8FD8-24962A4C40B6}">
      <dgm:prSet/>
      <dgm:spPr/>
    </dgm:pt>
    <dgm:pt modelId="{DE860416-E6AE-46B5-862B-CD2595D1ACD2}" type="pres">
      <dgm:prSet presAssocID="{6BD969DC-181F-4921-8B5F-0EF62F4CE89E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9DCB16D0-22AD-43BD-9E6D-75470D186BF0}" type="pres">
      <dgm:prSet presAssocID="{558F1BD4-D1AC-48B7-82A5-D4CB6FDB58AF}" presName="circle1" presStyleLbl="node1" presStyleIdx="0" presStyleCnt="5"/>
      <dgm:spPr/>
    </dgm:pt>
    <dgm:pt modelId="{5BA02E4C-0180-460C-A76C-4BAB2238B1EC}" type="pres">
      <dgm:prSet presAssocID="{558F1BD4-D1AC-48B7-82A5-D4CB6FDB58AF}" presName="space" presStyleCnt="0"/>
      <dgm:spPr/>
    </dgm:pt>
    <dgm:pt modelId="{CF6DB830-3DD5-497F-8F0E-DBFF966E7638}" type="pres">
      <dgm:prSet presAssocID="{558F1BD4-D1AC-48B7-82A5-D4CB6FDB58AF}" presName="rect1" presStyleLbl="alignAcc1" presStyleIdx="0" presStyleCnt="5"/>
      <dgm:spPr/>
    </dgm:pt>
    <dgm:pt modelId="{822A8F67-082A-4417-82A6-8C71A1CF4655}" type="pres">
      <dgm:prSet presAssocID="{3485415B-6A79-4D62-9401-8AFE458F11A3}" presName="vertSpace2" presStyleLbl="node1" presStyleIdx="0" presStyleCnt="5"/>
      <dgm:spPr/>
    </dgm:pt>
    <dgm:pt modelId="{60345C8B-C888-4712-8E8E-4AC99753016B}" type="pres">
      <dgm:prSet presAssocID="{3485415B-6A79-4D62-9401-8AFE458F11A3}" presName="circle2" presStyleLbl="node1" presStyleIdx="1" presStyleCnt="5"/>
      <dgm:spPr/>
    </dgm:pt>
    <dgm:pt modelId="{9D8DCD17-9A23-44D2-9B62-C52FED44E943}" type="pres">
      <dgm:prSet presAssocID="{3485415B-6A79-4D62-9401-8AFE458F11A3}" presName="rect2" presStyleLbl="alignAcc1" presStyleIdx="1" presStyleCnt="5"/>
      <dgm:spPr/>
    </dgm:pt>
    <dgm:pt modelId="{9554762C-0351-4666-A693-0321139CF3CB}" type="pres">
      <dgm:prSet presAssocID="{51921A22-0E30-422B-BEFE-A663628FB2E5}" presName="vertSpace3" presStyleLbl="node1" presStyleIdx="1" presStyleCnt="5"/>
      <dgm:spPr/>
    </dgm:pt>
    <dgm:pt modelId="{18B82B14-5B64-4D85-9CF4-BD8D354354F0}" type="pres">
      <dgm:prSet presAssocID="{51921A22-0E30-422B-BEFE-A663628FB2E5}" presName="circle3" presStyleLbl="node1" presStyleIdx="2" presStyleCnt="5"/>
      <dgm:spPr/>
    </dgm:pt>
    <dgm:pt modelId="{CA1577BA-5639-4A6C-BCAA-00C04517DB9D}" type="pres">
      <dgm:prSet presAssocID="{51921A22-0E30-422B-BEFE-A663628FB2E5}" presName="rect3" presStyleLbl="alignAcc1" presStyleIdx="2" presStyleCnt="5"/>
      <dgm:spPr/>
    </dgm:pt>
    <dgm:pt modelId="{CEDD3E28-3E48-4BD1-ADB3-2842E47DA8D9}" type="pres">
      <dgm:prSet presAssocID="{FF78FBFE-E4E5-431C-BB27-B0EECEC700A2}" presName="vertSpace4" presStyleLbl="node1" presStyleIdx="2" presStyleCnt="5"/>
      <dgm:spPr/>
    </dgm:pt>
    <dgm:pt modelId="{C8E3439C-DF47-47C5-A827-9482453EE46D}" type="pres">
      <dgm:prSet presAssocID="{FF78FBFE-E4E5-431C-BB27-B0EECEC700A2}" presName="circle4" presStyleLbl="node1" presStyleIdx="3" presStyleCnt="5"/>
      <dgm:spPr/>
    </dgm:pt>
    <dgm:pt modelId="{A7EF7303-7ABB-4065-AEFC-6A2EE4647EF4}" type="pres">
      <dgm:prSet presAssocID="{FF78FBFE-E4E5-431C-BB27-B0EECEC700A2}" presName="rect4" presStyleLbl="alignAcc1" presStyleIdx="3" presStyleCnt="5"/>
      <dgm:spPr/>
    </dgm:pt>
    <dgm:pt modelId="{617082F1-CCA3-48A6-A218-5CC8F52E8693}" type="pres">
      <dgm:prSet presAssocID="{82FE992F-5167-4A97-8C49-EB87AB410172}" presName="vertSpace5" presStyleLbl="node1" presStyleIdx="3" presStyleCnt="5"/>
      <dgm:spPr/>
    </dgm:pt>
    <dgm:pt modelId="{177A0735-1192-40EC-BA13-CB1806930913}" type="pres">
      <dgm:prSet presAssocID="{82FE992F-5167-4A97-8C49-EB87AB410172}" presName="circle5" presStyleLbl="node1" presStyleIdx="4" presStyleCnt="5"/>
      <dgm:spPr/>
    </dgm:pt>
    <dgm:pt modelId="{9404E2F7-F749-41FB-BD5E-8D2B7CA0CA09}" type="pres">
      <dgm:prSet presAssocID="{82FE992F-5167-4A97-8C49-EB87AB410172}" presName="rect5" presStyleLbl="alignAcc1" presStyleIdx="4" presStyleCnt="5"/>
      <dgm:spPr/>
    </dgm:pt>
    <dgm:pt modelId="{EA2B1DC7-63C4-47A0-85B1-0AD28AE386E0}" type="pres">
      <dgm:prSet presAssocID="{558F1BD4-D1AC-48B7-82A5-D4CB6FDB58AF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C5BDEA44-15C4-417D-8A43-7C314BAD1ADB}" type="pres">
      <dgm:prSet presAssocID="{3485415B-6A79-4D62-9401-8AFE458F11A3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96A170F1-EE1F-4FF8-8742-597C9141C6F3}" type="pres">
      <dgm:prSet presAssocID="{51921A22-0E30-422B-BEFE-A663628FB2E5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8A983588-75B7-43A4-89A4-BBBEA52D3C16}" type="pres">
      <dgm:prSet presAssocID="{FF78FBFE-E4E5-431C-BB27-B0EECEC700A2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6D28E449-50BE-4C8F-B91B-1ECD4C99924C}" type="pres">
      <dgm:prSet presAssocID="{82FE992F-5167-4A97-8C49-EB87AB410172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6FE67810-713A-4053-8D89-8C07BE419278}" srcId="{6BD969DC-181F-4921-8B5F-0EF62F4CE89E}" destId="{51921A22-0E30-422B-BEFE-A663628FB2E5}" srcOrd="2" destOrd="0" parTransId="{65E2E033-73E5-4EBA-B6E7-92CDD31EA1E0}" sibTransId="{1B13889D-E433-48F1-B8F9-D3E716CF1317}"/>
    <dgm:cxn modelId="{2C5FC812-45D5-418B-BCFD-96C05CE31ABB}" type="presOf" srcId="{6BD969DC-181F-4921-8B5F-0EF62F4CE89E}" destId="{DE860416-E6AE-46B5-862B-CD2595D1ACD2}" srcOrd="0" destOrd="0" presId="urn:microsoft.com/office/officeart/2005/8/layout/target3"/>
    <dgm:cxn modelId="{E5C2701B-A741-404C-93F4-54BE3C18AAD9}" srcId="{6BD969DC-181F-4921-8B5F-0EF62F4CE89E}" destId="{558F1BD4-D1AC-48B7-82A5-D4CB6FDB58AF}" srcOrd="0" destOrd="0" parTransId="{C8233260-4FEF-414B-83A3-06916B7AC6C0}" sibTransId="{C7BA27C1-80C6-4712-87E5-1D24817D2B93}"/>
    <dgm:cxn modelId="{71C7E921-3915-4E12-ADDF-1DA2F3A8276A}" type="presOf" srcId="{82FE992F-5167-4A97-8C49-EB87AB410172}" destId="{6D28E449-50BE-4C8F-B91B-1ECD4C99924C}" srcOrd="1" destOrd="0" presId="urn:microsoft.com/office/officeart/2005/8/layout/target3"/>
    <dgm:cxn modelId="{A04C0442-1C83-426A-ACAF-D4BB4FEC3F0A}" type="presOf" srcId="{FF78FBFE-E4E5-431C-BB27-B0EECEC700A2}" destId="{8A983588-75B7-43A4-89A4-BBBEA52D3C16}" srcOrd="1" destOrd="0" presId="urn:microsoft.com/office/officeart/2005/8/layout/target3"/>
    <dgm:cxn modelId="{47B2CE65-1642-4A65-B426-325207A56039}" type="presOf" srcId="{82FE992F-5167-4A97-8C49-EB87AB410172}" destId="{9404E2F7-F749-41FB-BD5E-8D2B7CA0CA09}" srcOrd="0" destOrd="0" presId="urn:microsoft.com/office/officeart/2005/8/layout/target3"/>
    <dgm:cxn modelId="{C5B72B7F-FF50-416A-89F1-7788DA40CC4A}" type="presOf" srcId="{3485415B-6A79-4D62-9401-8AFE458F11A3}" destId="{C5BDEA44-15C4-417D-8A43-7C314BAD1ADB}" srcOrd="1" destOrd="0" presId="urn:microsoft.com/office/officeart/2005/8/layout/target3"/>
    <dgm:cxn modelId="{998B248C-BEF3-48E7-B1E8-463719CCBA28}" type="presOf" srcId="{558F1BD4-D1AC-48B7-82A5-D4CB6FDB58AF}" destId="{EA2B1DC7-63C4-47A0-85B1-0AD28AE386E0}" srcOrd="1" destOrd="0" presId="urn:microsoft.com/office/officeart/2005/8/layout/target3"/>
    <dgm:cxn modelId="{90AAF38E-CBFE-4C30-BF11-9F6C67DA5CE1}" type="presOf" srcId="{3485415B-6A79-4D62-9401-8AFE458F11A3}" destId="{9D8DCD17-9A23-44D2-9B62-C52FED44E943}" srcOrd="0" destOrd="0" presId="urn:microsoft.com/office/officeart/2005/8/layout/target3"/>
    <dgm:cxn modelId="{95CB5498-483C-4A35-BE46-390CD948CAE4}" type="presOf" srcId="{51921A22-0E30-422B-BEFE-A663628FB2E5}" destId="{96A170F1-EE1F-4FF8-8742-597C9141C6F3}" srcOrd="1" destOrd="0" presId="urn:microsoft.com/office/officeart/2005/8/layout/target3"/>
    <dgm:cxn modelId="{10555EC0-D9E6-48A1-BBAB-65BC3D02EC10}" type="presOf" srcId="{FF78FBFE-E4E5-431C-BB27-B0EECEC700A2}" destId="{A7EF7303-7ABB-4065-AEFC-6A2EE4647EF4}" srcOrd="0" destOrd="0" presId="urn:microsoft.com/office/officeart/2005/8/layout/target3"/>
    <dgm:cxn modelId="{AA1B41C6-AA7E-4DD7-8B82-CB051A1EE1F9}" type="presOf" srcId="{51921A22-0E30-422B-BEFE-A663628FB2E5}" destId="{CA1577BA-5639-4A6C-BCAA-00C04517DB9D}" srcOrd="0" destOrd="0" presId="urn:microsoft.com/office/officeart/2005/8/layout/target3"/>
    <dgm:cxn modelId="{25E54AC8-527E-4F3A-8577-EC2F30A0EBD7}" srcId="{6BD969DC-181F-4921-8B5F-0EF62F4CE89E}" destId="{FF78FBFE-E4E5-431C-BB27-B0EECEC700A2}" srcOrd="3" destOrd="0" parTransId="{88787C94-8F1D-4F84-8F43-4239B3DDE8A1}" sibTransId="{CB25F753-64CF-4648-8846-28B06940A188}"/>
    <dgm:cxn modelId="{E10C0DD8-37F9-4049-8FD8-24962A4C40B6}" srcId="{6BD969DC-181F-4921-8B5F-0EF62F4CE89E}" destId="{3485415B-6A79-4D62-9401-8AFE458F11A3}" srcOrd="1" destOrd="0" parTransId="{21AE9536-9866-41ED-B795-EE905AFC037D}" sibTransId="{7698B04A-A136-4607-B262-FE826AEA69F3}"/>
    <dgm:cxn modelId="{4151C4E3-B0DC-4F9D-A15E-16111E84015F}" srcId="{6BD969DC-181F-4921-8B5F-0EF62F4CE89E}" destId="{82FE992F-5167-4A97-8C49-EB87AB410172}" srcOrd="4" destOrd="0" parTransId="{5ADB4CCE-F02A-4CC9-B4A9-FB8892D6C65F}" sibTransId="{BDFE517A-AAC8-44EA-A7FD-9132F9E6C697}"/>
    <dgm:cxn modelId="{597929F1-BD19-4D2D-9D93-CDEB5C5C16A8}" type="presOf" srcId="{558F1BD4-D1AC-48B7-82A5-D4CB6FDB58AF}" destId="{CF6DB830-3DD5-497F-8F0E-DBFF966E7638}" srcOrd="0" destOrd="0" presId="urn:microsoft.com/office/officeart/2005/8/layout/target3"/>
    <dgm:cxn modelId="{51A87777-0838-4D0F-9337-F1EF2A071357}" type="presParOf" srcId="{DE860416-E6AE-46B5-862B-CD2595D1ACD2}" destId="{9DCB16D0-22AD-43BD-9E6D-75470D186BF0}" srcOrd="0" destOrd="0" presId="urn:microsoft.com/office/officeart/2005/8/layout/target3"/>
    <dgm:cxn modelId="{1EBA75B2-33FA-44CD-ADCE-CBD84DCBFBDE}" type="presParOf" srcId="{DE860416-E6AE-46B5-862B-CD2595D1ACD2}" destId="{5BA02E4C-0180-460C-A76C-4BAB2238B1EC}" srcOrd="1" destOrd="0" presId="urn:microsoft.com/office/officeart/2005/8/layout/target3"/>
    <dgm:cxn modelId="{1ECD45C2-B381-4A07-8CE8-5D5DB59C86C3}" type="presParOf" srcId="{DE860416-E6AE-46B5-862B-CD2595D1ACD2}" destId="{CF6DB830-3DD5-497F-8F0E-DBFF966E7638}" srcOrd="2" destOrd="0" presId="urn:microsoft.com/office/officeart/2005/8/layout/target3"/>
    <dgm:cxn modelId="{EDDA7E5F-469F-4BC1-91AF-DEF4B35CF2FC}" type="presParOf" srcId="{DE860416-E6AE-46B5-862B-CD2595D1ACD2}" destId="{822A8F67-082A-4417-82A6-8C71A1CF4655}" srcOrd="3" destOrd="0" presId="urn:microsoft.com/office/officeart/2005/8/layout/target3"/>
    <dgm:cxn modelId="{FB75003F-FEF0-4F9D-B69D-14F78AB25099}" type="presParOf" srcId="{DE860416-E6AE-46B5-862B-CD2595D1ACD2}" destId="{60345C8B-C888-4712-8E8E-4AC99753016B}" srcOrd="4" destOrd="0" presId="urn:microsoft.com/office/officeart/2005/8/layout/target3"/>
    <dgm:cxn modelId="{96C5C2BA-E7C6-4C33-A73D-D92CFD83B2D2}" type="presParOf" srcId="{DE860416-E6AE-46B5-862B-CD2595D1ACD2}" destId="{9D8DCD17-9A23-44D2-9B62-C52FED44E943}" srcOrd="5" destOrd="0" presId="urn:microsoft.com/office/officeart/2005/8/layout/target3"/>
    <dgm:cxn modelId="{9F919A38-08A0-46EF-B0F6-60E6F1D2A469}" type="presParOf" srcId="{DE860416-E6AE-46B5-862B-CD2595D1ACD2}" destId="{9554762C-0351-4666-A693-0321139CF3CB}" srcOrd="6" destOrd="0" presId="urn:microsoft.com/office/officeart/2005/8/layout/target3"/>
    <dgm:cxn modelId="{9B5FA10F-15AC-4BED-B072-40F312E07283}" type="presParOf" srcId="{DE860416-E6AE-46B5-862B-CD2595D1ACD2}" destId="{18B82B14-5B64-4D85-9CF4-BD8D354354F0}" srcOrd="7" destOrd="0" presId="urn:microsoft.com/office/officeart/2005/8/layout/target3"/>
    <dgm:cxn modelId="{4558AA4C-55B7-403B-9F22-3A14F835ABE9}" type="presParOf" srcId="{DE860416-E6AE-46B5-862B-CD2595D1ACD2}" destId="{CA1577BA-5639-4A6C-BCAA-00C04517DB9D}" srcOrd="8" destOrd="0" presId="urn:microsoft.com/office/officeart/2005/8/layout/target3"/>
    <dgm:cxn modelId="{8A8C0B3E-3376-4CF1-AB19-1990EB6E4925}" type="presParOf" srcId="{DE860416-E6AE-46B5-862B-CD2595D1ACD2}" destId="{CEDD3E28-3E48-4BD1-ADB3-2842E47DA8D9}" srcOrd="9" destOrd="0" presId="urn:microsoft.com/office/officeart/2005/8/layout/target3"/>
    <dgm:cxn modelId="{92BDBCF5-9994-437D-88BE-A1E6C8119F24}" type="presParOf" srcId="{DE860416-E6AE-46B5-862B-CD2595D1ACD2}" destId="{C8E3439C-DF47-47C5-A827-9482453EE46D}" srcOrd="10" destOrd="0" presId="urn:microsoft.com/office/officeart/2005/8/layout/target3"/>
    <dgm:cxn modelId="{1A8373ED-CF06-4999-9E77-4B5810DB2679}" type="presParOf" srcId="{DE860416-E6AE-46B5-862B-CD2595D1ACD2}" destId="{A7EF7303-7ABB-4065-AEFC-6A2EE4647EF4}" srcOrd="11" destOrd="0" presId="urn:microsoft.com/office/officeart/2005/8/layout/target3"/>
    <dgm:cxn modelId="{D7B67029-0B09-40F3-A84A-D9DC6DBA8A0F}" type="presParOf" srcId="{DE860416-E6AE-46B5-862B-CD2595D1ACD2}" destId="{617082F1-CCA3-48A6-A218-5CC8F52E8693}" srcOrd="12" destOrd="0" presId="urn:microsoft.com/office/officeart/2005/8/layout/target3"/>
    <dgm:cxn modelId="{9FE84A25-892D-4B5E-9B39-5EA6F4A4BE7A}" type="presParOf" srcId="{DE860416-E6AE-46B5-862B-CD2595D1ACD2}" destId="{177A0735-1192-40EC-BA13-CB1806930913}" srcOrd="13" destOrd="0" presId="urn:microsoft.com/office/officeart/2005/8/layout/target3"/>
    <dgm:cxn modelId="{106536DB-E48B-4318-B60C-BF749E2BF850}" type="presParOf" srcId="{DE860416-E6AE-46B5-862B-CD2595D1ACD2}" destId="{9404E2F7-F749-41FB-BD5E-8D2B7CA0CA09}" srcOrd="14" destOrd="0" presId="urn:microsoft.com/office/officeart/2005/8/layout/target3"/>
    <dgm:cxn modelId="{2A8D0A9D-A166-4ADA-BC91-699C5DE7B0B0}" type="presParOf" srcId="{DE860416-E6AE-46B5-862B-CD2595D1ACD2}" destId="{EA2B1DC7-63C4-47A0-85B1-0AD28AE386E0}" srcOrd="15" destOrd="0" presId="urn:microsoft.com/office/officeart/2005/8/layout/target3"/>
    <dgm:cxn modelId="{49257BA0-866E-4262-A005-09293340BEA4}" type="presParOf" srcId="{DE860416-E6AE-46B5-862B-CD2595D1ACD2}" destId="{C5BDEA44-15C4-417D-8A43-7C314BAD1ADB}" srcOrd="16" destOrd="0" presId="urn:microsoft.com/office/officeart/2005/8/layout/target3"/>
    <dgm:cxn modelId="{A0B88667-AAB0-4979-8F4E-CA64B0C819DF}" type="presParOf" srcId="{DE860416-E6AE-46B5-862B-CD2595D1ACD2}" destId="{96A170F1-EE1F-4FF8-8742-597C9141C6F3}" srcOrd="17" destOrd="0" presId="urn:microsoft.com/office/officeart/2005/8/layout/target3"/>
    <dgm:cxn modelId="{84F029E4-821D-4294-9F0A-32971F418E94}" type="presParOf" srcId="{DE860416-E6AE-46B5-862B-CD2595D1ACD2}" destId="{8A983588-75B7-43A4-89A4-BBBEA52D3C16}" srcOrd="18" destOrd="0" presId="urn:microsoft.com/office/officeart/2005/8/layout/target3"/>
    <dgm:cxn modelId="{4249D131-E20E-4C02-B7C7-4F7A4C0EA88E}" type="presParOf" srcId="{DE860416-E6AE-46B5-862B-CD2595D1ACD2}" destId="{6D28E449-50BE-4C8F-B91B-1ECD4C99924C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CB16D0-22AD-43BD-9E6D-75470D186BF0}">
      <dsp:nvSpPr>
        <dsp:cNvPr id="0" name=""/>
        <dsp:cNvSpPr/>
      </dsp:nvSpPr>
      <dsp:spPr>
        <a:xfrm>
          <a:off x="0" y="0"/>
          <a:ext cx="5298895" cy="529889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F6DB830-3DD5-497F-8F0E-DBFF966E7638}">
      <dsp:nvSpPr>
        <dsp:cNvPr id="0" name=""/>
        <dsp:cNvSpPr/>
      </dsp:nvSpPr>
      <dsp:spPr>
        <a:xfrm>
          <a:off x="2649447" y="0"/>
          <a:ext cx="6396344" cy="52988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800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Parallel Execution</a:t>
          </a:r>
        </a:p>
      </dsp:txBody>
      <dsp:txXfrm>
        <a:off x="2649447" y="0"/>
        <a:ext cx="6396344" cy="847823"/>
      </dsp:txXfrm>
    </dsp:sp>
    <dsp:sp modelId="{60345C8B-C888-4712-8E8E-4AC99753016B}">
      <dsp:nvSpPr>
        <dsp:cNvPr id="0" name=""/>
        <dsp:cNvSpPr/>
      </dsp:nvSpPr>
      <dsp:spPr>
        <a:xfrm>
          <a:off x="556384" y="847823"/>
          <a:ext cx="4186127" cy="4186127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D8DCD17-9A23-44D2-9B62-C52FED44E943}">
      <dsp:nvSpPr>
        <dsp:cNvPr id="0" name=""/>
        <dsp:cNvSpPr/>
      </dsp:nvSpPr>
      <dsp:spPr>
        <a:xfrm>
          <a:off x="2649447" y="847823"/>
          <a:ext cx="6396344" cy="418612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800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Parameters</a:t>
          </a:r>
          <a:endParaRPr lang="en-IN" sz="2800" kern="1200" dirty="0"/>
        </a:p>
      </dsp:txBody>
      <dsp:txXfrm>
        <a:off x="2649447" y="847823"/>
        <a:ext cx="6396344" cy="847823"/>
      </dsp:txXfrm>
    </dsp:sp>
    <dsp:sp modelId="{18B82B14-5B64-4D85-9CF4-BD8D354354F0}">
      <dsp:nvSpPr>
        <dsp:cNvPr id="0" name=""/>
        <dsp:cNvSpPr/>
      </dsp:nvSpPr>
      <dsp:spPr>
        <a:xfrm>
          <a:off x="1112768" y="1695646"/>
          <a:ext cx="3073359" cy="307335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A1577BA-5639-4A6C-BCAA-00C04517DB9D}">
      <dsp:nvSpPr>
        <dsp:cNvPr id="0" name=""/>
        <dsp:cNvSpPr/>
      </dsp:nvSpPr>
      <dsp:spPr>
        <a:xfrm>
          <a:off x="2649447" y="1695646"/>
          <a:ext cx="6396344" cy="307335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800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Data Providers</a:t>
          </a:r>
        </a:p>
      </dsp:txBody>
      <dsp:txXfrm>
        <a:off x="2649447" y="1695646"/>
        <a:ext cx="6396344" cy="847823"/>
      </dsp:txXfrm>
    </dsp:sp>
    <dsp:sp modelId="{C8E3439C-DF47-47C5-A827-9482453EE46D}">
      <dsp:nvSpPr>
        <dsp:cNvPr id="0" name=""/>
        <dsp:cNvSpPr/>
      </dsp:nvSpPr>
      <dsp:spPr>
        <a:xfrm>
          <a:off x="1669152" y="2543470"/>
          <a:ext cx="1960591" cy="1960591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EF7303-7ABB-4065-AEFC-6A2EE4647EF4}">
      <dsp:nvSpPr>
        <dsp:cNvPr id="0" name=""/>
        <dsp:cNvSpPr/>
      </dsp:nvSpPr>
      <dsp:spPr>
        <a:xfrm>
          <a:off x="2649447" y="2543470"/>
          <a:ext cx="6396344" cy="196059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800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Listeners</a:t>
          </a:r>
        </a:p>
      </dsp:txBody>
      <dsp:txXfrm>
        <a:off x="2649447" y="2543470"/>
        <a:ext cx="6396344" cy="847823"/>
      </dsp:txXfrm>
    </dsp:sp>
    <dsp:sp modelId="{177A0735-1192-40EC-BA13-CB1806930913}">
      <dsp:nvSpPr>
        <dsp:cNvPr id="0" name=""/>
        <dsp:cNvSpPr/>
      </dsp:nvSpPr>
      <dsp:spPr>
        <a:xfrm>
          <a:off x="2225536" y="3391293"/>
          <a:ext cx="847823" cy="847823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404E2F7-F749-41FB-BD5E-8D2B7CA0CA09}">
      <dsp:nvSpPr>
        <dsp:cNvPr id="0" name=""/>
        <dsp:cNvSpPr/>
      </dsp:nvSpPr>
      <dsp:spPr>
        <a:xfrm>
          <a:off x="2649447" y="3391293"/>
          <a:ext cx="6396344" cy="84782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800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TestNG Reports</a:t>
          </a:r>
        </a:p>
      </dsp:txBody>
      <dsp:txXfrm>
        <a:off x="2649447" y="3391293"/>
        <a:ext cx="6396344" cy="8478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CF51D-2CA1-4036-9BAF-10979399AB3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1FD81-BCC5-4427-8597-1D23DC5F3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29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826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660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0F510-383B-7A8C-261D-AC10D56A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4F974-C1AF-752C-541E-4E41768C8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D140A2-833E-53B3-9234-61B1FF73C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410E1-DB0D-E83D-5418-AF4D9D899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366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C2998-541B-7D79-A85E-F1188CEC3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66B288-D4B7-A99D-1662-114942B7C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6E98B-AAD6-3C5A-E90F-3BC949ED1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E6DE1-133A-3215-B2DC-C50856450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492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37263-C39A-6439-4647-9F2FBBA25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47E35-E5F5-07B8-EA0B-CE97D05FB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1EE5D-BCD6-4948-78E5-612DD2E67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3FE4E-E606-E698-4052-31F0D228D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698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16885-A282-8DB6-14D8-5075FAA9D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1315C-6EFB-1723-83D2-1145267BF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CB6FD-DBE1-C4B6-0D79-F601E0D2A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364A4-F099-B9C2-AD22-4B6D3C32D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651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DCA71-B90E-62F5-122E-4EA00BF66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CF182-1F9E-4F59-B3D3-3DB23B3F4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EE483-9A1C-E89B-701B-EF0F35A76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61D11-69E1-5243-F779-A13936B5E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211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47910-56BA-19DA-E97D-600C59B3D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D4D03E-84AB-8E8D-E6F3-9BD2CCA79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F5A19-8B20-66C4-CF29-E1675C548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77239-ED9B-D57D-E826-60F7E8622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912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12F52-0C8F-C368-CC11-857D560D6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2566E7-6F0E-7F3C-02DC-84AC43822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391BC-855F-B640-4AB6-D7F8E036D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3DDCD-9F47-8914-D37C-4E49C0161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140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568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17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>
            <a:lumMod val="20000"/>
            <a:lumOff val="8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6" y="776216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78055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208315"/>
            <a:ext cx="10437812" cy="58109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208315"/>
            <a:ext cx="1602997" cy="581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6726" y="-36183"/>
            <a:ext cx="9613861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47041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6033" y="270769"/>
            <a:ext cx="945384" cy="447331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68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54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38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035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2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99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80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56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119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437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224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003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971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946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286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120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55A1-778B-CBD3-2A30-970B27E7B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sz="4400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</a:t>
            </a:r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/&gt;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67B07-2AB6-250A-AB80-DE8B50BCA0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Agency FB" panose="020B0503020202020204" pitchFamily="34" charset="0"/>
              </a:rPr>
              <a:t>TestNG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98916-F9E7-EBAC-BE3B-5EA900294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0542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9174-4221-2E61-2BBA-A5675E5D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/>
              <a:t>TestNG {</a:t>
            </a:r>
            <a:r>
              <a:rPr lang="en-IN" sz="2000" dirty="0"/>
              <a:t>Agenda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9D6B-D71E-9A8C-F04C-695B0CF7B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D7DBE-7876-EDF4-6E90-83F9BF3C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0D294A9-1C75-20B8-E943-80AC12FC0B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7132308"/>
              </p:ext>
            </p:extLst>
          </p:nvPr>
        </p:nvGraphicFramePr>
        <p:xfrm>
          <a:off x="311150" y="1044755"/>
          <a:ext cx="9045792" cy="5298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938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AC8B-BB9D-1C73-7C6C-6DA31094E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Parallel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004C9-CF4E-F114-217D-A5DA9CBD3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38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Parallel Execution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Parallel execution</a:t>
            </a:r>
            <a:r>
              <a:rPr lang="en-US" sz="1600" dirty="0">
                <a:solidFill>
                  <a:schemeClr val="bg1"/>
                </a:solidFill>
              </a:rPr>
              <a:t> is the process of running multiple test cases at the same time instead of one after another. TestNG achieves this using multiple threads, allowing tests to execute simultaneously.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Why Parallel Execution is Important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In real-world automation projects: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Test suites can contain hundreds or thousands of test cases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Running them sequentially may take several hours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Faster feedback is needed in CI/CD pipelines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Parallel execution helps by: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Reducing overall execution time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Increasing testing efficiency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Enabling faster release cycles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928DD-DE8B-6C76-B10F-29710DE8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183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7D67D-F787-A0C2-EC01-06F25215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5E80-A812-52B2-9F91-4194AC5D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Parallel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D72AC-2953-04A7-D615-7D27AB218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38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Levels of Parallel Execution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Parallel execution can happen at different levels in TestNG.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IN" sz="1600" b="1" dirty="0">
                <a:solidFill>
                  <a:schemeClr val="bg1"/>
                </a:solidFill>
              </a:rPr>
              <a:t>Methods Level</a:t>
            </a:r>
          </a:p>
          <a:p>
            <a:pPr marL="0" indent="0">
              <a:buNone/>
            </a:pPr>
            <a:endParaRPr lang="en-IN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&lt;suite name="Suite" parallel="methods" thread-count="3"&gt;</a:t>
            </a:r>
          </a:p>
          <a:p>
            <a:pPr marL="0" indent="0">
              <a:buNone/>
            </a:pPr>
            <a:endParaRPr lang="en-IN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Characteristics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Multiple test methods run simultaneously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Best when test methods are independent</a:t>
            </a: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2. </a:t>
            </a:r>
            <a:r>
              <a:rPr lang="en-IN" sz="1600" b="1" dirty="0">
                <a:solidFill>
                  <a:schemeClr val="bg1"/>
                </a:solidFill>
              </a:rPr>
              <a:t>Classes Level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&lt;suite name="Suite" parallel="classes" thread-count="3"&gt;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Characteristics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Different test classes run in parallel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Methods inside a class run sequentially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9D3EA-6116-AD28-B99B-AB64B1F83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5374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C5A0E-6B4D-04AD-8CF8-F1F3215AB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150F4-B508-3239-EB15-15B81E35C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Parallel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F4BFE-BAD3-ADF6-A680-39F5E5739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38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Levels of Parallel Execution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en-IN" sz="1600" b="1" dirty="0">
                <a:solidFill>
                  <a:schemeClr val="bg1"/>
                </a:solidFill>
              </a:rPr>
              <a:t>Tests Level</a:t>
            </a:r>
          </a:p>
          <a:p>
            <a:pPr marL="0" indent="0">
              <a:buNone/>
            </a:pPr>
            <a:endParaRPr lang="en-IN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&lt;suite name="Suite" parallel="tests" thread-count="2"&gt;</a:t>
            </a:r>
          </a:p>
          <a:p>
            <a:pPr marL="0" indent="0">
              <a:buNone/>
            </a:pPr>
            <a:endParaRPr lang="en-IN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Characteristics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Different &lt;test&gt; blocks run in parallel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Often used for cross-browser testing</a:t>
            </a: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Thread Count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thread-count defines the maximum number of threads TestNG can use at the same time.</a:t>
            </a:r>
          </a:p>
          <a:p>
            <a:pPr marL="0" indent="0">
              <a:buNone/>
            </a:pPr>
            <a:endParaRPr lang="en-US" sz="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&lt;suite name="Suite" parallel="methods" thread-count="3"&gt;</a:t>
            </a:r>
          </a:p>
          <a:p>
            <a:pPr marL="0" indent="0">
              <a:buNone/>
            </a:pPr>
            <a:endParaRPr lang="en-US" sz="400" i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This means up to 3 tests can run simultaneously.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If there are 10 tests, TestNG runs 3 at a time until all finish.</a:t>
            </a:r>
          </a:p>
          <a:p>
            <a:pPr marL="0" indent="0">
              <a:buNone/>
            </a:pPr>
            <a:endParaRPr lang="en-US" sz="1600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69D57-1320-4F75-7850-3972FD7974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6109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C244F-9F2D-4368-DBDA-631F34BAE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402D-FE3E-815A-A370-C14B9E4F0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41E9C-A786-4575-17E4-0D442DDCC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5510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Parameters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 parameter in TestNG is a value defined in testng.xml and passed into a test method using the </a:t>
            </a:r>
            <a:r>
              <a:rPr lang="en-US" sz="1600" b="1" dirty="0">
                <a:solidFill>
                  <a:schemeClr val="bg1"/>
                </a:solidFill>
              </a:rPr>
              <a:t>@Parameters </a:t>
            </a:r>
            <a:r>
              <a:rPr lang="en-US" sz="1600" dirty="0">
                <a:solidFill>
                  <a:schemeClr val="bg1"/>
                </a:solidFill>
              </a:rPr>
              <a:t>annotation. This helps separate </a:t>
            </a:r>
            <a:r>
              <a:rPr lang="en-US" sz="1600" b="1" dirty="0">
                <a:solidFill>
                  <a:schemeClr val="bg1"/>
                </a:solidFill>
              </a:rPr>
              <a:t>test logic</a:t>
            </a:r>
            <a:r>
              <a:rPr lang="en-US" sz="1600" dirty="0">
                <a:solidFill>
                  <a:schemeClr val="bg1"/>
                </a:solidFill>
              </a:rPr>
              <a:t> from </a:t>
            </a:r>
            <a:r>
              <a:rPr lang="en-US" sz="1600" b="1" dirty="0">
                <a:solidFill>
                  <a:schemeClr val="bg1"/>
                </a:solidFill>
              </a:rPr>
              <a:t>test data or environment settings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Instead of hardcoding values (like browser name or URL) inside the test code, parameters let you change them from the XML file without modifying the Java program. </a:t>
            </a:r>
            <a:r>
              <a:rPr lang="en-IN" sz="1600" dirty="0">
                <a:solidFill>
                  <a:schemeClr val="bg1"/>
                </a:solidFill>
              </a:rPr>
              <a:t>Parameters make your tests: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</a:rPr>
              <a:t>More flexible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</a:rPr>
              <a:t>Easier to maintain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</a:rPr>
              <a:t>Reusable across environments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</a:rPr>
              <a:t>Suitable for configuration-based testing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Common uses: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</a:rPr>
              <a:t>Browser name (Chrome, Firefox)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</a:rPr>
              <a:t>Application URL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</a:rPr>
              <a:t>Username/password for environments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</a:rPr>
              <a:t>Environment name (QA, UAT, Prod)</a:t>
            </a:r>
          </a:p>
          <a:p>
            <a:pPr marL="0" indent="0">
              <a:buNone/>
            </a:pPr>
            <a:endParaRPr lang="en-US" sz="1600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9E458-43BE-EBF6-D67B-AC4A37EB6F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3289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FA991-5BD1-EB0D-B03D-E989F77D5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7623-FB04-50EA-44E1-9B24C5C2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7DEDE-3A15-EA81-DDC4-7F3441A18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840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Declaring Parameters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Parameters are defined inside the testng.xml file. They can be declared at: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Suite Level (available to all tests)</a:t>
            </a:r>
          </a:p>
          <a:p>
            <a:pPr marL="457200" lvl="1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&lt;suite name="Suite"&gt;</a:t>
            </a:r>
          </a:p>
          <a:p>
            <a:pPr marL="457200" lvl="1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&lt;parameter name="env" value="QA"/&gt;</a:t>
            </a:r>
          </a:p>
          <a:p>
            <a:pPr marL="342900" indent="-342900">
              <a:buFont typeface="+mj-lt"/>
              <a:buAutoNum type="arabicPeriod"/>
            </a:pPr>
            <a:endParaRPr lang="en-US" sz="4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Test Level (available only to that test block)</a:t>
            </a:r>
          </a:p>
          <a:p>
            <a:pPr marL="457200" lvl="1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&lt;test name="</a:t>
            </a:r>
            <a:r>
              <a:rPr lang="en-US" sz="1600" dirty="0" err="1">
                <a:solidFill>
                  <a:schemeClr val="bg1"/>
                </a:solidFill>
              </a:rPr>
              <a:t>BrowserTest</a:t>
            </a:r>
            <a:r>
              <a:rPr lang="en-US" sz="1600" dirty="0">
                <a:solidFill>
                  <a:schemeClr val="bg1"/>
                </a:solidFill>
              </a:rPr>
              <a:t>"&gt;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	&lt;parameter name="browser" value="chrome"/&gt;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Using Parameters in Code</a:t>
            </a:r>
          </a:p>
          <a:p>
            <a:pPr marL="0" indent="0">
              <a:buNone/>
            </a:pPr>
            <a:endParaRPr lang="en-US" sz="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@Test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    @Parameters("browser")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    public void </a:t>
            </a:r>
            <a:r>
              <a:rPr lang="en-US" sz="1500" dirty="0" err="1">
                <a:solidFill>
                  <a:schemeClr val="bg1"/>
                </a:solidFill>
              </a:rPr>
              <a:t>launchBrowser</a:t>
            </a:r>
            <a:r>
              <a:rPr lang="en-US" sz="1500" dirty="0">
                <a:solidFill>
                  <a:schemeClr val="bg1"/>
                </a:solidFill>
              </a:rPr>
              <a:t>(String browser) {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        </a:t>
            </a:r>
            <a:r>
              <a:rPr lang="en-US" sz="1500" dirty="0" err="1">
                <a:solidFill>
                  <a:schemeClr val="bg1"/>
                </a:solidFill>
              </a:rPr>
              <a:t>System.out.println</a:t>
            </a:r>
            <a:r>
              <a:rPr lang="en-US" sz="1500" dirty="0">
                <a:solidFill>
                  <a:schemeClr val="bg1"/>
                </a:solidFill>
              </a:rPr>
              <a:t>("Browser is: " + browser);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   </a:t>
            </a:r>
            <a:r>
              <a:rPr lang="en-US" sz="1500" dirty="0">
                <a:solidFill>
                  <a:schemeClr val="bg1"/>
                </a:solidFill>
              </a:rPr>
              <a:t> 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E068B-AF9A-4289-6337-2E250A7C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2057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495A7-314D-61F4-9FF3-CB5AB95AF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A273-1567-29F2-D893-8DF37ECA9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3F0EB-A9BE-2DA1-C5B2-3AD308100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840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Multiple Parameters</a:t>
            </a:r>
          </a:p>
          <a:p>
            <a:pPr marL="0" indent="0">
              <a:buNone/>
            </a:pPr>
            <a:endParaRPr lang="en-US" sz="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&lt;test name="</a:t>
            </a:r>
            <a:r>
              <a:rPr lang="en-US" sz="1600" i="1" dirty="0" err="1">
                <a:solidFill>
                  <a:schemeClr val="bg1"/>
                </a:solidFill>
              </a:rPr>
              <a:t>LoginTest</a:t>
            </a:r>
            <a:r>
              <a:rPr lang="en-US" sz="1600" i="1" dirty="0">
                <a:solidFill>
                  <a:schemeClr val="bg1"/>
                </a:solidFill>
              </a:rPr>
              <a:t>"&gt;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    &lt;parameter name="username" value="admin"/&gt;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    &lt;parameter name="password" value="admin123"/&gt;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&lt;/test&gt;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Using in the code</a:t>
            </a:r>
          </a:p>
          <a:p>
            <a:pPr marL="0" indent="0">
              <a:buNone/>
            </a:pPr>
            <a:endParaRPr lang="en-US" sz="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@Test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@Parameters({"username", "password"})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public void </a:t>
            </a:r>
            <a:r>
              <a:rPr lang="en-US" sz="1600" i="1" dirty="0" err="1">
                <a:solidFill>
                  <a:schemeClr val="bg1"/>
                </a:solidFill>
              </a:rPr>
              <a:t>loginTest</a:t>
            </a:r>
            <a:r>
              <a:rPr lang="en-US" sz="1600" i="1" dirty="0">
                <a:solidFill>
                  <a:schemeClr val="bg1"/>
                </a:solidFill>
              </a:rPr>
              <a:t>(String user, String pass) {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    </a:t>
            </a:r>
            <a:r>
              <a:rPr lang="en-US" sz="1600" i="1" dirty="0" err="1">
                <a:solidFill>
                  <a:schemeClr val="bg1"/>
                </a:solidFill>
              </a:rPr>
              <a:t>System.out.println</a:t>
            </a:r>
            <a:r>
              <a:rPr lang="en-US" sz="1600" i="1" dirty="0">
                <a:solidFill>
                  <a:schemeClr val="bg1"/>
                </a:solidFill>
              </a:rPr>
              <a:t>(user + " " + pass);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108FD-B401-B70B-DB56-2A9D11CE05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0593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83C7A-0843-4A0D-4F9F-6DBF21556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1579F-474D-FF3A-2508-47E0D0670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8763F-6B8F-A6EA-9808-48AD60D2B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840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Optional Parameters</a:t>
            </a:r>
          </a:p>
          <a:p>
            <a:pPr marL="0" indent="0">
              <a:buNone/>
            </a:pPr>
            <a:endParaRPr lang="en-US" sz="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Sometimes a parameter may not be defined in XML. TestNG provides the </a:t>
            </a:r>
            <a:r>
              <a:rPr lang="en-US" sz="1600" b="1" dirty="0">
                <a:solidFill>
                  <a:schemeClr val="bg1"/>
                </a:solidFill>
              </a:rPr>
              <a:t>@Optional</a:t>
            </a:r>
            <a:r>
              <a:rPr lang="en-US" sz="1600" dirty="0">
                <a:solidFill>
                  <a:schemeClr val="bg1"/>
                </a:solidFill>
              </a:rPr>
              <a:t> annotation to avoid failures.</a:t>
            </a:r>
          </a:p>
          <a:p>
            <a:pPr marL="0" indent="0">
              <a:buNone/>
            </a:pP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@Test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@Parameters("browser")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public void </a:t>
            </a:r>
            <a:r>
              <a:rPr lang="en-US" sz="1600" i="1" dirty="0" err="1">
                <a:solidFill>
                  <a:schemeClr val="bg1"/>
                </a:solidFill>
              </a:rPr>
              <a:t>launchBrowser</a:t>
            </a:r>
            <a:r>
              <a:rPr lang="en-US" sz="1600" i="1" dirty="0">
                <a:solidFill>
                  <a:schemeClr val="bg1"/>
                </a:solidFill>
              </a:rPr>
              <a:t>(@Optional("chrome") String browser) {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    </a:t>
            </a:r>
            <a:r>
              <a:rPr lang="en-US" sz="1600" i="1" dirty="0" err="1">
                <a:solidFill>
                  <a:schemeClr val="bg1"/>
                </a:solidFill>
              </a:rPr>
              <a:t>System.out.println</a:t>
            </a:r>
            <a:r>
              <a:rPr lang="en-US" sz="1600" i="1" dirty="0">
                <a:solidFill>
                  <a:schemeClr val="bg1"/>
                </a:solidFill>
              </a:rPr>
              <a:t>("Browser is: " + browser);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US" sz="1600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If the parameter is not found in XML, "chrome" is used as default.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9905C-B95B-433A-B7D3-3AD24329F9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3173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DBB12-820A-520D-C006-0E9B5EF17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Data 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E8459-6037-994F-FD83-CF8119EB8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2083334" cy="5710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Data Provider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 </a:t>
            </a:r>
            <a:r>
              <a:rPr lang="en-US" sz="1600" dirty="0" err="1">
                <a:solidFill>
                  <a:schemeClr val="bg1"/>
                </a:solidFill>
              </a:rPr>
              <a:t>DataProvider</a:t>
            </a:r>
            <a:r>
              <a:rPr lang="en-US" sz="1600" dirty="0">
                <a:solidFill>
                  <a:schemeClr val="bg1"/>
                </a:solidFill>
              </a:rPr>
              <a:t> in TestNG is a method that supplies test data to a test method so the test can run multiple times with different inputs. A </a:t>
            </a:r>
            <a:r>
              <a:rPr lang="en-US" sz="1600" dirty="0" err="1">
                <a:solidFill>
                  <a:schemeClr val="bg1"/>
                </a:solidFill>
              </a:rPr>
              <a:t>DataProvider</a:t>
            </a:r>
            <a:r>
              <a:rPr lang="en-US" sz="1600" dirty="0">
                <a:solidFill>
                  <a:schemeClr val="bg1"/>
                </a:solidFill>
              </a:rPr>
              <a:t> supplies multiple inputs to the same test logic.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Importance of Data Provider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In real-world testing, the same functionality often needs to be tested with many input combinations.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Examples: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Login with different usernames and passwords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Form submission with different data values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API calls with different parameters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Using </a:t>
            </a:r>
            <a:r>
              <a:rPr lang="en-US" sz="1600" dirty="0" err="1">
                <a:solidFill>
                  <a:schemeClr val="bg1"/>
                </a:solidFill>
              </a:rPr>
              <a:t>DataProvider</a:t>
            </a:r>
            <a:r>
              <a:rPr lang="en-US" sz="1600" dirty="0">
                <a:solidFill>
                  <a:schemeClr val="bg1"/>
                </a:solidFill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Reduces duplicate test code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Improves test coverage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Makes tests more maintainable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3AAD3-4D2F-D101-6929-FD863F965A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5116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EC315-608C-F18A-0440-2C51CE349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D918-82B1-BDCE-3B31-9BE9C0E2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Data 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3D62B-F092-C851-34EE-CB75129EA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2083334" cy="5710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How Data Provider works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 </a:t>
            </a:r>
            <a:r>
              <a:rPr lang="en-US" sz="1600" dirty="0" err="1">
                <a:solidFill>
                  <a:schemeClr val="bg1"/>
                </a:solidFill>
              </a:rPr>
              <a:t>DataProvider</a:t>
            </a:r>
            <a:r>
              <a:rPr lang="en-US" sz="1600" dirty="0">
                <a:solidFill>
                  <a:schemeClr val="bg1"/>
                </a:solidFill>
              </a:rPr>
              <a:t> method returns a </a:t>
            </a:r>
            <a:r>
              <a:rPr lang="en-US" sz="1600" b="1" dirty="0">
                <a:solidFill>
                  <a:schemeClr val="bg1"/>
                </a:solidFill>
              </a:rPr>
              <a:t>two-dimensional array of objects</a:t>
            </a:r>
            <a:r>
              <a:rPr lang="en-US" sz="1600" dirty="0">
                <a:solidFill>
                  <a:schemeClr val="bg1"/>
                </a:solidFill>
              </a:rPr>
              <a:t> (Object[][]). Each row represents one set of data for a test execution. TestNG runs the test method once for each row.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Creating a data provider</a:t>
            </a:r>
          </a:p>
          <a:p>
            <a:pPr marL="0" indent="0">
              <a:buNone/>
            </a:pPr>
            <a:endParaRPr lang="en-IN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public class </a:t>
            </a:r>
            <a:r>
              <a:rPr lang="en-IN" sz="1500" i="1" dirty="0" err="1">
                <a:solidFill>
                  <a:schemeClr val="bg1"/>
                </a:solidFill>
              </a:rPr>
              <a:t>TestData</a:t>
            </a:r>
            <a:r>
              <a:rPr lang="en-IN" sz="1500" i="1" dirty="0">
                <a:solidFill>
                  <a:schemeClr val="bg1"/>
                </a:solidFill>
              </a:rPr>
              <a:t> {</a:t>
            </a:r>
          </a:p>
          <a:p>
            <a:pPr marL="0" indent="0">
              <a:buNone/>
            </a:pPr>
            <a:endParaRPr lang="en-IN" sz="400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    @DataProvider(name = "</a:t>
            </a:r>
            <a:r>
              <a:rPr lang="en-IN" sz="1500" i="1" dirty="0" err="1">
                <a:solidFill>
                  <a:schemeClr val="bg1"/>
                </a:solidFill>
              </a:rPr>
              <a:t>loginData</a:t>
            </a:r>
            <a:r>
              <a:rPr lang="en-IN" sz="1500" i="1" dirty="0">
                <a:solidFill>
                  <a:schemeClr val="bg1"/>
                </a:solidFill>
              </a:rPr>
              <a:t>")</a:t>
            </a: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    public Object[][] </a:t>
            </a:r>
            <a:r>
              <a:rPr lang="en-IN" sz="1500" i="1" dirty="0" err="1">
                <a:solidFill>
                  <a:schemeClr val="bg1"/>
                </a:solidFill>
              </a:rPr>
              <a:t>getLoginData</a:t>
            </a:r>
            <a:r>
              <a:rPr lang="en-IN" sz="1500" i="1" dirty="0">
                <a:solidFill>
                  <a:schemeClr val="bg1"/>
                </a:solidFill>
              </a:rPr>
              <a:t>() {</a:t>
            </a: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        return new Object[][] {</a:t>
            </a: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            {"user1", "pass1"},</a:t>
            </a: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            {"user2", "pass2"},</a:t>
            </a: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            {"admin", "admin123"}</a:t>
            </a: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        };</a:t>
            </a: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C6B8B-BBB8-83D9-6D9C-663DE98EDC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6102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DFD11-7E3E-4515-B22E-EC364AD8A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6192E-A96D-F0E7-5F0E-A974081BC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Data 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47CFB-8CB1-9F83-840E-B89D3A541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2083334" cy="5710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Using </a:t>
            </a:r>
            <a:r>
              <a:rPr lang="en-US" sz="1800" b="1" dirty="0" err="1">
                <a:solidFill>
                  <a:schemeClr val="bg1"/>
                </a:solidFill>
              </a:rPr>
              <a:t>DataProvider</a:t>
            </a:r>
            <a:r>
              <a:rPr lang="en-US" sz="1800" b="1" dirty="0">
                <a:solidFill>
                  <a:schemeClr val="bg1"/>
                </a:solidFill>
              </a:rPr>
              <a:t> in a Test 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public class </a:t>
            </a:r>
            <a:r>
              <a:rPr lang="en-US" sz="1600" dirty="0" err="1">
                <a:solidFill>
                  <a:schemeClr val="bg1"/>
                </a:solidFill>
              </a:rPr>
              <a:t>LoginTest</a:t>
            </a:r>
            <a:r>
              <a:rPr lang="en-US" sz="1600" dirty="0">
                <a:solidFill>
                  <a:schemeClr val="bg1"/>
                </a:solidFill>
              </a:rPr>
              <a:t> {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@Test(dataProvider = "</a:t>
            </a:r>
            <a:r>
              <a:rPr lang="en-US" sz="1600" dirty="0" err="1">
                <a:solidFill>
                  <a:schemeClr val="bg1"/>
                </a:solidFill>
              </a:rPr>
              <a:t>loginData</a:t>
            </a:r>
            <a:r>
              <a:rPr lang="en-US" sz="1600" dirty="0">
                <a:solidFill>
                  <a:schemeClr val="bg1"/>
                </a:solidFill>
              </a:rPr>
              <a:t>", </a:t>
            </a:r>
            <a:r>
              <a:rPr lang="en-US" sz="1600" dirty="0" err="1">
                <a:solidFill>
                  <a:schemeClr val="bg1"/>
                </a:solidFill>
              </a:rPr>
              <a:t>dataProviderClass</a:t>
            </a:r>
            <a:r>
              <a:rPr lang="en-US" sz="1600" dirty="0">
                <a:solidFill>
                  <a:schemeClr val="bg1"/>
                </a:solidFill>
              </a:rPr>
              <a:t> = </a:t>
            </a:r>
            <a:r>
              <a:rPr lang="en-US" sz="1600" dirty="0" err="1">
                <a:solidFill>
                  <a:schemeClr val="bg1"/>
                </a:solidFill>
              </a:rPr>
              <a:t>TestData.class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public void </a:t>
            </a:r>
            <a:r>
              <a:rPr lang="en-US" sz="1600" dirty="0" err="1">
                <a:solidFill>
                  <a:schemeClr val="bg1"/>
                </a:solidFill>
              </a:rPr>
              <a:t>loginTest</a:t>
            </a:r>
            <a:r>
              <a:rPr lang="en-US" sz="1600" dirty="0">
                <a:solidFill>
                  <a:schemeClr val="bg1"/>
                </a:solidFill>
              </a:rPr>
              <a:t>(String username, String password)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</a:t>
            </a:r>
            <a:r>
              <a:rPr lang="en-US" sz="1600" dirty="0" err="1">
                <a:solidFill>
                  <a:schemeClr val="bg1"/>
                </a:solidFill>
              </a:rPr>
              <a:t>System.out.println</a:t>
            </a:r>
            <a:r>
              <a:rPr lang="en-US" sz="1600" dirty="0">
                <a:solidFill>
                  <a:schemeClr val="bg1"/>
                </a:solidFill>
              </a:rPr>
              <a:t>("Username: " + username + ", Password: " + password);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Important Notes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Method parameters must match the number of values in each row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err="1">
                <a:solidFill>
                  <a:schemeClr val="bg1"/>
                </a:solidFill>
              </a:rPr>
              <a:t>DataProvider</a:t>
            </a:r>
            <a:r>
              <a:rPr lang="en-US" sz="1600" dirty="0">
                <a:solidFill>
                  <a:schemeClr val="bg1"/>
                </a:solidFill>
              </a:rPr>
              <a:t> methods must return Object[][]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err="1">
                <a:solidFill>
                  <a:schemeClr val="bg1"/>
                </a:solidFill>
              </a:rPr>
              <a:t>DataProviders</a:t>
            </a:r>
            <a:r>
              <a:rPr lang="en-US" sz="1600" dirty="0">
                <a:solidFill>
                  <a:schemeClr val="bg1"/>
                </a:solidFill>
              </a:rPr>
              <a:t> can be reused across multiple test classes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9ED97-3141-95A5-8951-10E19CBFBF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1016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D0FDC-EC50-1CD0-0AA6-E05595943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91BB-45DB-F848-73D9-6AC4DFEF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Parameters vs Data 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133BD-6D98-C530-A770-1112EEE3D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840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Parameters vs Data providers</a:t>
            </a:r>
          </a:p>
          <a:p>
            <a:pPr marL="0" indent="0">
              <a:buNone/>
            </a:pPr>
            <a:endParaRPr lang="en-US" sz="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21D12-0BFA-D665-02B3-C5FCB7EC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F813A7-2E1C-6DE5-6F21-0A5072897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658289"/>
              </p:ext>
            </p:extLst>
          </p:nvPr>
        </p:nvGraphicFramePr>
        <p:xfrm>
          <a:off x="232358" y="1733802"/>
          <a:ext cx="10053222" cy="3213934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3351074">
                  <a:extLst>
                    <a:ext uri="{9D8B030D-6E8A-4147-A177-3AD203B41FA5}">
                      <a16:colId xmlns:a16="http://schemas.microsoft.com/office/drawing/2014/main" val="441123872"/>
                    </a:ext>
                  </a:extLst>
                </a:gridCol>
                <a:gridCol w="3351074">
                  <a:extLst>
                    <a:ext uri="{9D8B030D-6E8A-4147-A177-3AD203B41FA5}">
                      <a16:colId xmlns:a16="http://schemas.microsoft.com/office/drawing/2014/main" val="2467228626"/>
                    </a:ext>
                  </a:extLst>
                </a:gridCol>
                <a:gridCol w="3351074">
                  <a:extLst>
                    <a:ext uri="{9D8B030D-6E8A-4147-A177-3AD203B41FA5}">
                      <a16:colId xmlns:a16="http://schemas.microsoft.com/office/drawing/2014/main" val="3552682408"/>
                    </a:ext>
                  </a:extLst>
                </a:gridCol>
              </a:tblGrid>
              <a:tr h="1003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>
                          <a:solidFill>
                            <a:schemeClr val="bg1"/>
                          </a:solidFill>
                        </a:rPr>
                        <a:t>DataProvider</a:t>
                      </a:r>
                      <a:endParaRPr lang="en-IN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6352604"/>
                  </a:ext>
                </a:extLst>
              </a:tr>
              <a:tr h="552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Data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testng.xml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Java 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417025"/>
                  </a:ext>
                </a:extLst>
              </a:tr>
              <a:tr h="552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Environment/config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Multiple test data 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94303"/>
                  </a:ext>
                </a:extLst>
              </a:tr>
              <a:tr h="552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Execution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Test runs once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Test runs multiple times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6817229"/>
                  </a:ext>
                </a:extLst>
              </a:tr>
              <a:tr h="552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6983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231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7D674-639A-DB7C-ED97-1D7196846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Listeners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70791-1C2C-3F04-DD9B-B94F5FFFF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880323"/>
            <a:ext cx="11784691" cy="5918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Listener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 TestNG Listener is a class that responds to test execution events and allows you to add custom behavior like logging, reporting, or screenshots. These events include: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Test start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Test success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Test failure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Test skipped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Suite start and finish</a:t>
            </a:r>
          </a:p>
          <a:p>
            <a:pPr marL="342900" indent="-342900">
              <a:buFont typeface="+mj-lt"/>
              <a:buAutoNum type="arabicPeriod"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TestNG triggers certain methods automatically when test events happen. If you implement a listener interface, you can write code inside those event methods. In real automation frameworks, we often need to: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Capture screenshots when a test fails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Log execution steps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Update custom reports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Send notifications after test runs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Track test performance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Instead of writing this code in every test, listeners handle it centrally.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9014C-02E6-33ED-8F28-E40CDBF8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4537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26605-EAC9-0E86-D68F-B49DE230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1967-7EB3-88CA-8C60-FB9EDE889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Listeners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9AEB3-D8A7-3773-B82D-62AA71698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880323"/>
            <a:ext cx="11784691" cy="5918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Common Listener Interfaces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The most commonly used one is </a:t>
            </a:r>
            <a:r>
              <a:rPr lang="en-US" sz="1600" b="1" dirty="0" err="1">
                <a:solidFill>
                  <a:schemeClr val="bg1"/>
                </a:solidFill>
              </a:rPr>
              <a:t>ITestListener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C14BDE-987F-7B72-BB89-A7C53CE83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127962"/>
              </p:ext>
            </p:extLst>
          </p:nvPr>
        </p:nvGraphicFramePr>
        <p:xfrm>
          <a:off x="170385" y="1397157"/>
          <a:ext cx="9348462" cy="27488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4674231">
                  <a:extLst>
                    <a:ext uri="{9D8B030D-6E8A-4147-A177-3AD203B41FA5}">
                      <a16:colId xmlns:a16="http://schemas.microsoft.com/office/drawing/2014/main" val="2168926558"/>
                    </a:ext>
                  </a:extLst>
                </a:gridCol>
                <a:gridCol w="4674231">
                  <a:extLst>
                    <a:ext uri="{9D8B030D-6E8A-4147-A177-3AD203B41FA5}">
                      <a16:colId xmlns:a16="http://schemas.microsoft.com/office/drawing/2014/main" val="1545295795"/>
                    </a:ext>
                  </a:extLst>
                </a:gridCol>
              </a:tblGrid>
              <a:tr h="549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946702"/>
                  </a:ext>
                </a:extLst>
              </a:tr>
              <a:tr h="549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ITestListener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Listens to test-level events (pass, fail, skip)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6212846"/>
                  </a:ext>
                </a:extLst>
              </a:tr>
              <a:tr h="549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ISuiteListener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Listens to suite start and finish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154861"/>
                  </a:ext>
                </a:extLst>
              </a:tr>
              <a:tr h="549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IInvokedMethodListener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Listens before and after method execution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8601632"/>
                  </a:ext>
                </a:extLst>
              </a:tr>
              <a:tr h="549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IReporter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Customizes report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494518"/>
                  </a:ext>
                </a:extLst>
              </a:tr>
            </a:tbl>
          </a:graphicData>
        </a:graphic>
      </p:graphicFrame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8D16718-2F65-7381-BB8E-FD76A0AC68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2817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37C66-D801-D00B-E1A4-3069897E8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93AAF-A3F3-43E3-F8E3-5BFC8E3AF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Listeners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86723-F934-42A8-39FE-6C939CB0F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880323"/>
            <a:ext cx="11784691" cy="976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Implementing Listener (</a:t>
            </a:r>
            <a:r>
              <a:rPr lang="en-IN" sz="1800" b="1" dirty="0" err="1">
                <a:solidFill>
                  <a:schemeClr val="bg1"/>
                </a:solidFill>
              </a:rPr>
              <a:t>ITestListener</a:t>
            </a:r>
            <a:r>
              <a:rPr lang="en-IN" sz="1800" b="1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B337F-3D82-6AF4-7768-458E270979DA}"/>
              </a:ext>
            </a:extLst>
          </p:cNvPr>
          <p:cNvSpPr txBox="1"/>
          <p:nvPr/>
        </p:nvSpPr>
        <p:spPr>
          <a:xfrm>
            <a:off x="141988" y="1346042"/>
            <a:ext cx="5696541" cy="460126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public class </a:t>
            </a:r>
            <a:r>
              <a:rPr lang="en-IN" sz="1500" dirty="0" err="1">
                <a:solidFill>
                  <a:schemeClr val="bg1"/>
                </a:solidFill>
              </a:rPr>
              <a:t>TestListener</a:t>
            </a:r>
            <a:r>
              <a:rPr lang="en-IN" sz="1500" dirty="0">
                <a:solidFill>
                  <a:schemeClr val="bg1"/>
                </a:solidFill>
              </a:rPr>
              <a:t> implements </a:t>
            </a:r>
            <a:r>
              <a:rPr lang="en-IN" sz="1500" dirty="0" err="1">
                <a:solidFill>
                  <a:schemeClr val="bg1"/>
                </a:solidFill>
              </a:rPr>
              <a:t>ITestListener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endParaRPr lang="en-IN" sz="4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@Override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void </a:t>
            </a:r>
            <a:r>
              <a:rPr lang="en-IN" sz="1500" dirty="0" err="1">
                <a:solidFill>
                  <a:schemeClr val="bg1"/>
                </a:solidFill>
              </a:rPr>
              <a:t>onTestStart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ITestResult</a:t>
            </a:r>
            <a:r>
              <a:rPr lang="en-IN" sz="1500" dirty="0">
                <a:solidFill>
                  <a:schemeClr val="bg1"/>
                </a:solidFill>
              </a:rPr>
              <a:t> result)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("Test Started: " + </a:t>
            </a:r>
            <a:r>
              <a:rPr lang="en-IN" sz="1500" dirty="0" err="1">
                <a:solidFill>
                  <a:schemeClr val="bg1"/>
                </a:solidFill>
              </a:rPr>
              <a:t>result.getName</a:t>
            </a:r>
            <a:r>
              <a:rPr lang="en-IN" sz="1500" dirty="0">
                <a:solidFill>
                  <a:schemeClr val="bg1"/>
                </a:solidFill>
              </a:rPr>
              <a:t>());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endParaRPr lang="en-IN" sz="4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@Override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void </a:t>
            </a:r>
            <a:r>
              <a:rPr lang="en-IN" sz="1500" dirty="0" err="1">
                <a:solidFill>
                  <a:schemeClr val="bg1"/>
                </a:solidFill>
              </a:rPr>
              <a:t>onTestSuccess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ITestResult</a:t>
            </a:r>
            <a:r>
              <a:rPr lang="en-IN" sz="1500" dirty="0">
                <a:solidFill>
                  <a:schemeClr val="bg1"/>
                </a:solidFill>
              </a:rPr>
              <a:t> result)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("Test Passed: " + </a:t>
            </a:r>
            <a:r>
              <a:rPr lang="en-IN" sz="1500" dirty="0" err="1">
                <a:solidFill>
                  <a:schemeClr val="bg1"/>
                </a:solidFill>
              </a:rPr>
              <a:t>result.getName</a:t>
            </a:r>
            <a:r>
              <a:rPr lang="en-IN" sz="1500" dirty="0">
                <a:solidFill>
                  <a:schemeClr val="bg1"/>
                </a:solidFill>
              </a:rPr>
              <a:t>());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@Override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void </a:t>
            </a:r>
            <a:r>
              <a:rPr lang="en-IN" sz="1500" dirty="0" err="1">
                <a:solidFill>
                  <a:schemeClr val="bg1"/>
                </a:solidFill>
              </a:rPr>
              <a:t>onTestFailure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ITestResult</a:t>
            </a:r>
            <a:r>
              <a:rPr lang="en-IN" sz="1500" dirty="0">
                <a:solidFill>
                  <a:schemeClr val="bg1"/>
                </a:solidFill>
              </a:rPr>
              <a:t> result)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("Test Failed: " + </a:t>
            </a:r>
            <a:r>
              <a:rPr lang="en-IN" sz="1500" dirty="0" err="1">
                <a:solidFill>
                  <a:schemeClr val="bg1"/>
                </a:solidFill>
              </a:rPr>
              <a:t>result.getName</a:t>
            </a:r>
            <a:r>
              <a:rPr lang="en-IN" sz="1500" dirty="0">
                <a:solidFill>
                  <a:schemeClr val="bg1"/>
                </a:solidFill>
              </a:rPr>
              <a:t>());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endParaRPr lang="en-IN" sz="4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@Override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void </a:t>
            </a:r>
            <a:r>
              <a:rPr lang="en-IN" sz="1500" dirty="0" err="1">
                <a:solidFill>
                  <a:schemeClr val="bg1"/>
                </a:solidFill>
              </a:rPr>
              <a:t>onTestSkipped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ITestResult</a:t>
            </a:r>
            <a:r>
              <a:rPr lang="en-IN" sz="1500" dirty="0">
                <a:solidFill>
                  <a:schemeClr val="bg1"/>
                </a:solidFill>
              </a:rPr>
              <a:t> result)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("Test Skipped: " + </a:t>
            </a:r>
            <a:r>
              <a:rPr lang="en-IN" sz="1500" dirty="0" err="1">
                <a:solidFill>
                  <a:schemeClr val="bg1"/>
                </a:solidFill>
              </a:rPr>
              <a:t>result.getName</a:t>
            </a:r>
            <a:r>
              <a:rPr lang="en-IN" sz="1500" dirty="0">
                <a:solidFill>
                  <a:schemeClr val="bg1"/>
                </a:solidFill>
              </a:rPr>
              <a:t>());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B51E7-298A-FFEE-BD62-715D69D273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2736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12B63-D23F-E2EA-61C0-D8CD792B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D0D65-89AA-1F11-4796-4AC8266A7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Listeners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69241-3850-385D-3F22-191617724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880323"/>
            <a:ext cx="11784691" cy="5849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Registering Listener</a:t>
            </a: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There are two ways to attach a listener.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Using Annotation in Test Class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import </a:t>
            </a:r>
            <a:r>
              <a:rPr lang="en-US" sz="1600" dirty="0" err="1">
                <a:solidFill>
                  <a:schemeClr val="bg1"/>
                </a:solidFill>
              </a:rPr>
              <a:t>org.testng.annotations.Listeners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@Listeners(TestListener.class)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public class </a:t>
            </a:r>
            <a:r>
              <a:rPr lang="en-US" sz="1600" dirty="0" err="1">
                <a:solidFill>
                  <a:schemeClr val="bg1"/>
                </a:solidFill>
              </a:rPr>
              <a:t>SampleTest</a:t>
            </a:r>
            <a:r>
              <a:rPr lang="en-US" sz="1600" dirty="0">
                <a:solidFill>
                  <a:schemeClr val="bg1"/>
                </a:solidFill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		// test methods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}</a:t>
            </a:r>
          </a:p>
          <a:p>
            <a:pPr marL="0" indent="0">
              <a:buNone/>
            </a:pPr>
            <a:endParaRPr lang="en-IN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2. Using testng.xml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	&lt;listeners&gt;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   		&lt;listener class-name="</a:t>
            </a:r>
            <a:r>
              <a:rPr lang="en-IN" sz="1600" dirty="0" err="1">
                <a:solidFill>
                  <a:schemeClr val="bg1"/>
                </a:solidFill>
              </a:rPr>
              <a:t>com.example.listeners.TestListener</a:t>
            </a:r>
            <a:r>
              <a:rPr lang="en-IN" sz="1600" dirty="0">
                <a:solidFill>
                  <a:schemeClr val="bg1"/>
                </a:solidFill>
              </a:rPr>
              <a:t>"/&gt;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	&lt;/listeners&gt;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Using </a:t>
            </a:r>
            <a:r>
              <a:rPr lang="en-US" sz="1600" b="1" dirty="0">
                <a:solidFill>
                  <a:schemeClr val="bg1"/>
                </a:solidFill>
              </a:rPr>
              <a:t>XML</a:t>
            </a:r>
            <a:r>
              <a:rPr lang="en-US" sz="1600" dirty="0">
                <a:solidFill>
                  <a:schemeClr val="bg1"/>
                </a:solidFill>
              </a:rPr>
              <a:t> is </a:t>
            </a:r>
            <a:r>
              <a:rPr lang="en-US" sz="1600" b="1" dirty="0">
                <a:solidFill>
                  <a:schemeClr val="bg1"/>
                </a:solidFill>
              </a:rPr>
              <a:t>preferred</a:t>
            </a:r>
            <a:r>
              <a:rPr lang="en-US" sz="1600" dirty="0">
                <a:solidFill>
                  <a:schemeClr val="bg1"/>
                </a:solidFill>
              </a:rPr>
              <a:t> in framework-level projects.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F1C5E-382F-5A95-7FE7-A871C60288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9420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50998-89BF-E93D-F449-97F0D7000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93D3-AD2B-B1CD-DAC0-9A64F0CC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TestNG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918DE-9092-A442-DF76-66123C7DB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880323"/>
            <a:ext cx="11784691" cy="5849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TestNG Reports</a:t>
            </a: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TestNG automatically generates </a:t>
            </a:r>
            <a:r>
              <a:rPr lang="en-US" sz="1600" b="1" dirty="0">
                <a:solidFill>
                  <a:schemeClr val="bg1"/>
                </a:solidFill>
              </a:rPr>
              <a:t>execution reports</a:t>
            </a:r>
            <a:r>
              <a:rPr lang="en-US" sz="1600" dirty="0">
                <a:solidFill>
                  <a:schemeClr val="bg1"/>
                </a:solidFill>
              </a:rPr>
              <a:t> after running test cases. These reports provide detailed information about: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Which tests were executed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Which tests passed, failed, or were skipped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Execution time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Error details and stack traces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Reports help testers, developers, and managers quickly understand test results.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After test execution, TestNG creates a folder in your project: </a:t>
            </a:r>
            <a:r>
              <a:rPr lang="en-US" sz="1600" b="1" dirty="0">
                <a:solidFill>
                  <a:schemeClr val="bg1"/>
                </a:solidFill>
              </a:rPr>
              <a:t>test-output/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Important Report Files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DF2D9D-F463-2EF7-DBAA-A9AB0EF5E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661061"/>
              </p:ext>
            </p:extLst>
          </p:nvPr>
        </p:nvGraphicFramePr>
        <p:xfrm>
          <a:off x="122238" y="4599076"/>
          <a:ext cx="9613900" cy="16154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4806950">
                  <a:extLst>
                    <a:ext uri="{9D8B030D-6E8A-4147-A177-3AD203B41FA5}">
                      <a16:colId xmlns:a16="http://schemas.microsoft.com/office/drawing/2014/main" val="2521212308"/>
                    </a:ext>
                  </a:extLst>
                </a:gridCol>
                <a:gridCol w="4806950">
                  <a:extLst>
                    <a:ext uri="{9D8B030D-6E8A-4147-A177-3AD203B41FA5}">
                      <a16:colId xmlns:a16="http://schemas.microsoft.com/office/drawing/2014/main" val="3551290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File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836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index.html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Main dashboard with summary of execution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570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emailable-report.html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Simple report that can be shared via 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89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testng-results.xml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Detailed execution data in XML format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928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methods.html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Shows execution order of test methods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5203388"/>
                  </a:ext>
                </a:extLst>
              </a:tr>
            </a:tbl>
          </a:graphicData>
        </a:graphic>
      </p:graphicFrame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6D9742-8285-0791-0DC3-6B6DF7BB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7987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902B0-C7AA-649B-45E5-143428F62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13CFE-5D31-B831-76DE-7CED6B539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TestNG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9C6DA-47C0-E13C-A0E5-CAD6D46E7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59" y="1008112"/>
            <a:ext cx="11784691" cy="5849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Customizing Reports</a:t>
            </a:r>
          </a:p>
          <a:p>
            <a:pPr marL="0" indent="0">
              <a:buNone/>
            </a:pPr>
            <a:endParaRPr lang="en-US" sz="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While TestNG provides default reports, many teams integrate TestNG with advanced reporting tools like: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Extent Reports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Allure Reports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Listeners are often used to send execution data to these tools.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0276A50-0E85-E378-AFE3-A49C0A26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1738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F1F8-E09E-EEFD-DCDD-ED3EFECA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auhaus 93" panose="04030905020B02020C02" pitchFamily="82" charset="0"/>
              </a:rPr>
              <a:t>Thank you!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F2CC60C-CCCA-D126-A44D-7042E9DE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3366522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2039</TotalTime>
  <Words>1641</Words>
  <Application>Microsoft Office PowerPoint</Application>
  <PresentationFormat>Widescreen</PresentationFormat>
  <Paragraphs>335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Agency FB</vt:lpstr>
      <vt:lpstr>Aptos</vt:lpstr>
      <vt:lpstr>Arial</vt:lpstr>
      <vt:lpstr>Arial Black</vt:lpstr>
      <vt:lpstr>Bauhaus 93</vt:lpstr>
      <vt:lpstr>Trebuchet MS</vt:lpstr>
      <vt:lpstr>Berlin</vt:lpstr>
      <vt:lpstr>&lt;ai/&gt; &lt;IQ/&gt; LABS</vt:lpstr>
      <vt:lpstr>TestNG {Agenda}</vt:lpstr>
      <vt:lpstr>Parallel Execution</vt:lpstr>
      <vt:lpstr>Parallel Execution</vt:lpstr>
      <vt:lpstr>Parallel Execution</vt:lpstr>
      <vt:lpstr>Parameters</vt:lpstr>
      <vt:lpstr>Parameters</vt:lpstr>
      <vt:lpstr>Parameters</vt:lpstr>
      <vt:lpstr>Parameters</vt:lpstr>
      <vt:lpstr>Data Providers</vt:lpstr>
      <vt:lpstr>Data Providers</vt:lpstr>
      <vt:lpstr>Data Providers</vt:lpstr>
      <vt:lpstr>Parameters vs Data providers</vt:lpstr>
      <vt:lpstr>Listeners</vt:lpstr>
      <vt:lpstr>Listeners</vt:lpstr>
      <vt:lpstr>Listeners</vt:lpstr>
      <vt:lpstr>Listeners</vt:lpstr>
      <vt:lpstr>TestNG Reports</vt:lpstr>
      <vt:lpstr>TestNG Reports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Slick Ark</dc:creator>
  <cp:lastModifiedBy>Slick Ark</cp:lastModifiedBy>
  <cp:revision>294</cp:revision>
  <dcterms:created xsi:type="dcterms:W3CDTF">2026-02-04T04:23:12Z</dcterms:created>
  <dcterms:modified xsi:type="dcterms:W3CDTF">2026-02-11T17:09:38Z</dcterms:modified>
</cp:coreProperties>
</file>