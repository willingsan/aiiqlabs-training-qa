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8" r:id="rId3"/>
    <p:sldId id="288" r:id="rId4"/>
    <p:sldId id="289" r:id="rId5"/>
    <p:sldId id="290" r:id="rId6"/>
    <p:sldId id="291" r:id="rId7"/>
    <p:sldId id="292" r:id="rId8"/>
    <p:sldId id="293" r:id="rId9"/>
    <p:sldId id="294" r:id="rId10"/>
    <p:sldId id="295" r:id="rId11"/>
    <p:sldId id="28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47" autoAdjust="0"/>
    <p:restoredTop sz="94660"/>
  </p:normalViewPr>
  <p:slideViewPr>
    <p:cSldViewPr snapToGrid="0">
      <p:cViewPr varScale="1">
        <p:scale>
          <a:sx n="97" d="100"/>
          <a:sy n="97" d="100"/>
        </p:scale>
        <p:origin x="72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BD969DC-181F-4921-8B5F-0EF62F4CE89E}" type="doc">
      <dgm:prSet loTypeId="urn:microsoft.com/office/officeart/2005/8/layout/target3" loCatId="list" qsTypeId="urn:microsoft.com/office/officeart/2005/8/quickstyle/simple5" qsCatId="simple" csTypeId="urn:microsoft.com/office/officeart/2005/8/colors/accent1_2" csCatId="accent1" phldr="1"/>
      <dgm:spPr/>
      <dgm:t>
        <a:bodyPr/>
        <a:lstStyle/>
        <a:p>
          <a:endParaRPr lang="en-IN"/>
        </a:p>
      </dgm:t>
    </dgm:pt>
    <dgm:pt modelId="{BF07259D-CC92-40A2-B71A-EC53F9211F9A}">
      <dgm:prSet phldrT="[Text]" phldr="0" custT="1"/>
      <dgm:spPr/>
      <dgm:t>
        <a:bodyPr tIns="180000"/>
        <a:lstStyle/>
        <a:p>
          <a:pPr algn="l"/>
          <a:r>
            <a:rPr lang="en-IN" sz="3200" dirty="0"/>
            <a:t>TestNG Foundation</a:t>
          </a:r>
        </a:p>
      </dgm:t>
    </dgm:pt>
    <dgm:pt modelId="{CDA5EB07-4899-4932-BD18-04FBCCD240D5}" type="parTrans" cxnId="{7C5D232D-E9B4-4960-B9C9-71A7B8F558DB}">
      <dgm:prSet/>
      <dgm:spPr/>
      <dgm:t>
        <a:bodyPr/>
        <a:lstStyle/>
        <a:p>
          <a:endParaRPr lang="en-IN"/>
        </a:p>
      </dgm:t>
    </dgm:pt>
    <dgm:pt modelId="{0B90EAA4-646A-462C-BE6B-22BCE114692F}" type="sibTrans" cxnId="{7C5D232D-E9B4-4960-B9C9-71A7B8F558DB}">
      <dgm:prSet/>
      <dgm:spPr/>
      <dgm:t>
        <a:bodyPr/>
        <a:lstStyle/>
        <a:p>
          <a:endParaRPr lang="en-IN"/>
        </a:p>
      </dgm:t>
    </dgm:pt>
    <dgm:pt modelId="{29513CEE-C872-4255-A290-C4BDE6E5CDB4}">
      <dgm:prSet phldrT="[Text]" phldr="0" custT="1"/>
      <dgm:spPr/>
      <dgm:t>
        <a:bodyPr tIns="180000" bIns="180000"/>
        <a:lstStyle/>
        <a:p>
          <a:pPr algn="l"/>
          <a:r>
            <a:rPr lang="en-IN" sz="3200" dirty="0"/>
            <a:t>Installation &amp; Configuration</a:t>
          </a:r>
        </a:p>
      </dgm:t>
    </dgm:pt>
    <dgm:pt modelId="{92813842-A6E0-423F-864C-7A4FE3BBE7AA}" type="parTrans" cxnId="{1DB5F0D3-C7E7-4977-A2B2-0078BCE78EFC}">
      <dgm:prSet/>
      <dgm:spPr/>
      <dgm:t>
        <a:bodyPr/>
        <a:lstStyle/>
        <a:p>
          <a:endParaRPr lang="en-IN"/>
        </a:p>
      </dgm:t>
    </dgm:pt>
    <dgm:pt modelId="{DE6A4B1D-F319-4794-8014-0FFD2623E4CB}" type="sibTrans" cxnId="{1DB5F0D3-C7E7-4977-A2B2-0078BCE78EFC}">
      <dgm:prSet/>
      <dgm:spPr/>
      <dgm:t>
        <a:bodyPr/>
        <a:lstStyle/>
        <a:p>
          <a:endParaRPr lang="en-IN"/>
        </a:p>
      </dgm:t>
    </dgm:pt>
    <dgm:pt modelId="{870B91A1-7977-4CE3-B27C-6AE86C41D6F9}">
      <dgm:prSet phldrT="[Text]" phldr="0" custT="1"/>
      <dgm:spPr/>
      <dgm:t>
        <a:bodyPr tIns="180000" bIns="180000"/>
        <a:lstStyle/>
        <a:p>
          <a:pPr algn="l"/>
          <a:r>
            <a:rPr lang="en-IN" sz="3200" dirty="0"/>
            <a:t>Writing Tests in TestNG</a:t>
          </a:r>
        </a:p>
      </dgm:t>
    </dgm:pt>
    <dgm:pt modelId="{4868F0FF-0A7D-4007-80CE-5DC4ED195136}" type="parTrans" cxnId="{6BD3B303-D7CC-40D7-88A1-7989F3A107CC}">
      <dgm:prSet/>
      <dgm:spPr/>
      <dgm:t>
        <a:bodyPr/>
        <a:lstStyle/>
        <a:p>
          <a:endParaRPr lang="en-IN"/>
        </a:p>
      </dgm:t>
    </dgm:pt>
    <dgm:pt modelId="{E7DBC3EA-52F7-4308-A19A-2140A9695EF9}" type="sibTrans" cxnId="{6BD3B303-D7CC-40D7-88A1-7989F3A107CC}">
      <dgm:prSet/>
      <dgm:spPr/>
      <dgm:t>
        <a:bodyPr/>
        <a:lstStyle/>
        <a:p>
          <a:endParaRPr lang="en-IN"/>
        </a:p>
      </dgm:t>
    </dgm:pt>
    <dgm:pt modelId="{DAFD03EE-4AA8-410E-82C6-45C1952E775A}">
      <dgm:prSet phldrT="[Text]" phldr="0" custT="1"/>
      <dgm:spPr/>
      <dgm:t>
        <a:bodyPr tIns="180000" bIns="180000"/>
        <a:lstStyle/>
        <a:p>
          <a:pPr algn="l"/>
          <a:r>
            <a:rPr lang="en-IN" sz="3200" dirty="0"/>
            <a:t>Test Execution Flow</a:t>
          </a:r>
        </a:p>
      </dgm:t>
    </dgm:pt>
    <dgm:pt modelId="{32CDFF8D-66C6-42BC-AFB4-A5CB23575B0D}" type="parTrans" cxnId="{03E69AFC-DD79-4A18-92EF-F42B43221775}">
      <dgm:prSet/>
      <dgm:spPr/>
      <dgm:t>
        <a:bodyPr/>
        <a:lstStyle/>
        <a:p>
          <a:endParaRPr lang="en-IN"/>
        </a:p>
      </dgm:t>
    </dgm:pt>
    <dgm:pt modelId="{A7583725-F19B-4BCB-947F-452B135B48AD}" type="sibTrans" cxnId="{03E69AFC-DD79-4A18-92EF-F42B43221775}">
      <dgm:prSet/>
      <dgm:spPr/>
      <dgm:t>
        <a:bodyPr/>
        <a:lstStyle/>
        <a:p>
          <a:endParaRPr lang="en-IN"/>
        </a:p>
      </dgm:t>
    </dgm:pt>
    <dgm:pt modelId="{DE860416-E6AE-46B5-862B-CD2595D1ACD2}" type="pres">
      <dgm:prSet presAssocID="{6BD969DC-181F-4921-8B5F-0EF62F4CE89E}" presName="Name0" presStyleCnt="0">
        <dgm:presLayoutVars>
          <dgm:chMax val="7"/>
          <dgm:dir/>
          <dgm:animLvl val="lvl"/>
          <dgm:resizeHandles val="exact"/>
        </dgm:presLayoutVars>
      </dgm:prSet>
      <dgm:spPr/>
    </dgm:pt>
    <dgm:pt modelId="{DD66BBEE-7F67-4E6F-A56A-94C435C76A0E}" type="pres">
      <dgm:prSet presAssocID="{BF07259D-CC92-40A2-B71A-EC53F9211F9A}" presName="circle1" presStyleLbl="node1" presStyleIdx="0" presStyleCnt="4"/>
      <dgm:spPr/>
    </dgm:pt>
    <dgm:pt modelId="{FDE74903-F762-4C18-A9EA-82E9B3622505}" type="pres">
      <dgm:prSet presAssocID="{BF07259D-CC92-40A2-B71A-EC53F9211F9A}" presName="space" presStyleCnt="0"/>
      <dgm:spPr/>
    </dgm:pt>
    <dgm:pt modelId="{7340E5E1-75B9-4AC7-BC8E-760EBCEC593A}" type="pres">
      <dgm:prSet presAssocID="{BF07259D-CC92-40A2-B71A-EC53F9211F9A}" presName="rect1" presStyleLbl="alignAcc1" presStyleIdx="0" presStyleCnt="4"/>
      <dgm:spPr/>
    </dgm:pt>
    <dgm:pt modelId="{B254124F-857D-49BC-9076-E6B1C7264687}" type="pres">
      <dgm:prSet presAssocID="{29513CEE-C872-4255-A290-C4BDE6E5CDB4}" presName="vertSpace2" presStyleLbl="node1" presStyleIdx="0" presStyleCnt="4"/>
      <dgm:spPr/>
    </dgm:pt>
    <dgm:pt modelId="{1C92F080-F11E-41B4-9205-54B0EF12DEC9}" type="pres">
      <dgm:prSet presAssocID="{29513CEE-C872-4255-A290-C4BDE6E5CDB4}" presName="circle2" presStyleLbl="node1" presStyleIdx="1" presStyleCnt="4"/>
      <dgm:spPr/>
    </dgm:pt>
    <dgm:pt modelId="{A87E5B63-305F-4FCD-81E2-4C74958D6A27}" type="pres">
      <dgm:prSet presAssocID="{29513CEE-C872-4255-A290-C4BDE6E5CDB4}" presName="rect2" presStyleLbl="alignAcc1" presStyleIdx="1" presStyleCnt="4"/>
      <dgm:spPr/>
    </dgm:pt>
    <dgm:pt modelId="{62CB1E3F-0141-49A4-BA9C-C109765B1F98}" type="pres">
      <dgm:prSet presAssocID="{870B91A1-7977-4CE3-B27C-6AE86C41D6F9}" presName="vertSpace3" presStyleLbl="node1" presStyleIdx="1" presStyleCnt="4"/>
      <dgm:spPr/>
    </dgm:pt>
    <dgm:pt modelId="{78F08F96-F342-40B9-97BB-A45CB8663AC7}" type="pres">
      <dgm:prSet presAssocID="{870B91A1-7977-4CE3-B27C-6AE86C41D6F9}" presName="circle3" presStyleLbl="node1" presStyleIdx="2" presStyleCnt="4"/>
      <dgm:spPr/>
    </dgm:pt>
    <dgm:pt modelId="{AC3FE768-A7A6-4622-8658-F4C9B6760D50}" type="pres">
      <dgm:prSet presAssocID="{870B91A1-7977-4CE3-B27C-6AE86C41D6F9}" presName="rect3" presStyleLbl="alignAcc1" presStyleIdx="2" presStyleCnt="4"/>
      <dgm:spPr/>
    </dgm:pt>
    <dgm:pt modelId="{FB591BA2-09BC-4BB7-BDB7-0DF70449756D}" type="pres">
      <dgm:prSet presAssocID="{DAFD03EE-4AA8-410E-82C6-45C1952E775A}" presName="vertSpace4" presStyleLbl="node1" presStyleIdx="2" presStyleCnt="4"/>
      <dgm:spPr/>
    </dgm:pt>
    <dgm:pt modelId="{AEAB344D-25BA-4B95-8AFF-F09D76E1B4CF}" type="pres">
      <dgm:prSet presAssocID="{DAFD03EE-4AA8-410E-82C6-45C1952E775A}" presName="circle4" presStyleLbl="node1" presStyleIdx="3" presStyleCnt="4"/>
      <dgm:spPr/>
    </dgm:pt>
    <dgm:pt modelId="{5902331B-645C-47C5-84D3-533A699FBDCC}" type="pres">
      <dgm:prSet presAssocID="{DAFD03EE-4AA8-410E-82C6-45C1952E775A}" presName="rect4" presStyleLbl="alignAcc1" presStyleIdx="3" presStyleCnt="4"/>
      <dgm:spPr/>
    </dgm:pt>
    <dgm:pt modelId="{AE2DCCCF-C4D9-4127-A2D1-BA19241541A9}" type="pres">
      <dgm:prSet presAssocID="{BF07259D-CC92-40A2-B71A-EC53F9211F9A}" presName="rect1ParTxNoCh" presStyleLbl="alignAcc1" presStyleIdx="3" presStyleCnt="4">
        <dgm:presLayoutVars>
          <dgm:chMax val="1"/>
          <dgm:bulletEnabled val="1"/>
        </dgm:presLayoutVars>
      </dgm:prSet>
      <dgm:spPr/>
    </dgm:pt>
    <dgm:pt modelId="{E0EA8316-8BED-40DF-AAEE-E26166C99A2E}" type="pres">
      <dgm:prSet presAssocID="{29513CEE-C872-4255-A290-C4BDE6E5CDB4}" presName="rect2ParTxNoCh" presStyleLbl="alignAcc1" presStyleIdx="3" presStyleCnt="4">
        <dgm:presLayoutVars>
          <dgm:chMax val="1"/>
          <dgm:bulletEnabled val="1"/>
        </dgm:presLayoutVars>
      </dgm:prSet>
      <dgm:spPr/>
    </dgm:pt>
    <dgm:pt modelId="{9E956095-B2E2-48EE-891F-740FFF3AECC9}" type="pres">
      <dgm:prSet presAssocID="{870B91A1-7977-4CE3-B27C-6AE86C41D6F9}" presName="rect3ParTxNoCh" presStyleLbl="alignAcc1" presStyleIdx="3" presStyleCnt="4">
        <dgm:presLayoutVars>
          <dgm:chMax val="1"/>
          <dgm:bulletEnabled val="1"/>
        </dgm:presLayoutVars>
      </dgm:prSet>
      <dgm:spPr/>
    </dgm:pt>
    <dgm:pt modelId="{1C6AC6B6-B2FD-4AEF-BC8C-C74E4E690E3A}" type="pres">
      <dgm:prSet presAssocID="{DAFD03EE-4AA8-410E-82C6-45C1952E775A}" presName="rect4ParTxNoCh" presStyleLbl="alignAcc1" presStyleIdx="3" presStyleCnt="4">
        <dgm:presLayoutVars>
          <dgm:chMax val="1"/>
          <dgm:bulletEnabled val="1"/>
        </dgm:presLayoutVars>
      </dgm:prSet>
      <dgm:spPr/>
    </dgm:pt>
  </dgm:ptLst>
  <dgm:cxnLst>
    <dgm:cxn modelId="{6BD3B303-D7CC-40D7-88A1-7989F3A107CC}" srcId="{6BD969DC-181F-4921-8B5F-0EF62F4CE89E}" destId="{870B91A1-7977-4CE3-B27C-6AE86C41D6F9}" srcOrd="2" destOrd="0" parTransId="{4868F0FF-0A7D-4007-80CE-5DC4ED195136}" sibTransId="{E7DBC3EA-52F7-4308-A19A-2140A9695EF9}"/>
    <dgm:cxn modelId="{86EB8012-C0DA-4371-88A0-38105C7E1C8E}" type="presOf" srcId="{DAFD03EE-4AA8-410E-82C6-45C1952E775A}" destId="{1C6AC6B6-B2FD-4AEF-BC8C-C74E4E690E3A}" srcOrd="1" destOrd="0" presId="urn:microsoft.com/office/officeart/2005/8/layout/target3"/>
    <dgm:cxn modelId="{2C5FC812-45D5-418B-BCFD-96C05CE31ABB}" type="presOf" srcId="{6BD969DC-181F-4921-8B5F-0EF62F4CE89E}" destId="{DE860416-E6AE-46B5-862B-CD2595D1ACD2}" srcOrd="0" destOrd="0" presId="urn:microsoft.com/office/officeart/2005/8/layout/target3"/>
    <dgm:cxn modelId="{7C5D232D-E9B4-4960-B9C9-71A7B8F558DB}" srcId="{6BD969DC-181F-4921-8B5F-0EF62F4CE89E}" destId="{BF07259D-CC92-40A2-B71A-EC53F9211F9A}" srcOrd="0" destOrd="0" parTransId="{CDA5EB07-4899-4932-BD18-04FBCCD240D5}" sibTransId="{0B90EAA4-646A-462C-BE6B-22BCE114692F}"/>
    <dgm:cxn modelId="{0E94955D-3693-42C8-9FD9-01432B62D61E}" type="presOf" srcId="{29513CEE-C872-4255-A290-C4BDE6E5CDB4}" destId="{A87E5B63-305F-4FCD-81E2-4C74958D6A27}" srcOrd="0" destOrd="0" presId="urn:microsoft.com/office/officeart/2005/8/layout/target3"/>
    <dgm:cxn modelId="{B65C6643-C8D7-441F-8452-366278DB29B8}" type="presOf" srcId="{DAFD03EE-4AA8-410E-82C6-45C1952E775A}" destId="{5902331B-645C-47C5-84D3-533A699FBDCC}" srcOrd="0" destOrd="0" presId="urn:microsoft.com/office/officeart/2005/8/layout/target3"/>
    <dgm:cxn modelId="{B9748D48-19F4-4E34-8D1E-CFD69FE68F78}" type="presOf" srcId="{BF07259D-CC92-40A2-B71A-EC53F9211F9A}" destId="{7340E5E1-75B9-4AC7-BC8E-760EBCEC593A}" srcOrd="0" destOrd="0" presId="urn:microsoft.com/office/officeart/2005/8/layout/target3"/>
    <dgm:cxn modelId="{444A1B52-ACD4-4514-B73F-C8C33A07A017}" type="presOf" srcId="{870B91A1-7977-4CE3-B27C-6AE86C41D6F9}" destId="{9E956095-B2E2-48EE-891F-740FFF3AECC9}" srcOrd="1" destOrd="0" presId="urn:microsoft.com/office/officeart/2005/8/layout/target3"/>
    <dgm:cxn modelId="{DC092A89-00D9-4349-B60E-DED9603718B9}" type="presOf" srcId="{29513CEE-C872-4255-A290-C4BDE6E5CDB4}" destId="{E0EA8316-8BED-40DF-AAEE-E26166C99A2E}" srcOrd="1" destOrd="0" presId="urn:microsoft.com/office/officeart/2005/8/layout/target3"/>
    <dgm:cxn modelId="{1DB5F0D3-C7E7-4977-A2B2-0078BCE78EFC}" srcId="{6BD969DC-181F-4921-8B5F-0EF62F4CE89E}" destId="{29513CEE-C872-4255-A290-C4BDE6E5CDB4}" srcOrd="1" destOrd="0" parTransId="{92813842-A6E0-423F-864C-7A4FE3BBE7AA}" sibTransId="{DE6A4B1D-F319-4794-8014-0FFD2623E4CB}"/>
    <dgm:cxn modelId="{B3D374D4-E24B-46A4-9D27-56178AE41B34}" type="presOf" srcId="{BF07259D-CC92-40A2-B71A-EC53F9211F9A}" destId="{AE2DCCCF-C4D9-4127-A2D1-BA19241541A9}" srcOrd="1" destOrd="0" presId="urn:microsoft.com/office/officeart/2005/8/layout/target3"/>
    <dgm:cxn modelId="{DB7E52F0-3A21-42D4-9734-0C5733E08495}" type="presOf" srcId="{870B91A1-7977-4CE3-B27C-6AE86C41D6F9}" destId="{AC3FE768-A7A6-4622-8658-F4C9B6760D50}" srcOrd="0" destOrd="0" presId="urn:microsoft.com/office/officeart/2005/8/layout/target3"/>
    <dgm:cxn modelId="{03E69AFC-DD79-4A18-92EF-F42B43221775}" srcId="{6BD969DC-181F-4921-8B5F-0EF62F4CE89E}" destId="{DAFD03EE-4AA8-410E-82C6-45C1952E775A}" srcOrd="3" destOrd="0" parTransId="{32CDFF8D-66C6-42BC-AFB4-A5CB23575B0D}" sibTransId="{A7583725-F19B-4BCB-947F-452B135B48AD}"/>
    <dgm:cxn modelId="{A15BE67A-6750-4650-8738-EDAD6AFC28DE}" type="presParOf" srcId="{DE860416-E6AE-46B5-862B-CD2595D1ACD2}" destId="{DD66BBEE-7F67-4E6F-A56A-94C435C76A0E}" srcOrd="0" destOrd="0" presId="urn:microsoft.com/office/officeart/2005/8/layout/target3"/>
    <dgm:cxn modelId="{3223D544-F4DF-466A-BCC5-D1858842068D}" type="presParOf" srcId="{DE860416-E6AE-46B5-862B-CD2595D1ACD2}" destId="{FDE74903-F762-4C18-A9EA-82E9B3622505}" srcOrd="1" destOrd="0" presId="urn:microsoft.com/office/officeart/2005/8/layout/target3"/>
    <dgm:cxn modelId="{F9F17FAA-59BF-457D-AF9C-F83D9268917F}" type="presParOf" srcId="{DE860416-E6AE-46B5-862B-CD2595D1ACD2}" destId="{7340E5E1-75B9-4AC7-BC8E-760EBCEC593A}" srcOrd="2" destOrd="0" presId="urn:microsoft.com/office/officeart/2005/8/layout/target3"/>
    <dgm:cxn modelId="{EA737104-BAF6-4461-88B0-9FF297B13851}" type="presParOf" srcId="{DE860416-E6AE-46B5-862B-CD2595D1ACD2}" destId="{B254124F-857D-49BC-9076-E6B1C7264687}" srcOrd="3" destOrd="0" presId="urn:microsoft.com/office/officeart/2005/8/layout/target3"/>
    <dgm:cxn modelId="{8C8ECAA3-5A45-415A-BE7B-9A2D82B938A0}" type="presParOf" srcId="{DE860416-E6AE-46B5-862B-CD2595D1ACD2}" destId="{1C92F080-F11E-41B4-9205-54B0EF12DEC9}" srcOrd="4" destOrd="0" presId="urn:microsoft.com/office/officeart/2005/8/layout/target3"/>
    <dgm:cxn modelId="{DEFC58F4-9137-4888-BB6C-52637020FD65}" type="presParOf" srcId="{DE860416-E6AE-46B5-862B-CD2595D1ACD2}" destId="{A87E5B63-305F-4FCD-81E2-4C74958D6A27}" srcOrd="5" destOrd="0" presId="urn:microsoft.com/office/officeart/2005/8/layout/target3"/>
    <dgm:cxn modelId="{DAF56E7F-1E3F-4000-8598-5617314F248C}" type="presParOf" srcId="{DE860416-E6AE-46B5-862B-CD2595D1ACD2}" destId="{62CB1E3F-0141-49A4-BA9C-C109765B1F98}" srcOrd="6" destOrd="0" presId="urn:microsoft.com/office/officeart/2005/8/layout/target3"/>
    <dgm:cxn modelId="{EDD97C8B-D7A0-46B1-B20C-DF0EDE1628CC}" type="presParOf" srcId="{DE860416-E6AE-46B5-862B-CD2595D1ACD2}" destId="{78F08F96-F342-40B9-97BB-A45CB8663AC7}" srcOrd="7" destOrd="0" presId="urn:microsoft.com/office/officeart/2005/8/layout/target3"/>
    <dgm:cxn modelId="{4A70E448-4806-42FD-B80C-16218464F1C2}" type="presParOf" srcId="{DE860416-E6AE-46B5-862B-CD2595D1ACD2}" destId="{AC3FE768-A7A6-4622-8658-F4C9B6760D50}" srcOrd="8" destOrd="0" presId="urn:microsoft.com/office/officeart/2005/8/layout/target3"/>
    <dgm:cxn modelId="{53023BBE-F731-4CE8-8ED7-5CAE9832FA5B}" type="presParOf" srcId="{DE860416-E6AE-46B5-862B-CD2595D1ACD2}" destId="{FB591BA2-09BC-4BB7-BDB7-0DF70449756D}" srcOrd="9" destOrd="0" presId="urn:microsoft.com/office/officeart/2005/8/layout/target3"/>
    <dgm:cxn modelId="{9284B4BD-3CA4-4B63-8F16-9F135F967029}" type="presParOf" srcId="{DE860416-E6AE-46B5-862B-CD2595D1ACD2}" destId="{AEAB344D-25BA-4B95-8AFF-F09D76E1B4CF}" srcOrd="10" destOrd="0" presId="urn:microsoft.com/office/officeart/2005/8/layout/target3"/>
    <dgm:cxn modelId="{E8C24E8B-EAFD-4006-8043-D884B5248D20}" type="presParOf" srcId="{DE860416-E6AE-46B5-862B-CD2595D1ACD2}" destId="{5902331B-645C-47C5-84D3-533A699FBDCC}" srcOrd="11" destOrd="0" presId="urn:microsoft.com/office/officeart/2005/8/layout/target3"/>
    <dgm:cxn modelId="{A238F773-EC2D-450B-929D-25C13150D21C}" type="presParOf" srcId="{DE860416-E6AE-46B5-862B-CD2595D1ACD2}" destId="{AE2DCCCF-C4D9-4127-A2D1-BA19241541A9}" srcOrd="12" destOrd="0" presId="urn:microsoft.com/office/officeart/2005/8/layout/target3"/>
    <dgm:cxn modelId="{7596CB44-6B7D-4AC7-B02E-FD5BA8898DED}" type="presParOf" srcId="{DE860416-E6AE-46B5-862B-CD2595D1ACD2}" destId="{E0EA8316-8BED-40DF-AAEE-E26166C99A2E}" srcOrd="13" destOrd="0" presId="urn:microsoft.com/office/officeart/2005/8/layout/target3"/>
    <dgm:cxn modelId="{7EE73F01-C320-483F-B8BF-49B76DFCBD3E}" type="presParOf" srcId="{DE860416-E6AE-46B5-862B-CD2595D1ACD2}" destId="{9E956095-B2E2-48EE-891F-740FFF3AECC9}" srcOrd="14" destOrd="0" presId="urn:microsoft.com/office/officeart/2005/8/layout/target3"/>
    <dgm:cxn modelId="{95AF9584-D47C-4157-81A0-B592E0BC3277}" type="presParOf" srcId="{DE860416-E6AE-46B5-862B-CD2595D1ACD2}" destId="{1C6AC6B6-B2FD-4AEF-BC8C-C74E4E690E3A}" srcOrd="15"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709692-AED9-47D0-A336-58DD94A5C1F6}" type="doc">
      <dgm:prSet loTypeId="urn:microsoft.com/office/officeart/2005/8/layout/bProcess4" loCatId="process" qsTypeId="urn:microsoft.com/office/officeart/2005/8/quickstyle/simple5" qsCatId="simple" csTypeId="urn:microsoft.com/office/officeart/2005/8/colors/colorful1" csCatId="colorful" phldr="1"/>
      <dgm:spPr/>
      <dgm:t>
        <a:bodyPr/>
        <a:lstStyle/>
        <a:p>
          <a:endParaRPr lang="en-IN"/>
        </a:p>
      </dgm:t>
    </dgm:pt>
    <dgm:pt modelId="{94CE6EB5-021F-4FF3-8C51-851804A25903}">
      <dgm:prSet phldrT="[Text]" phldr="0"/>
      <dgm:spPr/>
      <dgm:t>
        <a:bodyPr/>
        <a:lstStyle/>
        <a:p>
          <a:r>
            <a:rPr lang="en-IN" dirty="0"/>
            <a:t>@BeforeSuite</a:t>
          </a:r>
        </a:p>
      </dgm:t>
    </dgm:pt>
    <dgm:pt modelId="{1B8306C7-0BD3-4FDA-AE88-BBDEF1998706}" type="parTrans" cxnId="{01DE3CB1-65D4-4D47-B2B2-52CD7FEB192E}">
      <dgm:prSet/>
      <dgm:spPr/>
      <dgm:t>
        <a:bodyPr/>
        <a:lstStyle/>
        <a:p>
          <a:endParaRPr lang="en-IN"/>
        </a:p>
      </dgm:t>
    </dgm:pt>
    <dgm:pt modelId="{56E09A66-1C96-4A51-8911-C454AABA288E}" type="sibTrans" cxnId="{01DE3CB1-65D4-4D47-B2B2-52CD7FEB192E}">
      <dgm:prSet/>
      <dgm:spPr/>
      <dgm:t>
        <a:bodyPr/>
        <a:lstStyle/>
        <a:p>
          <a:endParaRPr lang="en-IN"/>
        </a:p>
      </dgm:t>
    </dgm:pt>
    <dgm:pt modelId="{B29CD26F-4DB8-4BAB-8979-C52556255A0E}">
      <dgm:prSet phldrT="[Text]" phldr="0"/>
      <dgm:spPr/>
      <dgm:t>
        <a:bodyPr/>
        <a:lstStyle/>
        <a:p>
          <a:r>
            <a:rPr lang="en-IN" dirty="0"/>
            <a:t>@BeforeTest</a:t>
          </a:r>
        </a:p>
      </dgm:t>
    </dgm:pt>
    <dgm:pt modelId="{A77480D5-B6F3-468E-AE41-0EFD0D9705F6}" type="parTrans" cxnId="{E010BA50-4614-4DC1-9966-05481E7A4DCF}">
      <dgm:prSet/>
      <dgm:spPr/>
      <dgm:t>
        <a:bodyPr/>
        <a:lstStyle/>
        <a:p>
          <a:endParaRPr lang="en-IN"/>
        </a:p>
      </dgm:t>
    </dgm:pt>
    <dgm:pt modelId="{AFA045E7-368C-49F9-BCF5-3AD888875C56}" type="sibTrans" cxnId="{E010BA50-4614-4DC1-9966-05481E7A4DCF}">
      <dgm:prSet/>
      <dgm:spPr/>
      <dgm:t>
        <a:bodyPr/>
        <a:lstStyle/>
        <a:p>
          <a:endParaRPr lang="en-IN"/>
        </a:p>
      </dgm:t>
    </dgm:pt>
    <dgm:pt modelId="{82C49BF5-2D50-4C8A-B028-DA584E2707AB}">
      <dgm:prSet phldrT="[Text]" phldr="0"/>
      <dgm:spPr/>
      <dgm:t>
        <a:bodyPr/>
        <a:lstStyle/>
        <a:p>
          <a:r>
            <a:rPr lang="en-IN" dirty="0"/>
            <a:t>@BeforeMethod</a:t>
          </a:r>
        </a:p>
      </dgm:t>
    </dgm:pt>
    <dgm:pt modelId="{FA77629A-5631-43DD-8E59-C66E61652A44}" type="parTrans" cxnId="{93297703-96F9-44A4-BBC4-F330FDF55D77}">
      <dgm:prSet/>
      <dgm:spPr/>
      <dgm:t>
        <a:bodyPr/>
        <a:lstStyle/>
        <a:p>
          <a:endParaRPr lang="en-IN"/>
        </a:p>
      </dgm:t>
    </dgm:pt>
    <dgm:pt modelId="{A35A59BE-FD0F-438E-ADB8-5C377D97B4AD}" type="sibTrans" cxnId="{93297703-96F9-44A4-BBC4-F330FDF55D77}">
      <dgm:prSet/>
      <dgm:spPr/>
      <dgm:t>
        <a:bodyPr/>
        <a:lstStyle/>
        <a:p>
          <a:endParaRPr lang="en-IN"/>
        </a:p>
      </dgm:t>
    </dgm:pt>
    <dgm:pt modelId="{02707767-53C8-459C-97CA-DBA6F4A0B35D}">
      <dgm:prSet phldrT="[Text]" phldr="0"/>
      <dgm:spPr/>
      <dgm:t>
        <a:bodyPr/>
        <a:lstStyle/>
        <a:p>
          <a:r>
            <a:rPr lang="en-IN" dirty="0"/>
            <a:t>@Test</a:t>
          </a:r>
        </a:p>
      </dgm:t>
    </dgm:pt>
    <dgm:pt modelId="{A1341C27-587B-45D8-AB0D-F7E97C4B63F0}" type="parTrans" cxnId="{E0C71B6A-292C-421D-9AF0-80507029CF22}">
      <dgm:prSet/>
      <dgm:spPr/>
      <dgm:t>
        <a:bodyPr/>
        <a:lstStyle/>
        <a:p>
          <a:endParaRPr lang="en-IN"/>
        </a:p>
      </dgm:t>
    </dgm:pt>
    <dgm:pt modelId="{0CC5032C-2E2B-4D59-86D6-D11C90B58914}" type="sibTrans" cxnId="{E0C71B6A-292C-421D-9AF0-80507029CF22}">
      <dgm:prSet/>
      <dgm:spPr/>
      <dgm:t>
        <a:bodyPr/>
        <a:lstStyle/>
        <a:p>
          <a:endParaRPr lang="en-IN"/>
        </a:p>
      </dgm:t>
    </dgm:pt>
    <dgm:pt modelId="{BF5124E3-11B9-4C91-9A02-1166240290CC}">
      <dgm:prSet phldrT="[Text]" phldr="0"/>
      <dgm:spPr/>
      <dgm:t>
        <a:bodyPr/>
        <a:lstStyle/>
        <a:p>
          <a:r>
            <a:rPr lang="en-IN" dirty="0"/>
            <a:t>@AfterMethod</a:t>
          </a:r>
        </a:p>
      </dgm:t>
    </dgm:pt>
    <dgm:pt modelId="{2A0A6C87-F4DB-4F60-971B-F5BAFB629C24}" type="parTrans" cxnId="{3613D69C-78BC-4872-B741-30CB3DE2791B}">
      <dgm:prSet/>
      <dgm:spPr/>
      <dgm:t>
        <a:bodyPr/>
        <a:lstStyle/>
        <a:p>
          <a:endParaRPr lang="en-IN"/>
        </a:p>
      </dgm:t>
    </dgm:pt>
    <dgm:pt modelId="{3187CF34-57C5-4F81-842F-DA1F3966E363}" type="sibTrans" cxnId="{3613D69C-78BC-4872-B741-30CB3DE2791B}">
      <dgm:prSet/>
      <dgm:spPr/>
      <dgm:t>
        <a:bodyPr/>
        <a:lstStyle/>
        <a:p>
          <a:endParaRPr lang="en-IN"/>
        </a:p>
      </dgm:t>
    </dgm:pt>
    <dgm:pt modelId="{420CF80C-C11E-4106-A49E-AC1C0F0C3380}">
      <dgm:prSet phldrT="[Text]" phldr="0"/>
      <dgm:spPr/>
      <dgm:t>
        <a:bodyPr/>
        <a:lstStyle/>
        <a:p>
          <a:r>
            <a:rPr lang="en-IN"/>
            <a:t>@BeforeClass</a:t>
          </a:r>
          <a:endParaRPr lang="en-IN" dirty="0"/>
        </a:p>
      </dgm:t>
    </dgm:pt>
    <dgm:pt modelId="{2DA49AE2-3DC5-4E7C-BAF4-B5B43830EDE9}" type="parTrans" cxnId="{28F55CFE-37AE-42F0-9A48-8DA5F8533982}">
      <dgm:prSet/>
      <dgm:spPr/>
      <dgm:t>
        <a:bodyPr/>
        <a:lstStyle/>
        <a:p>
          <a:endParaRPr lang="en-IN"/>
        </a:p>
      </dgm:t>
    </dgm:pt>
    <dgm:pt modelId="{70E45C60-234C-461D-8744-4B44DB3289FF}" type="sibTrans" cxnId="{28F55CFE-37AE-42F0-9A48-8DA5F8533982}">
      <dgm:prSet/>
      <dgm:spPr/>
      <dgm:t>
        <a:bodyPr/>
        <a:lstStyle/>
        <a:p>
          <a:endParaRPr lang="en-IN"/>
        </a:p>
      </dgm:t>
    </dgm:pt>
    <dgm:pt modelId="{29142D29-DBC9-4128-AE74-25CC4AA3D72C}">
      <dgm:prSet phldrT="[Text]" phldr="0"/>
      <dgm:spPr/>
      <dgm:t>
        <a:bodyPr/>
        <a:lstStyle/>
        <a:p>
          <a:r>
            <a:rPr lang="en-IN" dirty="0"/>
            <a:t>@AfterClass</a:t>
          </a:r>
        </a:p>
      </dgm:t>
    </dgm:pt>
    <dgm:pt modelId="{3FB57FFC-D752-4A78-9ADE-968B6C2CA99C}" type="parTrans" cxnId="{11A5BE80-09EB-421E-9612-FD564F2B4A78}">
      <dgm:prSet/>
      <dgm:spPr/>
      <dgm:t>
        <a:bodyPr/>
        <a:lstStyle/>
        <a:p>
          <a:endParaRPr lang="en-IN"/>
        </a:p>
      </dgm:t>
    </dgm:pt>
    <dgm:pt modelId="{0D5BD6DE-9A63-46A4-BDB7-98288D185416}" type="sibTrans" cxnId="{11A5BE80-09EB-421E-9612-FD564F2B4A78}">
      <dgm:prSet/>
      <dgm:spPr/>
      <dgm:t>
        <a:bodyPr/>
        <a:lstStyle/>
        <a:p>
          <a:endParaRPr lang="en-IN"/>
        </a:p>
      </dgm:t>
    </dgm:pt>
    <dgm:pt modelId="{ADEB8A96-7F21-46AD-AA10-2EEB806703CD}">
      <dgm:prSet phldrT="[Text]" phldr="0"/>
      <dgm:spPr/>
      <dgm:t>
        <a:bodyPr/>
        <a:lstStyle/>
        <a:p>
          <a:r>
            <a:rPr lang="en-IN"/>
            <a:t>@AfterTest</a:t>
          </a:r>
          <a:endParaRPr lang="en-IN" dirty="0"/>
        </a:p>
      </dgm:t>
    </dgm:pt>
    <dgm:pt modelId="{FE0748F4-6582-4DBB-B8D7-93B35ED08D77}" type="parTrans" cxnId="{191AC498-C491-41CC-A837-674B156FC6E7}">
      <dgm:prSet/>
      <dgm:spPr/>
      <dgm:t>
        <a:bodyPr/>
        <a:lstStyle/>
        <a:p>
          <a:endParaRPr lang="en-IN"/>
        </a:p>
      </dgm:t>
    </dgm:pt>
    <dgm:pt modelId="{40C7EC00-4D01-48DA-9CBB-730AF25D0052}" type="sibTrans" cxnId="{191AC498-C491-41CC-A837-674B156FC6E7}">
      <dgm:prSet/>
      <dgm:spPr/>
      <dgm:t>
        <a:bodyPr/>
        <a:lstStyle/>
        <a:p>
          <a:endParaRPr lang="en-IN"/>
        </a:p>
      </dgm:t>
    </dgm:pt>
    <dgm:pt modelId="{D1F6FD6A-4888-41F3-9294-5924F74EEB8B}">
      <dgm:prSet phldrT="[Text]" phldr="0"/>
      <dgm:spPr/>
      <dgm:t>
        <a:bodyPr/>
        <a:lstStyle/>
        <a:p>
          <a:r>
            <a:rPr lang="en-IN"/>
            <a:t>@AfterSuite</a:t>
          </a:r>
          <a:endParaRPr lang="en-IN" dirty="0"/>
        </a:p>
      </dgm:t>
    </dgm:pt>
    <dgm:pt modelId="{A8398F57-7233-4282-A124-FBB714422C55}" type="parTrans" cxnId="{9B2750AB-88F6-411A-BD57-265E971A1816}">
      <dgm:prSet/>
      <dgm:spPr/>
      <dgm:t>
        <a:bodyPr/>
        <a:lstStyle/>
        <a:p>
          <a:endParaRPr lang="en-IN"/>
        </a:p>
      </dgm:t>
    </dgm:pt>
    <dgm:pt modelId="{E96FEEF7-346D-430E-9D9A-D1D03BC62234}" type="sibTrans" cxnId="{9B2750AB-88F6-411A-BD57-265E971A1816}">
      <dgm:prSet/>
      <dgm:spPr/>
      <dgm:t>
        <a:bodyPr/>
        <a:lstStyle/>
        <a:p>
          <a:endParaRPr lang="en-IN"/>
        </a:p>
      </dgm:t>
    </dgm:pt>
    <dgm:pt modelId="{085FAFB5-8419-4A9A-B67E-1D505E70ED5B}" type="pres">
      <dgm:prSet presAssocID="{E1709692-AED9-47D0-A336-58DD94A5C1F6}" presName="Name0" presStyleCnt="0">
        <dgm:presLayoutVars>
          <dgm:dir/>
          <dgm:resizeHandles/>
        </dgm:presLayoutVars>
      </dgm:prSet>
      <dgm:spPr/>
    </dgm:pt>
    <dgm:pt modelId="{82DDA0EF-95CF-4C44-8CA2-1E9E2C47246A}" type="pres">
      <dgm:prSet presAssocID="{94CE6EB5-021F-4FF3-8C51-851804A25903}" presName="compNode" presStyleCnt="0"/>
      <dgm:spPr/>
    </dgm:pt>
    <dgm:pt modelId="{116B6861-6C9E-48BF-9F3B-9A1CB91AEBAE}" type="pres">
      <dgm:prSet presAssocID="{94CE6EB5-021F-4FF3-8C51-851804A25903}" presName="dummyConnPt" presStyleCnt="0"/>
      <dgm:spPr/>
    </dgm:pt>
    <dgm:pt modelId="{D5C4EF3A-D7AC-4C2F-8BE6-A4869E6C7753}" type="pres">
      <dgm:prSet presAssocID="{94CE6EB5-021F-4FF3-8C51-851804A25903}" presName="node" presStyleLbl="node1" presStyleIdx="0" presStyleCnt="9">
        <dgm:presLayoutVars>
          <dgm:bulletEnabled val="1"/>
        </dgm:presLayoutVars>
      </dgm:prSet>
      <dgm:spPr/>
    </dgm:pt>
    <dgm:pt modelId="{B40A9B32-6447-4BA8-BDA4-3E5E5CF0BCC4}" type="pres">
      <dgm:prSet presAssocID="{56E09A66-1C96-4A51-8911-C454AABA288E}" presName="sibTrans" presStyleLbl="bgSibTrans2D1" presStyleIdx="0" presStyleCnt="8"/>
      <dgm:spPr/>
    </dgm:pt>
    <dgm:pt modelId="{549AC879-C090-4340-8490-29A9A4A03E5A}" type="pres">
      <dgm:prSet presAssocID="{B29CD26F-4DB8-4BAB-8979-C52556255A0E}" presName="compNode" presStyleCnt="0"/>
      <dgm:spPr/>
    </dgm:pt>
    <dgm:pt modelId="{BD598305-244F-4D7E-B830-6A0D0763FBC4}" type="pres">
      <dgm:prSet presAssocID="{B29CD26F-4DB8-4BAB-8979-C52556255A0E}" presName="dummyConnPt" presStyleCnt="0"/>
      <dgm:spPr/>
    </dgm:pt>
    <dgm:pt modelId="{FC85CC08-8898-4063-B426-ED673D9E2D16}" type="pres">
      <dgm:prSet presAssocID="{B29CD26F-4DB8-4BAB-8979-C52556255A0E}" presName="node" presStyleLbl="node1" presStyleIdx="1" presStyleCnt="9">
        <dgm:presLayoutVars>
          <dgm:bulletEnabled val="1"/>
        </dgm:presLayoutVars>
      </dgm:prSet>
      <dgm:spPr/>
    </dgm:pt>
    <dgm:pt modelId="{1B96D7A7-7F44-42E8-8899-DB88C4835E95}" type="pres">
      <dgm:prSet presAssocID="{AFA045E7-368C-49F9-BCF5-3AD888875C56}" presName="sibTrans" presStyleLbl="bgSibTrans2D1" presStyleIdx="1" presStyleCnt="8"/>
      <dgm:spPr/>
    </dgm:pt>
    <dgm:pt modelId="{B1AC96F4-F214-43F6-88FB-B49D4F00A0D1}" type="pres">
      <dgm:prSet presAssocID="{420CF80C-C11E-4106-A49E-AC1C0F0C3380}" presName="compNode" presStyleCnt="0"/>
      <dgm:spPr/>
    </dgm:pt>
    <dgm:pt modelId="{CF0AB96D-DD08-4C39-BD6A-B6C78DB1D977}" type="pres">
      <dgm:prSet presAssocID="{420CF80C-C11E-4106-A49E-AC1C0F0C3380}" presName="dummyConnPt" presStyleCnt="0"/>
      <dgm:spPr/>
    </dgm:pt>
    <dgm:pt modelId="{05F82DC1-F7C2-4B77-BF8F-768A48380873}" type="pres">
      <dgm:prSet presAssocID="{420CF80C-C11E-4106-A49E-AC1C0F0C3380}" presName="node" presStyleLbl="node1" presStyleIdx="2" presStyleCnt="9">
        <dgm:presLayoutVars>
          <dgm:bulletEnabled val="1"/>
        </dgm:presLayoutVars>
      </dgm:prSet>
      <dgm:spPr/>
    </dgm:pt>
    <dgm:pt modelId="{68AD8A00-F9CB-478D-BBD8-D0B582C02B73}" type="pres">
      <dgm:prSet presAssocID="{70E45C60-234C-461D-8744-4B44DB3289FF}" presName="sibTrans" presStyleLbl="bgSibTrans2D1" presStyleIdx="2" presStyleCnt="8"/>
      <dgm:spPr/>
    </dgm:pt>
    <dgm:pt modelId="{FC6C8221-17BD-46DA-8ED6-7684C8D5720A}" type="pres">
      <dgm:prSet presAssocID="{82C49BF5-2D50-4C8A-B028-DA584E2707AB}" presName="compNode" presStyleCnt="0"/>
      <dgm:spPr/>
    </dgm:pt>
    <dgm:pt modelId="{2577F911-50E9-4496-8824-28040FF114E0}" type="pres">
      <dgm:prSet presAssocID="{82C49BF5-2D50-4C8A-B028-DA584E2707AB}" presName="dummyConnPt" presStyleCnt="0"/>
      <dgm:spPr/>
    </dgm:pt>
    <dgm:pt modelId="{0841D1EA-726A-4E5C-9E68-DFC74A5AB76A}" type="pres">
      <dgm:prSet presAssocID="{82C49BF5-2D50-4C8A-B028-DA584E2707AB}" presName="node" presStyleLbl="node1" presStyleIdx="3" presStyleCnt="9">
        <dgm:presLayoutVars>
          <dgm:bulletEnabled val="1"/>
        </dgm:presLayoutVars>
      </dgm:prSet>
      <dgm:spPr/>
    </dgm:pt>
    <dgm:pt modelId="{C745F45C-991A-4921-ACD4-63A2F3ADD6DF}" type="pres">
      <dgm:prSet presAssocID="{A35A59BE-FD0F-438E-ADB8-5C377D97B4AD}" presName="sibTrans" presStyleLbl="bgSibTrans2D1" presStyleIdx="3" presStyleCnt="8"/>
      <dgm:spPr/>
    </dgm:pt>
    <dgm:pt modelId="{29EB79D3-0FAD-42DB-B1FC-09824D7D608E}" type="pres">
      <dgm:prSet presAssocID="{02707767-53C8-459C-97CA-DBA6F4A0B35D}" presName="compNode" presStyleCnt="0"/>
      <dgm:spPr/>
    </dgm:pt>
    <dgm:pt modelId="{2FC06A32-BA6A-4C51-9A30-9A0799DF526C}" type="pres">
      <dgm:prSet presAssocID="{02707767-53C8-459C-97CA-DBA6F4A0B35D}" presName="dummyConnPt" presStyleCnt="0"/>
      <dgm:spPr/>
    </dgm:pt>
    <dgm:pt modelId="{A902C5CD-E917-4361-9D7F-42E9E095A1AB}" type="pres">
      <dgm:prSet presAssocID="{02707767-53C8-459C-97CA-DBA6F4A0B35D}" presName="node" presStyleLbl="node1" presStyleIdx="4" presStyleCnt="9">
        <dgm:presLayoutVars>
          <dgm:bulletEnabled val="1"/>
        </dgm:presLayoutVars>
      </dgm:prSet>
      <dgm:spPr/>
    </dgm:pt>
    <dgm:pt modelId="{5F07C7BF-104E-4B89-B37C-690750C8A829}" type="pres">
      <dgm:prSet presAssocID="{0CC5032C-2E2B-4D59-86D6-D11C90B58914}" presName="sibTrans" presStyleLbl="bgSibTrans2D1" presStyleIdx="4" presStyleCnt="8"/>
      <dgm:spPr/>
    </dgm:pt>
    <dgm:pt modelId="{B38B8DE5-7412-4F8F-BED9-619DC328840B}" type="pres">
      <dgm:prSet presAssocID="{BF5124E3-11B9-4C91-9A02-1166240290CC}" presName="compNode" presStyleCnt="0"/>
      <dgm:spPr/>
    </dgm:pt>
    <dgm:pt modelId="{C88CC7E1-F497-43C2-9E65-F092D5594AC4}" type="pres">
      <dgm:prSet presAssocID="{BF5124E3-11B9-4C91-9A02-1166240290CC}" presName="dummyConnPt" presStyleCnt="0"/>
      <dgm:spPr/>
    </dgm:pt>
    <dgm:pt modelId="{97F8A90E-DC2B-4DBF-9856-CA15E63CBA4C}" type="pres">
      <dgm:prSet presAssocID="{BF5124E3-11B9-4C91-9A02-1166240290CC}" presName="node" presStyleLbl="node1" presStyleIdx="5" presStyleCnt="9">
        <dgm:presLayoutVars>
          <dgm:bulletEnabled val="1"/>
        </dgm:presLayoutVars>
      </dgm:prSet>
      <dgm:spPr/>
    </dgm:pt>
    <dgm:pt modelId="{5D1D6C4A-5942-447A-AFD6-E6870B208868}" type="pres">
      <dgm:prSet presAssocID="{3187CF34-57C5-4F81-842F-DA1F3966E363}" presName="sibTrans" presStyleLbl="bgSibTrans2D1" presStyleIdx="5" presStyleCnt="8"/>
      <dgm:spPr/>
    </dgm:pt>
    <dgm:pt modelId="{96848462-41F3-4784-840E-CCE9813B2047}" type="pres">
      <dgm:prSet presAssocID="{29142D29-DBC9-4128-AE74-25CC4AA3D72C}" presName="compNode" presStyleCnt="0"/>
      <dgm:spPr/>
    </dgm:pt>
    <dgm:pt modelId="{493809A9-CF5F-47F8-AA64-8130DF573787}" type="pres">
      <dgm:prSet presAssocID="{29142D29-DBC9-4128-AE74-25CC4AA3D72C}" presName="dummyConnPt" presStyleCnt="0"/>
      <dgm:spPr/>
    </dgm:pt>
    <dgm:pt modelId="{D8C6C62B-8A13-4DC3-9998-CF6E4B2B6115}" type="pres">
      <dgm:prSet presAssocID="{29142D29-DBC9-4128-AE74-25CC4AA3D72C}" presName="node" presStyleLbl="node1" presStyleIdx="6" presStyleCnt="9">
        <dgm:presLayoutVars>
          <dgm:bulletEnabled val="1"/>
        </dgm:presLayoutVars>
      </dgm:prSet>
      <dgm:spPr/>
    </dgm:pt>
    <dgm:pt modelId="{00015AD0-72D5-4FAA-8D49-2C16C965E21E}" type="pres">
      <dgm:prSet presAssocID="{0D5BD6DE-9A63-46A4-BDB7-98288D185416}" presName="sibTrans" presStyleLbl="bgSibTrans2D1" presStyleIdx="6" presStyleCnt="8"/>
      <dgm:spPr/>
    </dgm:pt>
    <dgm:pt modelId="{CD42B012-E08C-4A73-99C6-7D6CD56D381B}" type="pres">
      <dgm:prSet presAssocID="{ADEB8A96-7F21-46AD-AA10-2EEB806703CD}" presName="compNode" presStyleCnt="0"/>
      <dgm:spPr/>
    </dgm:pt>
    <dgm:pt modelId="{6F5A504A-B33A-4598-8340-3A1799AB3946}" type="pres">
      <dgm:prSet presAssocID="{ADEB8A96-7F21-46AD-AA10-2EEB806703CD}" presName="dummyConnPt" presStyleCnt="0"/>
      <dgm:spPr/>
    </dgm:pt>
    <dgm:pt modelId="{65A3974E-5089-4BB2-A56C-93CACE92BA59}" type="pres">
      <dgm:prSet presAssocID="{ADEB8A96-7F21-46AD-AA10-2EEB806703CD}" presName="node" presStyleLbl="node1" presStyleIdx="7" presStyleCnt="9">
        <dgm:presLayoutVars>
          <dgm:bulletEnabled val="1"/>
        </dgm:presLayoutVars>
      </dgm:prSet>
      <dgm:spPr/>
    </dgm:pt>
    <dgm:pt modelId="{FE9D7120-5495-40D3-A42B-7723A7DA9950}" type="pres">
      <dgm:prSet presAssocID="{40C7EC00-4D01-48DA-9CBB-730AF25D0052}" presName="sibTrans" presStyleLbl="bgSibTrans2D1" presStyleIdx="7" presStyleCnt="8"/>
      <dgm:spPr/>
    </dgm:pt>
    <dgm:pt modelId="{CB10C5EE-9E7C-44B1-9CD3-21ABD2B50288}" type="pres">
      <dgm:prSet presAssocID="{D1F6FD6A-4888-41F3-9294-5924F74EEB8B}" presName="compNode" presStyleCnt="0"/>
      <dgm:spPr/>
    </dgm:pt>
    <dgm:pt modelId="{F99A14DC-C674-47AD-A54D-891F5D39D9E3}" type="pres">
      <dgm:prSet presAssocID="{D1F6FD6A-4888-41F3-9294-5924F74EEB8B}" presName="dummyConnPt" presStyleCnt="0"/>
      <dgm:spPr/>
    </dgm:pt>
    <dgm:pt modelId="{EC3C6A92-9B54-482F-8194-BAC01A762FD9}" type="pres">
      <dgm:prSet presAssocID="{D1F6FD6A-4888-41F3-9294-5924F74EEB8B}" presName="node" presStyleLbl="node1" presStyleIdx="8" presStyleCnt="9">
        <dgm:presLayoutVars>
          <dgm:bulletEnabled val="1"/>
        </dgm:presLayoutVars>
      </dgm:prSet>
      <dgm:spPr/>
    </dgm:pt>
  </dgm:ptLst>
  <dgm:cxnLst>
    <dgm:cxn modelId="{93297703-96F9-44A4-BBC4-F330FDF55D77}" srcId="{E1709692-AED9-47D0-A336-58DD94A5C1F6}" destId="{82C49BF5-2D50-4C8A-B028-DA584E2707AB}" srcOrd="3" destOrd="0" parTransId="{FA77629A-5631-43DD-8E59-C66E61652A44}" sibTransId="{A35A59BE-FD0F-438E-ADB8-5C377D97B4AD}"/>
    <dgm:cxn modelId="{7C3B0816-55B4-4FD8-AEB9-D1BFE40F94DB}" type="presOf" srcId="{D1F6FD6A-4888-41F3-9294-5924F74EEB8B}" destId="{EC3C6A92-9B54-482F-8194-BAC01A762FD9}" srcOrd="0" destOrd="0" presId="urn:microsoft.com/office/officeart/2005/8/layout/bProcess4"/>
    <dgm:cxn modelId="{938BC01B-FA97-45FB-BF86-BB6372B948F2}" type="presOf" srcId="{AFA045E7-368C-49F9-BCF5-3AD888875C56}" destId="{1B96D7A7-7F44-42E8-8899-DB88C4835E95}" srcOrd="0" destOrd="0" presId="urn:microsoft.com/office/officeart/2005/8/layout/bProcess4"/>
    <dgm:cxn modelId="{FCF3BA1F-D614-412D-B4F4-5F055064F623}" type="presOf" srcId="{BF5124E3-11B9-4C91-9A02-1166240290CC}" destId="{97F8A90E-DC2B-4DBF-9856-CA15E63CBA4C}" srcOrd="0" destOrd="0" presId="urn:microsoft.com/office/officeart/2005/8/layout/bProcess4"/>
    <dgm:cxn modelId="{220C372E-9F1E-45CB-9457-E0324DC10615}" type="presOf" srcId="{70E45C60-234C-461D-8744-4B44DB3289FF}" destId="{68AD8A00-F9CB-478D-BBD8-D0B582C02B73}" srcOrd="0" destOrd="0" presId="urn:microsoft.com/office/officeart/2005/8/layout/bProcess4"/>
    <dgm:cxn modelId="{4BC1EC3A-8203-49FF-8F55-60654D214A53}" type="presOf" srcId="{56E09A66-1C96-4A51-8911-C454AABA288E}" destId="{B40A9B32-6447-4BA8-BDA4-3E5E5CF0BCC4}" srcOrd="0" destOrd="0" presId="urn:microsoft.com/office/officeart/2005/8/layout/bProcess4"/>
    <dgm:cxn modelId="{5B704563-86F4-46D7-B821-8550C316445D}" type="presOf" srcId="{0D5BD6DE-9A63-46A4-BDB7-98288D185416}" destId="{00015AD0-72D5-4FAA-8D49-2C16C965E21E}" srcOrd="0" destOrd="0" presId="urn:microsoft.com/office/officeart/2005/8/layout/bProcess4"/>
    <dgm:cxn modelId="{12B7F547-32F1-409D-9B3C-DA20502A2B8A}" type="presOf" srcId="{B29CD26F-4DB8-4BAB-8979-C52556255A0E}" destId="{FC85CC08-8898-4063-B426-ED673D9E2D16}" srcOrd="0" destOrd="0" presId="urn:microsoft.com/office/officeart/2005/8/layout/bProcess4"/>
    <dgm:cxn modelId="{E0C71B6A-292C-421D-9AF0-80507029CF22}" srcId="{E1709692-AED9-47D0-A336-58DD94A5C1F6}" destId="{02707767-53C8-459C-97CA-DBA6F4A0B35D}" srcOrd="4" destOrd="0" parTransId="{A1341C27-587B-45D8-AB0D-F7E97C4B63F0}" sibTransId="{0CC5032C-2E2B-4D59-86D6-D11C90B58914}"/>
    <dgm:cxn modelId="{E010BA50-4614-4DC1-9966-05481E7A4DCF}" srcId="{E1709692-AED9-47D0-A336-58DD94A5C1F6}" destId="{B29CD26F-4DB8-4BAB-8979-C52556255A0E}" srcOrd="1" destOrd="0" parTransId="{A77480D5-B6F3-468E-AE41-0EFD0D9705F6}" sibTransId="{AFA045E7-368C-49F9-BCF5-3AD888875C56}"/>
    <dgm:cxn modelId="{D9353571-21E4-4E47-855F-C6F2E58B4020}" type="presOf" srcId="{ADEB8A96-7F21-46AD-AA10-2EEB806703CD}" destId="{65A3974E-5089-4BB2-A56C-93CACE92BA59}" srcOrd="0" destOrd="0" presId="urn:microsoft.com/office/officeart/2005/8/layout/bProcess4"/>
    <dgm:cxn modelId="{CCE72174-D792-431D-90B5-A91806B84048}" type="presOf" srcId="{3187CF34-57C5-4F81-842F-DA1F3966E363}" destId="{5D1D6C4A-5942-447A-AFD6-E6870B208868}" srcOrd="0" destOrd="0" presId="urn:microsoft.com/office/officeart/2005/8/layout/bProcess4"/>
    <dgm:cxn modelId="{707CBD7B-BD35-4FF2-B4FD-BB25490FC406}" type="presOf" srcId="{94CE6EB5-021F-4FF3-8C51-851804A25903}" destId="{D5C4EF3A-D7AC-4C2F-8BE6-A4869E6C7753}" srcOrd="0" destOrd="0" presId="urn:microsoft.com/office/officeart/2005/8/layout/bProcess4"/>
    <dgm:cxn modelId="{11A5BE80-09EB-421E-9612-FD564F2B4A78}" srcId="{E1709692-AED9-47D0-A336-58DD94A5C1F6}" destId="{29142D29-DBC9-4128-AE74-25CC4AA3D72C}" srcOrd="6" destOrd="0" parTransId="{3FB57FFC-D752-4A78-9ADE-968B6C2CA99C}" sibTransId="{0D5BD6DE-9A63-46A4-BDB7-98288D185416}"/>
    <dgm:cxn modelId="{D5FDE588-1ABE-4F89-8349-C9F79762E91E}" type="presOf" srcId="{29142D29-DBC9-4128-AE74-25CC4AA3D72C}" destId="{D8C6C62B-8A13-4DC3-9998-CF6E4B2B6115}" srcOrd="0" destOrd="0" presId="urn:microsoft.com/office/officeart/2005/8/layout/bProcess4"/>
    <dgm:cxn modelId="{B452A791-13EA-4EEE-B46A-7C9C0F65A928}" type="presOf" srcId="{A35A59BE-FD0F-438E-ADB8-5C377D97B4AD}" destId="{C745F45C-991A-4921-ACD4-63A2F3ADD6DF}" srcOrd="0" destOrd="0" presId="urn:microsoft.com/office/officeart/2005/8/layout/bProcess4"/>
    <dgm:cxn modelId="{191AC498-C491-41CC-A837-674B156FC6E7}" srcId="{E1709692-AED9-47D0-A336-58DD94A5C1F6}" destId="{ADEB8A96-7F21-46AD-AA10-2EEB806703CD}" srcOrd="7" destOrd="0" parTransId="{FE0748F4-6582-4DBB-B8D7-93B35ED08D77}" sibTransId="{40C7EC00-4D01-48DA-9CBB-730AF25D0052}"/>
    <dgm:cxn modelId="{3613D69C-78BC-4872-B741-30CB3DE2791B}" srcId="{E1709692-AED9-47D0-A336-58DD94A5C1F6}" destId="{BF5124E3-11B9-4C91-9A02-1166240290CC}" srcOrd="5" destOrd="0" parTransId="{2A0A6C87-F4DB-4F60-971B-F5BAFB629C24}" sibTransId="{3187CF34-57C5-4F81-842F-DA1F3966E363}"/>
    <dgm:cxn modelId="{9B2750AB-88F6-411A-BD57-265E971A1816}" srcId="{E1709692-AED9-47D0-A336-58DD94A5C1F6}" destId="{D1F6FD6A-4888-41F3-9294-5924F74EEB8B}" srcOrd="8" destOrd="0" parTransId="{A8398F57-7233-4282-A124-FBB714422C55}" sibTransId="{E96FEEF7-346D-430E-9D9A-D1D03BC62234}"/>
    <dgm:cxn modelId="{FA54C4AD-259A-47F4-ABD7-C06E865B35D6}" type="presOf" srcId="{40C7EC00-4D01-48DA-9CBB-730AF25D0052}" destId="{FE9D7120-5495-40D3-A42B-7723A7DA9950}" srcOrd="0" destOrd="0" presId="urn:microsoft.com/office/officeart/2005/8/layout/bProcess4"/>
    <dgm:cxn modelId="{01DE3CB1-65D4-4D47-B2B2-52CD7FEB192E}" srcId="{E1709692-AED9-47D0-A336-58DD94A5C1F6}" destId="{94CE6EB5-021F-4FF3-8C51-851804A25903}" srcOrd="0" destOrd="0" parTransId="{1B8306C7-0BD3-4FDA-AE88-BBDEF1998706}" sibTransId="{56E09A66-1C96-4A51-8911-C454AABA288E}"/>
    <dgm:cxn modelId="{FD569DB8-6355-4DBE-B2A4-C25A7D8CB5B3}" type="presOf" srcId="{82C49BF5-2D50-4C8A-B028-DA584E2707AB}" destId="{0841D1EA-726A-4E5C-9E68-DFC74A5AB76A}" srcOrd="0" destOrd="0" presId="urn:microsoft.com/office/officeart/2005/8/layout/bProcess4"/>
    <dgm:cxn modelId="{E4D4D3C5-30B3-4401-9C89-214F9EEB897D}" type="presOf" srcId="{0CC5032C-2E2B-4D59-86D6-D11C90B58914}" destId="{5F07C7BF-104E-4B89-B37C-690750C8A829}" srcOrd="0" destOrd="0" presId="urn:microsoft.com/office/officeart/2005/8/layout/bProcess4"/>
    <dgm:cxn modelId="{515DD6E0-E55D-4029-BC90-1B53E922C145}" type="presOf" srcId="{02707767-53C8-459C-97CA-DBA6F4A0B35D}" destId="{A902C5CD-E917-4361-9D7F-42E9E095A1AB}" srcOrd="0" destOrd="0" presId="urn:microsoft.com/office/officeart/2005/8/layout/bProcess4"/>
    <dgm:cxn modelId="{D3D014E4-0EE0-4CA1-A4E8-F3082CB99C9F}" type="presOf" srcId="{E1709692-AED9-47D0-A336-58DD94A5C1F6}" destId="{085FAFB5-8419-4A9A-B67E-1D505E70ED5B}" srcOrd="0" destOrd="0" presId="urn:microsoft.com/office/officeart/2005/8/layout/bProcess4"/>
    <dgm:cxn modelId="{28F55CFE-37AE-42F0-9A48-8DA5F8533982}" srcId="{E1709692-AED9-47D0-A336-58DD94A5C1F6}" destId="{420CF80C-C11E-4106-A49E-AC1C0F0C3380}" srcOrd="2" destOrd="0" parTransId="{2DA49AE2-3DC5-4E7C-BAF4-B5B43830EDE9}" sibTransId="{70E45C60-234C-461D-8744-4B44DB3289FF}"/>
    <dgm:cxn modelId="{9F54A2FF-C001-41AD-B826-9A7625352AC6}" type="presOf" srcId="{420CF80C-C11E-4106-A49E-AC1C0F0C3380}" destId="{05F82DC1-F7C2-4B77-BF8F-768A48380873}" srcOrd="0" destOrd="0" presId="urn:microsoft.com/office/officeart/2005/8/layout/bProcess4"/>
    <dgm:cxn modelId="{825B8DE4-F08E-4AD8-8656-CFD7108E0609}" type="presParOf" srcId="{085FAFB5-8419-4A9A-B67E-1D505E70ED5B}" destId="{82DDA0EF-95CF-4C44-8CA2-1E9E2C47246A}" srcOrd="0" destOrd="0" presId="urn:microsoft.com/office/officeart/2005/8/layout/bProcess4"/>
    <dgm:cxn modelId="{CA30D90F-1216-42BF-AFF4-041A818400F5}" type="presParOf" srcId="{82DDA0EF-95CF-4C44-8CA2-1E9E2C47246A}" destId="{116B6861-6C9E-48BF-9F3B-9A1CB91AEBAE}" srcOrd="0" destOrd="0" presId="urn:microsoft.com/office/officeart/2005/8/layout/bProcess4"/>
    <dgm:cxn modelId="{A702D35E-2218-4202-90A7-C568106BF875}" type="presParOf" srcId="{82DDA0EF-95CF-4C44-8CA2-1E9E2C47246A}" destId="{D5C4EF3A-D7AC-4C2F-8BE6-A4869E6C7753}" srcOrd="1" destOrd="0" presId="urn:microsoft.com/office/officeart/2005/8/layout/bProcess4"/>
    <dgm:cxn modelId="{858C95DF-1A4D-415E-9E8C-32289D6D6244}" type="presParOf" srcId="{085FAFB5-8419-4A9A-B67E-1D505E70ED5B}" destId="{B40A9B32-6447-4BA8-BDA4-3E5E5CF0BCC4}" srcOrd="1" destOrd="0" presId="urn:microsoft.com/office/officeart/2005/8/layout/bProcess4"/>
    <dgm:cxn modelId="{9116ADC1-B839-4A7F-8517-8654472BF235}" type="presParOf" srcId="{085FAFB5-8419-4A9A-B67E-1D505E70ED5B}" destId="{549AC879-C090-4340-8490-29A9A4A03E5A}" srcOrd="2" destOrd="0" presId="urn:microsoft.com/office/officeart/2005/8/layout/bProcess4"/>
    <dgm:cxn modelId="{439F2864-54FB-49EC-B4E4-C7D849023798}" type="presParOf" srcId="{549AC879-C090-4340-8490-29A9A4A03E5A}" destId="{BD598305-244F-4D7E-B830-6A0D0763FBC4}" srcOrd="0" destOrd="0" presId="urn:microsoft.com/office/officeart/2005/8/layout/bProcess4"/>
    <dgm:cxn modelId="{0D9FAECB-9D26-462A-90E7-B1F4111EFEBA}" type="presParOf" srcId="{549AC879-C090-4340-8490-29A9A4A03E5A}" destId="{FC85CC08-8898-4063-B426-ED673D9E2D16}" srcOrd="1" destOrd="0" presId="urn:microsoft.com/office/officeart/2005/8/layout/bProcess4"/>
    <dgm:cxn modelId="{4A2BAD45-5B97-42AE-A0DC-424A1ED33C31}" type="presParOf" srcId="{085FAFB5-8419-4A9A-B67E-1D505E70ED5B}" destId="{1B96D7A7-7F44-42E8-8899-DB88C4835E95}" srcOrd="3" destOrd="0" presId="urn:microsoft.com/office/officeart/2005/8/layout/bProcess4"/>
    <dgm:cxn modelId="{662EFB94-29E8-4C1C-A2F2-05BD3E578397}" type="presParOf" srcId="{085FAFB5-8419-4A9A-B67E-1D505E70ED5B}" destId="{B1AC96F4-F214-43F6-88FB-B49D4F00A0D1}" srcOrd="4" destOrd="0" presId="urn:microsoft.com/office/officeart/2005/8/layout/bProcess4"/>
    <dgm:cxn modelId="{93586460-DED1-47C3-98E3-E0D7F7B71046}" type="presParOf" srcId="{B1AC96F4-F214-43F6-88FB-B49D4F00A0D1}" destId="{CF0AB96D-DD08-4C39-BD6A-B6C78DB1D977}" srcOrd="0" destOrd="0" presId="urn:microsoft.com/office/officeart/2005/8/layout/bProcess4"/>
    <dgm:cxn modelId="{3893FEB4-716C-4502-A0DB-8FF2E5FB8703}" type="presParOf" srcId="{B1AC96F4-F214-43F6-88FB-B49D4F00A0D1}" destId="{05F82DC1-F7C2-4B77-BF8F-768A48380873}" srcOrd="1" destOrd="0" presId="urn:microsoft.com/office/officeart/2005/8/layout/bProcess4"/>
    <dgm:cxn modelId="{499AB228-9380-4773-A4B6-6A39AF4D7044}" type="presParOf" srcId="{085FAFB5-8419-4A9A-B67E-1D505E70ED5B}" destId="{68AD8A00-F9CB-478D-BBD8-D0B582C02B73}" srcOrd="5" destOrd="0" presId="urn:microsoft.com/office/officeart/2005/8/layout/bProcess4"/>
    <dgm:cxn modelId="{9D79150B-A3DA-4CCA-B711-9444CB19E15F}" type="presParOf" srcId="{085FAFB5-8419-4A9A-B67E-1D505E70ED5B}" destId="{FC6C8221-17BD-46DA-8ED6-7684C8D5720A}" srcOrd="6" destOrd="0" presId="urn:microsoft.com/office/officeart/2005/8/layout/bProcess4"/>
    <dgm:cxn modelId="{1C8B9C41-9D98-49D9-9A26-5D87AB589BDB}" type="presParOf" srcId="{FC6C8221-17BD-46DA-8ED6-7684C8D5720A}" destId="{2577F911-50E9-4496-8824-28040FF114E0}" srcOrd="0" destOrd="0" presId="urn:microsoft.com/office/officeart/2005/8/layout/bProcess4"/>
    <dgm:cxn modelId="{33DA042C-704E-461E-AEB2-8092017C52B5}" type="presParOf" srcId="{FC6C8221-17BD-46DA-8ED6-7684C8D5720A}" destId="{0841D1EA-726A-4E5C-9E68-DFC74A5AB76A}" srcOrd="1" destOrd="0" presId="urn:microsoft.com/office/officeart/2005/8/layout/bProcess4"/>
    <dgm:cxn modelId="{FAAA0401-3FDE-4562-8FB4-177032F86F70}" type="presParOf" srcId="{085FAFB5-8419-4A9A-B67E-1D505E70ED5B}" destId="{C745F45C-991A-4921-ACD4-63A2F3ADD6DF}" srcOrd="7" destOrd="0" presId="urn:microsoft.com/office/officeart/2005/8/layout/bProcess4"/>
    <dgm:cxn modelId="{E811EEDF-D4FD-4C35-ACB5-17A52951D3CC}" type="presParOf" srcId="{085FAFB5-8419-4A9A-B67E-1D505E70ED5B}" destId="{29EB79D3-0FAD-42DB-B1FC-09824D7D608E}" srcOrd="8" destOrd="0" presId="urn:microsoft.com/office/officeart/2005/8/layout/bProcess4"/>
    <dgm:cxn modelId="{B8B42B12-6CEA-4476-A51F-7D3D76D1B5AF}" type="presParOf" srcId="{29EB79D3-0FAD-42DB-B1FC-09824D7D608E}" destId="{2FC06A32-BA6A-4C51-9A30-9A0799DF526C}" srcOrd="0" destOrd="0" presId="urn:microsoft.com/office/officeart/2005/8/layout/bProcess4"/>
    <dgm:cxn modelId="{D6405641-7EA3-41E5-A384-E4821592F615}" type="presParOf" srcId="{29EB79D3-0FAD-42DB-B1FC-09824D7D608E}" destId="{A902C5CD-E917-4361-9D7F-42E9E095A1AB}" srcOrd="1" destOrd="0" presId="urn:microsoft.com/office/officeart/2005/8/layout/bProcess4"/>
    <dgm:cxn modelId="{A48D54BB-8E4C-42AD-8BF9-306803D367FC}" type="presParOf" srcId="{085FAFB5-8419-4A9A-B67E-1D505E70ED5B}" destId="{5F07C7BF-104E-4B89-B37C-690750C8A829}" srcOrd="9" destOrd="0" presId="urn:microsoft.com/office/officeart/2005/8/layout/bProcess4"/>
    <dgm:cxn modelId="{A3871127-693F-4F83-AED2-B19924C0C526}" type="presParOf" srcId="{085FAFB5-8419-4A9A-B67E-1D505E70ED5B}" destId="{B38B8DE5-7412-4F8F-BED9-619DC328840B}" srcOrd="10" destOrd="0" presId="urn:microsoft.com/office/officeart/2005/8/layout/bProcess4"/>
    <dgm:cxn modelId="{8132A554-7B53-46DC-B1DA-8003543BE3B2}" type="presParOf" srcId="{B38B8DE5-7412-4F8F-BED9-619DC328840B}" destId="{C88CC7E1-F497-43C2-9E65-F092D5594AC4}" srcOrd="0" destOrd="0" presId="urn:microsoft.com/office/officeart/2005/8/layout/bProcess4"/>
    <dgm:cxn modelId="{33D2E22E-3A9C-47E3-8880-B28A9D7266E5}" type="presParOf" srcId="{B38B8DE5-7412-4F8F-BED9-619DC328840B}" destId="{97F8A90E-DC2B-4DBF-9856-CA15E63CBA4C}" srcOrd="1" destOrd="0" presId="urn:microsoft.com/office/officeart/2005/8/layout/bProcess4"/>
    <dgm:cxn modelId="{7C13D0F0-199E-4128-93CE-DCEBD9F1788E}" type="presParOf" srcId="{085FAFB5-8419-4A9A-B67E-1D505E70ED5B}" destId="{5D1D6C4A-5942-447A-AFD6-E6870B208868}" srcOrd="11" destOrd="0" presId="urn:microsoft.com/office/officeart/2005/8/layout/bProcess4"/>
    <dgm:cxn modelId="{172A7B1D-786F-46C1-8DD3-A9FE7B81A4AB}" type="presParOf" srcId="{085FAFB5-8419-4A9A-B67E-1D505E70ED5B}" destId="{96848462-41F3-4784-840E-CCE9813B2047}" srcOrd="12" destOrd="0" presId="urn:microsoft.com/office/officeart/2005/8/layout/bProcess4"/>
    <dgm:cxn modelId="{5CE1D4F9-2E84-4FCB-98FF-FC6E38F20940}" type="presParOf" srcId="{96848462-41F3-4784-840E-CCE9813B2047}" destId="{493809A9-CF5F-47F8-AA64-8130DF573787}" srcOrd="0" destOrd="0" presId="urn:microsoft.com/office/officeart/2005/8/layout/bProcess4"/>
    <dgm:cxn modelId="{E1990304-D967-45C3-A80A-E1B0544E287E}" type="presParOf" srcId="{96848462-41F3-4784-840E-CCE9813B2047}" destId="{D8C6C62B-8A13-4DC3-9998-CF6E4B2B6115}" srcOrd="1" destOrd="0" presId="urn:microsoft.com/office/officeart/2005/8/layout/bProcess4"/>
    <dgm:cxn modelId="{78A6A32B-053D-480F-A402-B82BFBECC339}" type="presParOf" srcId="{085FAFB5-8419-4A9A-B67E-1D505E70ED5B}" destId="{00015AD0-72D5-4FAA-8D49-2C16C965E21E}" srcOrd="13" destOrd="0" presId="urn:microsoft.com/office/officeart/2005/8/layout/bProcess4"/>
    <dgm:cxn modelId="{70C4ACF2-B8FE-4863-9566-641F85A10E21}" type="presParOf" srcId="{085FAFB5-8419-4A9A-B67E-1D505E70ED5B}" destId="{CD42B012-E08C-4A73-99C6-7D6CD56D381B}" srcOrd="14" destOrd="0" presId="urn:microsoft.com/office/officeart/2005/8/layout/bProcess4"/>
    <dgm:cxn modelId="{8B58B6E4-0C96-4216-B3CC-CEC0AFC76C8B}" type="presParOf" srcId="{CD42B012-E08C-4A73-99C6-7D6CD56D381B}" destId="{6F5A504A-B33A-4598-8340-3A1799AB3946}" srcOrd="0" destOrd="0" presId="urn:microsoft.com/office/officeart/2005/8/layout/bProcess4"/>
    <dgm:cxn modelId="{C87EECBB-D1EC-4A00-B40F-83378649B49E}" type="presParOf" srcId="{CD42B012-E08C-4A73-99C6-7D6CD56D381B}" destId="{65A3974E-5089-4BB2-A56C-93CACE92BA59}" srcOrd="1" destOrd="0" presId="urn:microsoft.com/office/officeart/2005/8/layout/bProcess4"/>
    <dgm:cxn modelId="{6E68EDAC-D6B5-49DF-9E2A-BC97DB3FEAFC}" type="presParOf" srcId="{085FAFB5-8419-4A9A-B67E-1D505E70ED5B}" destId="{FE9D7120-5495-40D3-A42B-7723A7DA9950}" srcOrd="15" destOrd="0" presId="urn:microsoft.com/office/officeart/2005/8/layout/bProcess4"/>
    <dgm:cxn modelId="{C3D9FFFE-C445-4F68-BF5B-1C5A0DDF77CE}" type="presParOf" srcId="{085FAFB5-8419-4A9A-B67E-1D505E70ED5B}" destId="{CB10C5EE-9E7C-44B1-9CD3-21ABD2B50288}" srcOrd="16" destOrd="0" presId="urn:microsoft.com/office/officeart/2005/8/layout/bProcess4"/>
    <dgm:cxn modelId="{72E8BBEE-D080-47AB-85E8-355AAC074F41}" type="presParOf" srcId="{CB10C5EE-9E7C-44B1-9CD3-21ABD2B50288}" destId="{F99A14DC-C674-47AD-A54D-891F5D39D9E3}" srcOrd="0" destOrd="0" presId="urn:microsoft.com/office/officeart/2005/8/layout/bProcess4"/>
    <dgm:cxn modelId="{20DDFA0E-06F8-47A5-96A4-762AC56A5448}" type="presParOf" srcId="{CB10C5EE-9E7C-44B1-9CD3-21ABD2B50288}" destId="{EC3C6A92-9B54-482F-8194-BAC01A762FD9}"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66BBEE-7F67-4E6F-A56A-94C435C76A0E}">
      <dsp:nvSpPr>
        <dsp:cNvPr id="0" name=""/>
        <dsp:cNvSpPr/>
      </dsp:nvSpPr>
      <dsp:spPr>
        <a:xfrm>
          <a:off x="0" y="0"/>
          <a:ext cx="5298895" cy="5298895"/>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7340E5E1-75B9-4AC7-BC8E-760EBCEC593A}">
      <dsp:nvSpPr>
        <dsp:cNvPr id="0" name=""/>
        <dsp:cNvSpPr/>
      </dsp:nvSpPr>
      <dsp:spPr>
        <a:xfrm>
          <a:off x="2649447" y="0"/>
          <a:ext cx="6396344" cy="529889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21920" numCol="1" spcCol="1270" anchor="ctr" anchorCtr="0">
          <a:noAutofit/>
        </a:bodyPr>
        <a:lstStyle/>
        <a:p>
          <a:pPr marL="0" lvl="0" indent="0" algn="l" defTabSz="1422400">
            <a:lnSpc>
              <a:spcPct val="90000"/>
            </a:lnSpc>
            <a:spcBef>
              <a:spcPct val="0"/>
            </a:spcBef>
            <a:spcAft>
              <a:spcPct val="35000"/>
            </a:spcAft>
            <a:buNone/>
          </a:pPr>
          <a:r>
            <a:rPr lang="en-IN" sz="3200" kern="1200" dirty="0"/>
            <a:t>TestNG Foundation</a:t>
          </a:r>
        </a:p>
      </dsp:txBody>
      <dsp:txXfrm>
        <a:off x="2649447" y="0"/>
        <a:ext cx="6396344" cy="1126015"/>
      </dsp:txXfrm>
    </dsp:sp>
    <dsp:sp modelId="{1C92F080-F11E-41B4-9205-54B0EF12DEC9}">
      <dsp:nvSpPr>
        <dsp:cNvPr id="0" name=""/>
        <dsp:cNvSpPr/>
      </dsp:nvSpPr>
      <dsp:spPr>
        <a:xfrm>
          <a:off x="695480" y="1126015"/>
          <a:ext cx="3907935" cy="3907935"/>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87E5B63-305F-4FCD-81E2-4C74958D6A27}">
      <dsp:nvSpPr>
        <dsp:cNvPr id="0" name=""/>
        <dsp:cNvSpPr/>
      </dsp:nvSpPr>
      <dsp:spPr>
        <a:xfrm>
          <a:off x="2649447" y="1126015"/>
          <a:ext cx="6396344" cy="390793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dirty="0"/>
            <a:t>Installation &amp; Configuration</a:t>
          </a:r>
        </a:p>
      </dsp:txBody>
      <dsp:txXfrm>
        <a:off x="2649447" y="1126015"/>
        <a:ext cx="6396344" cy="1126015"/>
      </dsp:txXfrm>
    </dsp:sp>
    <dsp:sp modelId="{78F08F96-F342-40B9-97BB-A45CB8663AC7}">
      <dsp:nvSpPr>
        <dsp:cNvPr id="0" name=""/>
        <dsp:cNvSpPr/>
      </dsp:nvSpPr>
      <dsp:spPr>
        <a:xfrm>
          <a:off x="1390960" y="2252030"/>
          <a:ext cx="2516975" cy="2516975"/>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C3FE768-A7A6-4622-8658-F4C9B6760D50}">
      <dsp:nvSpPr>
        <dsp:cNvPr id="0" name=""/>
        <dsp:cNvSpPr/>
      </dsp:nvSpPr>
      <dsp:spPr>
        <a:xfrm>
          <a:off x="2649447" y="2252030"/>
          <a:ext cx="6396344" cy="251697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dirty="0"/>
            <a:t>Writing Tests in TestNG</a:t>
          </a:r>
        </a:p>
      </dsp:txBody>
      <dsp:txXfrm>
        <a:off x="2649447" y="2252030"/>
        <a:ext cx="6396344" cy="1126015"/>
      </dsp:txXfrm>
    </dsp:sp>
    <dsp:sp modelId="{AEAB344D-25BA-4B95-8AFF-F09D76E1B4CF}">
      <dsp:nvSpPr>
        <dsp:cNvPr id="0" name=""/>
        <dsp:cNvSpPr/>
      </dsp:nvSpPr>
      <dsp:spPr>
        <a:xfrm>
          <a:off x="2086440" y="3378046"/>
          <a:ext cx="1126015" cy="1126015"/>
        </a:xfrm>
        <a:prstGeom prst="pie">
          <a:avLst>
            <a:gd name="adj1" fmla="val 5400000"/>
            <a:gd name="adj2" fmla="val 16200000"/>
          </a:avLst>
        </a:prstGeom>
        <a:gradFill rotWithShape="0">
          <a:gsLst>
            <a:gs pos="0">
              <a:schemeClr val="accent1">
                <a:hueOff val="0"/>
                <a:satOff val="0"/>
                <a:lumOff val="0"/>
                <a:alphaOff val="0"/>
                <a:tint val="94000"/>
                <a:satMod val="103000"/>
                <a:lumMod val="102000"/>
              </a:schemeClr>
            </a:gs>
            <a:gs pos="50000">
              <a:schemeClr val="accent1">
                <a:hueOff val="0"/>
                <a:satOff val="0"/>
                <a:lumOff val="0"/>
                <a:alphaOff val="0"/>
                <a:shade val="100000"/>
                <a:satMod val="110000"/>
                <a:lumMod val="100000"/>
              </a:schemeClr>
            </a:gs>
            <a:gs pos="100000">
              <a:schemeClr val="accent1">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5902331B-645C-47C5-84D3-533A699FBDCC}">
      <dsp:nvSpPr>
        <dsp:cNvPr id="0" name=""/>
        <dsp:cNvSpPr/>
      </dsp:nvSpPr>
      <dsp:spPr>
        <a:xfrm>
          <a:off x="2649447" y="3378046"/>
          <a:ext cx="6396344" cy="112601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2">
          <a:scrgbClr r="0" g="0" b="0"/>
        </a:effectRef>
        <a:fontRef idx="minor"/>
      </dsp:style>
      <dsp:txBody>
        <a:bodyPr spcFirstLastPara="0" vert="horz" wrap="square" lIns="121920" tIns="180000" rIns="121920" bIns="180000" numCol="1" spcCol="1270" anchor="ctr" anchorCtr="0">
          <a:noAutofit/>
        </a:bodyPr>
        <a:lstStyle/>
        <a:p>
          <a:pPr marL="0" lvl="0" indent="0" algn="l" defTabSz="1422400">
            <a:lnSpc>
              <a:spcPct val="90000"/>
            </a:lnSpc>
            <a:spcBef>
              <a:spcPct val="0"/>
            </a:spcBef>
            <a:spcAft>
              <a:spcPct val="35000"/>
            </a:spcAft>
            <a:buNone/>
          </a:pPr>
          <a:r>
            <a:rPr lang="en-IN" sz="3200" kern="1200" dirty="0"/>
            <a:t>Test Execution Flow</a:t>
          </a:r>
        </a:p>
      </dsp:txBody>
      <dsp:txXfrm>
        <a:off x="2649447" y="3378046"/>
        <a:ext cx="6396344" cy="11260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0A9B32-6447-4BA8-BDA4-3E5E5CF0BCC4}">
      <dsp:nvSpPr>
        <dsp:cNvPr id="0" name=""/>
        <dsp:cNvSpPr/>
      </dsp:nvSpPr>
      <dsp:spPr>
        <a:xfrm rot="5400000">
          <a:off x="-395670" y="1246085"/>
          <a:ext cx="1746510" cy="210760"/>
        </a:xfrm>
        <a:prstGeom prst="rect">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5C4EF3A-D7AC-4C2F-8BE6-A4869E6C7753}">
      <dsp:nvSpPr>
        <dsp:cNvPr id="0" name=""/>
        <dsp:cNvSpPr/>
      </dsp:nvSpPr>
      <dsp:spPr>
        <a:xfrm>
          <a:off x="4314" y="128825"/>
          <a:ext cx="2341782" cy="1405069"/>
        </a:xfrm>
        <a:prstGeom prst="roundRect">
          <a:avLst>
            <a:gd name="adj" fmla="val 10000"/>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kern="1200" dirty="0"/>
            <a:t>@BeforeSuite</a:t>
          </a:r>
        </a:p>
      </dsp:txBody>
      <dsp:txXfrm>
        <a:off x="45467" y="169978"/>
        <a:ext cx="2259476" cy="1322763"/>
      </dsp:txXfrm>
    </dsp:sp>
    <dsp:sp modelId="{1B96D7A7-7F44-42E8-8899-DB88C4835E95}">
      <dsp:nvSpPr>
        <dsp:cNvPr id="0" name=""/>
        <dsp:cNvSpPr/>
      </dsp:nvSpPr>
      <dsp:spPr>
        <a:xfrm rot="5400000">
          <a:off x="-395670" y="3002422"/>
          <a:ext cx="1746510" cy="210760"/>
        </a:xfrm>
        <a:prstGeom prst="rect">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C85CC08-8898-4063-B426-ED673D9E2D16}">
      <dsp:nvSpPr>
        <dsp:cNvPr id="0" name=""/>
        <dsp:cNvSpPr/>
      </dsp:nvSpPr>
      <dsp:spPr>
        <a:xfrm>
          <a:off x="4314" y="1885162"/>
          <a:ext cx="2341782" cy="1405069"/>
        </a:xfrm>
        <a:prstGeom prst="roundRect">
          <a:avLst>
            <a:gd name="adj" fmla="val 10000"/>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kern="1200" dirty="0"/>
            <a:t>@BeforeTest</a:t>
          </a:r>
        </a:p>
      </dsp:txBody>
      <dsp:txXfrm>
        <a:off x="45467" y="1926315"/>
        <a:ext cx="2259476" cy="1322763"/>
      </dsp:txXfrm>
    </dsp:sp>
    <dsp:sp modelId="{68AD8A00-F9CB-478D-BBD8-D0B582C02B73}">
      <dsp:nvSpPr>
        <dsp:cNvPr id="0" name=""/>
        <dsp:cNvSpPr/>
      </dsp:nvSpPr>
      <dsp:spPr>
        <a:xfrm>
          <a:off x="482497" y="3880591"/>
          <a:ext cx="3104744" cy="210760"/>
        </a:xfrm>
        <a:prstGeom prst="rect">
          <a:avLst/>
        </a:prstGeom>
        <a:gradFill rotWithShape="0">
          <a:gsLst>
            <a:gs pos="0">
              <a:schemeClr val="accent4">
                <a:hueOff val="0"/>
                <a:satOff val="0"/>
                <a:lumOff val="0"/>
                <a:alphaOff val="0"/>
                <a:tint val="94000"/>
                <a:satMod val="103000"/>
                <a:lumMod val="102000"/>
              </a:schemeClr>
            </a:gs>
            <a:gs pos="50000">
              <a:schemeClr val="accent4">
                <a:hueOff val="0"/>
                <a:satOff val="0"/>
                <a:lumOff val="0"/>
                <a:alphaOff val="0"/>
                <a:shade val="100000"/>
                <a:satMod val="110000"/>
                <a:lumMod val="100000"/>
              </a:schemeClr>
            </a:gs>
            <a:gs pos="100000">
              <a:schemeClr val="accent4">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5F82DC1-F7C2-4B77-BF8F-768A48380873}">
      <dsp:nvSpPr>
        <dsp:cNvPr id="0" name=""/>
        <dsp:cNvSpPr/>
      </dsp:nvSpPr>
      <dsp:spPr>
        <a:xfrm>
          <a:off x="4314" y="3641499"/>
          <a:ext cx="2341782" cy="1405069"/>
        </a:xfrm>
        <a:prstGeom prst="roundRect">
          <a:avLst>
            <a:gd name="adj" fmla="val 10000"/>
          </a:avLst>
        </a:prstGeom>
        <a:gradFill rotWithShape="0">
          <a:gsLst>
            <a:gs pos="0">
              <a:schemeClr val="accent4">
                <a:hueOff val="0"/>
                <a:satOff val="0"/>
                <a:lumOff val="0"/>
                <a:alphaOff val="0"/>
                <a:tint val="94000"/>
                <a:satMod val="103000"/>
                <a:lumMod val="102000"/>
              </a:schemeClr>
            </a:gs>
            <a:gs pos="50000">
              <a:schemeClr val="accent4">
                <a:hueOff val="0"/>
                <a:satOff val="0"/>
                <a:lumOff val="0"/>
                <a:alphaOff val="0"/>
                <a:shade val="100000"/>
                <a:satMod val="110000"/>
                <a:lumMod val="100000"/>
              </a:schemeClr>
            </a:gs>
            <a:gs pos="100000">
              <a:schemeClr val="accent4">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kern="1200"/>
            <a:t>@BeforeClass</a:t>
          </a:r>
          <a:endParaRPr lang="en-IN" sz="2300" kern="1200" dirty="0"/>
        </a:p>
      </dsp:txBody>
      <dsp:txXfrm>
        <a:off x="45467" y="3682652"/>
        <a:ext cx="2259476" cy="1322763"/>
      </dsp:txXfrm>
    </dsp:sp>
    <dsp:sp modelId="{C745F45C-991A-4921-ACD4-63A2F3ADD6DF}">
      <dsp:nvSpPr>
        <dsp:cNvPr id="0" name=""/>
        <dsp:cNvSpPr/>
      </dsp:nvSpPr>
      <dsp:spPr>
        <a:xfrm rot="16200000">
          <a:off x="2718900" y="3002422"/>
          <a:ext cx="1746510" cy="210760"/>
        </a:xfrm>
        <a:prstGeom prst="rect">
          <a:avLst/>
        </a:prstGeom>
        <a:gradFill rotWithShape="0">
          <a:gsLst>
            <a:gs pos="0">
              <a:schemeClr val="accent5">
                <a:hueOff val="0"/>
                <a:satOff val="0"/>
                <a:lumOff val="0"/>
                <a:alphaOff val="0"/>
                <a:tint val="94000"/>
                <a:satMod val="103000"/>
                <a:lumMod val="102000"/>
              </a:schemeClr>
            </a:gs>
            <a:gs pos="50000">
              <a:schemeClr val="accent5">
                <a:hueOff val="0"/>
                <a:satOff val="0"/>
                <a:lumOff val="0"/>
                <a:alphaOff val="0"/>
                <a:shade val="100000"/>
                <a:satMod val="110000"/>
                <a:lumMod val="100000"/>
              </a:schemeClr>
            </a:gs>
            <a:gs pos="100000">
              <a:schemeClr val="accent5">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841D1EA-726A-4E5C-9E68-DFC74A5AB76A}">
      <dsp:nvSpPr>
        <dsp:cNvPr id="0" name=""/>
        <dsp:cNvSpPr/>
      </dsp:nvSpPr>
      <dsp:spPr>
        <a:xfrm>
          <a:off x="3118886" y="3641499"/>
          <a:ext cx="2341782" cy="1405069"/>
        </a:xfrm>
        <a:prstGeom prst="roundRect">
          <a:avLst>
            <a:gd name="adj" fmla="val 10000"/>
          </a:avLst>
        </a:prstGeom>
        <a:gradFill rotWithShape="0">
          <a:gsLst>
            <a:gs pos="0">
              <a:schemeClr val="accent5">
                <a:hueOff val="0"/>
                <a:satOff val="0"/>
                <a:lumOff val="0"/>
                <a:alphaOff val="0"/>
                <a:tint val="94000"/>
                <a:satMod val="103000"/>
                <a:lumMod val="102000"/>
              </a:schemeClr>
            </a:gs>
            <a:gs pos="50000">
              <a:schemeClr val="accent5">
                <a:hueOff val="0"/>
                <a:satOff val="0"/>
                <a:lumOff val="0"/>
                <a:alphaOff val="0"/>
                <a:shade val="100000"/>
                <a:satMod val="110000"/>
                <a:lumMod val="100000"/>
              </a:schemeClr>
            </a:gs>
            <a:gs pos="100000">
              <a:schemeClr val="accent5">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kern="1200" dirty="0"/>
            <a:t>@BeforeMethod</a:t>
          </a:r>
        </a:p>
      </dsp:txBody>
      <dsp:txXfrm>
        <a:off x="3160039" y="3682652"/>
        <a:ext cx="2259476" cy="1322763"/>
      </dsp:txXfrm>
    </dsp:sp>
    <dsp:sp modelId="{5F07C7BF-104E-4B89-B37C-690750C8A829}">
      <dsp:nvSpPr>
        <dsp:cNvPr id="0" name=""/>
        <dsp:cNvSpPr/>
      </dsp:nvSpPr>
      <dsp:spPr>
        <a:xfrm rot="16200000">
          <a:off x="2718900" y="1246085"/>
          <a:ext cx="1746510" cy="210760"/>
        </a:xfrm>
        <a:prstGeom prst="rect">
          <a:avLst/>
        </a:prstGeom>
        <a:gradFill rotWithShape="0">
          <a:gsLst>
            <a:gs pos="0">
              <a:schemeClr val="accent6">
                <a:hueOff val="0"/>
                <a:satOff val="0"/>
                <a:lumOff val="0"/>
                <a:alphaOff val="0"/>
                <a:tint val="94000"/>
                <a:satMod val="103000"/>
                <a:lumMod val="102000"/>
              </a:schemeClr>
            </a:gs>
            <a:gs pos="50000">
              <a:schemeClr val="accent6">
                <a:hueOff val="0"/>
                <a:satOff val="0"/>
                <a:lumOff val="0"/>
                <a:alphaOff val="0"/>
                <a:shade val="100000"/>
                <a:satMod val="110000"/>
                <a:lumMod val="100000"/>
              </a:schemeClr>
            </a:gs>
            <a:gs pos="100000">
              <a:schemeClr val="accent6">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A902C5CD-E917-4361-9D7F-42E9E095A1AB}">
      <dsp:nvSpPr>
        <dsp:cNvPr id="0" name=""/>
        <dsp:cNvSpPr/>
      </dsp:nvSpPr>
      <dsp:spPr>
        <a:xfrm>
          <a:off x="3118886" y="1885162"/>
          <a:ext cx="2341782" cy="1405069"/>
        </a:xfrm>
        <a:prstGeom prst="roundRect">
          <a:avLst>
            <a:gd name="adj" fmla="val 10000"/>
          </a:avLst>
        </a:prstGeom>
        <a:gradFill rotWithShape="0">
          <a:gsLst>
            <a:gs pos="0">
              <a:schemeClr val="accent6">
                <a:hueOff val="0"/>
                <a:satOff val="0"/>
                <a:lumOff val="0"/>
                <a:alphaOff val="0"/>
                <a:tint val="94000"/>
                <a:satMod val="103000"/>
                <a:lumMod val="102000"/>
              </a:schemeClr>
            </a:gs>
            <a:gs pos="50000">
              <a:schemeClr val="accent6">
                <a:hueOff val="0"/>
                <a:satOff val="0"/>
                <a:lumOff val="0"/>
                <a:alphaOff val="0"/>
                <a:shade val="100000"/>
                <a:satMod val="110000"/>
                <a:lumMod val="100000"/>
              </a:schemeClr>
            </a:gs>
            <a:gs pos="100000">
              <a:schemeClr val="accent6">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kern="1200" dirty="0"/>
            <a:t>@Test</a:t>
          </a:r>
        </a:p>
      </dsp:txBody>
      <dsp:txXfrm>
        <a:off x="3160039" y="1926315"/>
        <a:ext cx="2259476" cy="1322763"/>
      </dsp:txXfrm>
    </dsp:sp>
    <dsp:sp modelId="{5D1D6C4A-5942-447A-AFD6-E6870B208868}">
      <dsp:nvSpPr>
        <dsp:cNvPr id="0" name=""/>
        <dsp:cNvSpPr/>
      </dsp:nvSpPr>
      <dsp:spPr>
        <a:xfrm>
          <a:off x="3597068" y="367916"/>
          <a:ext cx="3104744" cy="210760"/>
        </a:xfrm>
        <a:prstGeom prst="rect">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7F8A90E-DC2B-4DBF-9856-CA15E63CBA4C}">
      <dsp:nvSpPr>
        <dsp:cNvPr id="0" name=""/>
        <dsp:cNvSpPr/>
      </dsp:nvSpPr>
      <dsp:spPr>
        <a:xfrm>
          <a:off x="3118886" y="128825"/>
          <a:ext cx="2341782" cy="1405069"/>
        </a:xfrm>
        <a:prstGeom prst="roundRect">
          <a:avLst>
            <a:gd name="adj" fmla="val 10000"/>
          </a:avLst>
        </a:prstGeom>
        <a:gradFill rotWithShape="0">
          <a:gsLst>
            <a:gs pos="0">
              <a:schemeClr val="accent2">
                <a:hueOff val="0"/>
                <a:satOff val="0"/>
                <a:lumOff val="0"/>
                <a:alphaOff val="0"/>
                <a:tint val="94000"/>
                <a:satMod val="103000"/>
                <a:lumMod val="102000"/>
              </a:schemeClr>
            </a:gs>
            <a:gs pos="50000">
              <a:schemeClr val="accent2">
                <a:hueOff val="0"/>
                <a:satOff val="0"/>
                <a:lumOff val="0"/>
                <a:alphaOff val="0"/>
                <a:shade val="100000"/>
                <a:satMod val="110000"/>
                <a:lumMod val="100000"/>
              </a:schemeClr>
            </a:gs>
            <a:gs pos="100000">
              <a:schemeClr val="accent2">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kern="1200" dirty="0"/>
            <a:t>@AfterMethod</a:t>
          </a:r>
        </a:p>
      </dsp:txBody>
      <dsp:txXfrm>
        <a:off x="3160039" y="169978"/>
        <a:ext cx="2259476" cy="1322763"/>
      </dsp:txXfrm>
    </dsp:sp>
    <dsp:sp modelId="{00015AD0-72D5-4FAA-8D49-2C16C965E21E}">
      <dsp:nvSpPr>
        <dsp:cNvPr id="0" name=""/>
        <dsp:cNvSpPr/>
      </dsp:nvSpPr>
      <dsp:spPr>
        <a:xfrm rot="5400000">
          <a:off x="5833471" y="1246085"/>
          <a:ext cx="1746510" cy="210760"/>
        </a:xfrm>
        <a:prstGeom prst="rect">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D8C6C62B-8A13-4DC3-9998-CF6E4B2B6115}">
      <dsp:nvSpPr>
        <dsp:cNvPr id="0" name=""/>
        <dsp:cNvSpPr/>
      </dsp:nvSpPr>
      <dsp:spPr>
        <a:xfrm>
          <a:off x="6233457" y="128825"/>
          <a:ext cx="2341782" cy="1405069"/>
        </a:xfrm>
        <a:prstGeom prst="roundRect">
          <a:avLst>
            <a:gd name="adj" fmla="val 10000"/>
          </a:avLst>
        </a:prstGeom>
        <a:gradFill rotWithShape="0">
          <a:gsLst>
            <a:gs pos="0">
              <a:schemeClr val="accent3">
                <a:hueOff val="0"/>
                <a:satOff val="0"/>
                <a:lumOff val="0"/>
                <a:alphaOff val="0"/>
                <a:tint val="94000"/>
                <a:satMod val="103000"/>
                <a:lumMod val="102000"/>
              </a:schemeClr>
            </a:gs>
            <a:gs pos="50000">
              <a:schemeClr val="accent3">
                <a:hueOff val="0"/>
                <a:satOff val="0"/>
                <a:lumOff val="0"/>
                <a:alphaOff val="0"/>
                <a:shade val="100000"/>
                <a:satMod val="110000"/>
                <a:lumMod val="100000"/>
              </a:schemeClr>
            </a:gs>
            <a:gs pos="100000">
              <a:schemeClr val="accent3">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kern="1200" dirty="0"/>
            <a:t>@AfterClass</a:t>
          </a:r>
        </a:p>
      </dsp:txBody>
      <dsp:txXfrm>
        <a:off x="6274610" y="169978"/>
        <a:ext cx="2259476" cy="1322763"/>
      </dsp:txXfrm>
    </dsp:sp>
    <dsp:sp modelId="{FE9D7120-5495-40D3-A42B-7723A7DA9950}">
      <dsp:nvSpPr>
        <dsp:cNvPr id="0" name=""/>
        <dsp:cNvSpPr/>
      </dsp:nvSpPr>
      <dsp:spPr>
        <a:xfrm rot="5400000">
          <a:off x="5833471" y="3002422"/>
          <a:ext cx="1746510" cy="210760"/>
        </a:xfrm>
        <a:prstGeom prst="rect">
          <a:avLst/>
        </a:prstGeom>
        <a:gradFill rotWithShape="0">
          <a:gsLst>
            <a:gs pos="0">
              <a:schemeClr val="accent4">
                <a:hueOff val="0"/>
                <a:satOff val="0"/>
                <a:lumOff val="0"/>
                <a:alphaOff val="0"/>
                <a:tint val="94000"/>
                <a:satMod val="103000"/>
                <a:lumMod val="102000"/>
              </a:schemeClr>
            </a:gs>
            <a:gs pos="50000">
              <a:schemeClr val="accent4">
                <a:hueOff val="0"/>
                <a:satOff val="0"/>
                <a:lumOff val="0"/>
                <a:alphaOff val="0"/>
                <a:shade val="100000"/>
                <a:satMod val="110000"/>
                <a:lumMod val="100000"/>
              </a:schemeClr>
            </a:gs>
            <a:gs pos="100000">
              <a:schemeClr val="accent4">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65A3974E-5089-4BB2-A56C-93CACE92BA59}">
      <dsp:nvSpPr>
        <dsp:cNvPr id="0" name=""/>
        <dsp:cNvSpPr/>
      </dsp:nvSpPr>
      <dsp:spPr>
        <a:xfrm>
          <a:off x="6233457" y="1885162"/>
          <a:ext cx="2341782" cy="1405069"/>
        </a:xfrm>
        <a:prstGeom prst="roundRect">
          <a:avLst>
            <a:gd name="adj" fmla="val 10000"/>
          </a:avLst>
        </a:prstGeom>
        <a:gradFill rotWithShape="0">
          <a:gsLst>
            <a:gs pos="0">
              <a:schemeClr val="accent4">
                <a:hueOff val="0"/>
                <a:satOff val="0"/>
                <a:lumOff val="0"/>
                <a:alphaOff val="0"/>
                <a:tint val="94000"/>
                <a:satMod val="103000"/>
                <a:lumMod val="102000"/>
              </a:schemeClr>
            </a:gs>
            <a:gs pos="50000">
              <a:schemeClr val="accent4">
                <a:hueOff val="0"/>
                <a:satOff val="0"/>
                <a:lumOff val="0"/>
                <a:alphaOff val="0"/>
                <a:shade val="100000"/>
                <a:satMod val="110000"/>
                <a:lumMod val="100000"/>
              </a:schemeClr>
            </a:gs>
            <a:gs pos="100000">
              <a:schemeClr val="accent4">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kern="1200"/>
            <a:t>@AfterTest</a:t>
          </a:r>
          <a:endParaRPr lang="en-IN" sz="2300" kern="1200" dirty="0"/>
        </a:p>
      </dsp:txBody>
      <dsp:txXfrm>
        <a:off x="6274610" y="1926315"/>
        <a:ext cx="2259476" cy="1322763"/>
      </dsp:txXfrm>
    </dsp:sp>
    <dsp:sp modelId="{EC3C6A92-9B54-482F-8194-BAC01A762FD9}">
      <dsp:nvSpPr>
        <dsp:cNvPr id="0" name=""/>
        <dsp:cNvSpPr/>
      </dsp:nvSpPr>
      <dsp:spPr>
        <a:xfrm>
          <a:off x="6233457" y="3641499"/>
          <a:ext cx="2341782" cy="1405069"/>
        </a:xfrm>
        <a:prstGeom prst="roundRect">
          <a:avLst>
            <a:gd name="adj" fmla="val 10000"/>
          </a:avLst>
        </a:prstGeom>
        <a:gradFill rotWithShape="0">
          <a:gsLst>
            <a:gs pos="0">
              <a:schemeClr val="accent5">
                <a:hueOff val="0"/>
                <a:satOff val="0"/>
                <a:lumOff val="0"/>
                <a:alphaOff val="0"/>
                <a:tint val="94000"/>
                <a:satMod val="103000"/>
                <a:lumMod val="102000"/>
              </a:schemeClr>
            </a:gs>
            <a:gs pos="50000">
              <a:schemeClr val="accent5">
                <a:hueOff val="0"/>
                <a:satOff val="0"/>
                <a:lumOff val="0"/>
                <a:alphaOff val="0"/>
                <a:shade val="100000"/>
                <a:satMod val="110000"/>
                <a:lumMod val="100000"/>
              </a:schemeClr>
            </a:gs>
            <a:gs pos="100000">
              <a:schemeClr val="accent5">
                <a:hueOff val="0"/>
                <a:satOff val="0"/>
                <a:lumOff val="0"/>
                <a:alphaOff val="0"/>
                <a:shade val="78000"/>
                <a:satMod val="120000"/>
                <a:lumMod val="99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N" sz="2300" kern="1200"/>
            <a:t>@AfterSuite</a:t>
          </a:r>
          <a:endParaRPr lang="en-IN" sz="2300" kern="1200" dirty="0"/>
        </a:p>
      </dsp:txBody>
      <dsp:txXfrm>
        <a:off x="6274610" y="3682652"/>
        <a:ext cx="2259476" cy="1322763"/>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2CF51D-2CA1-4036-9BAF-10979399AB3B}" type="datetimeFigureOut">
              <a:rPr lang="en-IN" smtClean="0"/>
              <a:t>11-02-2026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31FD81-BCC5-4427-8597-1D23DC5F353E}" type="slidenum">
              <a:rPr lang="en-IN" smtClean="0"/>
              <a:t>‹#›</a:t>
            </a:fld>
            <a:endParaRPr lang="en-IN"/>
          </a:p>
        </p:txBody>
      </p:sp>
    </p:spTree>
    <p:extLst>
      <p:ext uri="{BB962C8B-B14F-4D97-AF65-F5344CB8AC3E}">
        <p14:creationId xmlns:p14="http://schemas.microsoft.com/office/powerpoint/2010/main" val="746291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431FD81-BCC5-4427-8597-1D23DC5F353E}" type="slidenum">
              <a:rPr lang="en-IN" smtClean="0"/>
              <a:t>2</a:t>
            </a:fld>
            <a:endParaRPr lang="en-IN"/>
          </a:p>
        </p:txBody>
      </p:sp>
    </p:spTree>
    <p:extLst>
      <p:ext uri="{BB962C8B-B14F-4D97-AF65-F5344CB8AC3E}">
        <p14:creationId xmlns:p14="http://schemas.microsoft.com/office/powerpoint/2010/main" val="390782621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90B59F-74D7-40A6-8C1E-2D62BF488CD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5346" y="2750337"/>
            <a:ext cx="1171888" cy="1356442"/>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3166568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B90B59F-74D7-40A6-8C1E-2D62BF488CD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729455" y="2869895"/>
            <a:ext cx="1154151" cy="1090789"/>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4038173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1">
            <a:lumMod val="20000"/>
            <a:lumOff val="80000"/>
            <a:alpha val="25000"/>
          </a:schemeClr>
        </a:solidFill>
        <a:effectLst/>
      </p:bgPr>
    </p:bg>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726" y="776216"/>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780554"/>
            <a:ext cx="1602997" cy="144270"/>
          </a:xfrm>
          <a:prstGeom prst="rect">
            <a:avLst/>
          </a:prstGeom>
        </p:spPr>
      </p:pic>
      <p:sp>
        <p:nvSpPr>
          <p:cNvPr id="17" name="Rectangle 16"/>
          <p:cNvSpPr/>
          <p:nvPr/>
        </p:nvSpPr>
        <p:spPr bwMode="ltGray">
          <a:xfrm>
            <a:off x="0" y="208315"/>
            <a:ext cx="10437812" cy="581094"/>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208315"/>
            <a:ext cx="1602997" cy="581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6726" y="-36183"/>
            <a:ext cx="9613861" cy="1080938"/>
          </a:xfrm>
        </p:spPr>
        <p:txBody>
          <a:bodyPr/>
          <a:lstStyle/>
          <a:p>
            <a:r>
              <a:rPr lang="en-US"/>
              <a:t>Click to edit Master title style</a:t>
            </a:r>
            <a:endParaRPr lang="en-US" dirty="0"/>
          </a:p>
        </p:txBody>
      </p:sp>
      <p:sp>
        <p:nvSpPr>
          <p:cNvPr id="3" name="Content Placeholder 2"/>
          <p:cNvSpPr>
            <a:spLocks noGrp="1"/>
          </p:cNvSpPr>
          <p:nvPr>
            <p:ph idx="1"/>
          </p:nvPr>
        </p:nvSpPr>
        <p:spPr>
          <a:xfrm>
            <a:off x="36726" y="1059445"/>
            <a:ext cx="11784691" cy="470418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
        <p:nvSpPr>
          <p:cNvPr id="6" name="Slide Number Placeholder 5"/>
          <p:cNvSpPr>
            <a:spLocks noGrp="1"/>
          </p:cNvSpPr>
          <p:nvPr>
            <p:ph type="sldNum" sz="quarter" idx="12"/>
          </p:nvPr>
        </p:nvSpPr>
        <p:spPr>
          <a:xfrm>
            <a:off x="10876033" y="270769"/>
            <a:ext cx="945384" cy="447331"/>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808687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B90B59F-74D7-40A6-8C1E-2D62BF488CD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1698547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B90B59F-74D7-40A6-8C1E-2D62BF488CDC}" type="datetimeFigureOut">
              <a:rPr lang="en-IN" smtClean="0"/>
              <a:t>11-02-2026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882384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B90B59F-74D7-40A6-8C1E-2D62BF488CDC}" type="datetimeFigureOut">
              <a:rPr lang="en-IN" smtClean="0"/>
              <a:t>11-02-2026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164035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FB90B59F-74D7-40A6-8C1E-2D62BF488CDC}" type="datetimeFigureOut">
              <a:rPr lang="en-IN" smtClean="0"/>
              <a:t>11-02-2026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4000720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15629966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1109802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309"/>
            <a:ext cx="1154151" cy="1090789"/>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3111566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615"/>
            <a:ext cx="1154151" cy="1090789"/>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3074119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025AB784-92A5-40A8-827D-CABD0D390966}" type="slidenum">
              <a:rPr lang="en-IN" smtClean="0"/>
              <a:t>‹#›</a:t>
            </a:fld>
            <a:endParaRPr lang="en-IN"/>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51437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B90B59F-74D7-40A6-8C1E-2D62BF488CDC}" type="datetimeFigureOut">
              <a:rPr lang="en-IN" smtClean="0"/>
              <a:t>11-02-2026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759224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B90B59F-74D7-40A6-8C1E-2D62BF488CDC}" type="datetimeFigureOut">
              <a:rPr lang="en-IN" smtClean="0"/>
              <a:t>11-02-2026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18430033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FB90B59F-74D7-40A6-8C1E-2D62BF488CDC}" type="datetimeFigureOut">
              <a:rPr lang="en-IN" smtClean="0"/>
              <a:t>11-02-2026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20579715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B90B59F-74D7-40A6-8C1E-2D62BF488CDC}" type="datetimeFigureOut">
              <a:rPr lang="en-IN" smtClean="0"/>
              <a:t>11-02-2026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5AB784-92A5-40A8-827D-CABD0D390966}" type="slidenum">
              <a:rPr lang="en-IN" smtClean="0"/>
              <a:t>‹#›</a:t>
            </a:fld>
            <a:endParaRPr lang="en-IN"/>
          </a:p>
        </p:txBody>
      </p:sp>
    </p:spTree>
    <p:extLst>
      <p:ext uri="{BB962C8B-B14F-4D97-AF65-F5344CB8AC3E}">
        <p14:creationId xmlns:p14="http://schemas.microsoft.com/office/powerpoint/2010/main" val="8209468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FB90B59F-74D7-40A6-8C1E-2D62BF488CDC}" type="datetimeFigureOut">
              <a:rPr lang="en-IN" smtClean="0"/>
              <a:t>11-02-2026</a:t>
            </a:fld>
            <a:endParaRPr lang="en-IN"/>
          </a:p>
        </p:txBody>
      </p:sp>
      <p:sp>
        <p:nvSpPr>
          <p:cNvPr id="5" name="Footer Placeholder 4"/>
          <p:cNvSpPr>
            <a:spLocks noGrp="1"/>
          </p:cNvSpPr>
          <p:nvPr>
            <p:ph type="ftr" sz="quarter" idx="11"/>
          </p:nvPr>
        </p:nvSpPr>
        <p:spPr>
          <a:xfrm>
            <a:off x="680321" y="5936188"/>
            <a:ext cx="6126805" cy="365125"/>
          </a:xfrm>
        </p:spPr>
        <p:txBody>
          <a:bodyPr/>
          <a:lstStyle/>
          <a:p>
            <a:endParaRPr lang="en-IN"/>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025AB784-92A5-40A8-827D-CABD0D390966}" type="slidenum">
              <a:rPr lang="en-IN" smtClean="0"/>
              <a:t>‹#›</a:t>
            </a:fld>
            <a:endParaRPr lang="en-IN"/>
          </a:p>
        </p:txBody>
      </p:sp>
    </p:spTree>
    <p:extLst>
      <p:ext uri="{BB962C8B-B14F-4D97-AF65-F5344CB8AC3E}">
        <p14:creationId xmlns:p14="http://schemas.microsoft.com/office/powerpoint/2010/main" val="2774286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B90B59F-74D7-40A6-8C1E-2D62BF488CDC}" type="datetimeFigureOut">
              <a:rPr lang="en-IN" smtClean="0"/>
              <a:t>11-02-2026</a:t>
            </a:fld>
            <a:endParaRPr lang="en-IN"/>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025AB784-92A5-40A8-827D-CABD0D390966}" type="slidenum">
              <a:rPr lang="en-IN" smtClean="0"/>
              <a:t>‹#›</a:t>
            </a:fld>
            <a:endParaRPr lang="en-IN"/>
          </a:p>
        </p:txBody>
      </p:sp>
    </p:spTree>
    <p:extLst>
      <p:ext uri="{BB962C8B-B14F-4D97-AF65-F5344CB8AC3E}">
        <p14:creationId xmlns:p14="http://schemas.microsoft.com/office/powerpoint/2010/main" val="1688120243"/>
      </p:ext>
    </p:extLst>
  </p:cSld>
  <p:clrMap bg1="dk1" tx1="lt1" bg2="dk2" tx2="lt2" accent1="accent1" accent2="accent2" accent3="accent3" accent4="accent4" accent5="accent5" accent6="accent6" hlink="hlink" folHlink="folHlink"/>
  <p:sldLayoutIdLst>
    <p:sldLayoutId id="2147483661" r:id="rId1"/>
    <p:sldLayoutId id="2147483663" r:id="rId2"/>
    <p:sldLayoutId id="2147483662"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255A1-778B-CBD3-2A30-970B27E7B103}"/>
              </a:ext>
            </a:extLst>
          </p:cNvPr>
          <p:cNvSpPr>
            <a:spLocks noGrp="1"/>
          </p:cNvSpPr>
          <p:nvPr>
            <p:ph type="ctrTitle"/>
          </p:nvPr>
        </p:nvSpPr>
        <p:spPr/>
        <p:txBody>
          <a:bodyPr/>
          <a:lstStyle/>
          <a:p>
            <a:r>
              <a:rPr lang="en-IN" sz="4400" dirty="0">
                <a:latin typeface="Bauhaus 93" panose="04030905020B02020C02" pitchFamily="82" charset="0"/>
                <a:ea typeface="Cambria" panose="02040503050406030204" pitchFamily="18" charset="0"/>
              </a:rPr>
              <a:t>&lt;</a:t>
            </a:r>
            <a:r>
              <a:rPr lang="en-IN" sz="4400" dirty="0">
                <a:solidFill>
                  <a:schemeClr val="accent1"/>
                </a:solidFill>
                <a:latin typeface="Bauhaus 93" panose="04030905020B02020C02" pitchFamily="82" charset="0"/>
                <a:ea typeface="Cambria" panose="02040503050406030204" pitchFamily="18" charset="0"/>
              </a:rPr>
              <a:t>ai</a:t>
            </a:r>
            <a:r>
              <a:rPr lang="en-IN" sz="4400"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sz="4400" dirty="0">
                <a:latin typeface="Bauhaus 93" panose="04030905020B02020C02" pitchFamily="82" charset="0"/>
                <a:ea typeface="Cambria" panose="02040503050406030204" pitchFamily="18" charset="0"/>
              </a:rPr>
              <a:t>ABS</a:t>
            </a:r>
          </a:p>
        </p:txBody>
      </p:sp>
      <p:sp>
        <p:nvSpPr>
          <p:cNvPr id="3" name="Subtitle 2">
            <a:extLst>
              <a:ext uri="{FF2B5EF4-FFF2-40B4-BE49-F238E27FC236}">
                <a16:creationId xmlns:a16="http://schemas.microsoft.com/office/drawing/2014/main" id="{C0267B07-2AB6-250A-AB80-DE8B50BCA02E}"/>
              </a:ext>
            </a:extLst>
          </p:cNvPr>
          <p:cNvSpPr>
            <a:spLocks noGrp="1"/>
          </p:cNvSpPr>
          <p:nvPr>
            <p:ph type="subTitle" idx="1"/>
          </p:nvPr>
        </p:nvSpPr>
        <p:spPr/>
        <p:txBody>
          <a:bodyPr>
            <a:normAutofit/>
          </a:bodyPr>
          <a:lstStyle/>
          <a:p>
            <a:r>
              <a:rPr lang="en-IN" sz="2400" b="1" dirty="0">
                <a:latin typeface="Agency FB" panose="020B0503020202020204" pitchFamily="34" charset="0"/>
              </a:rPr>
              <a:t>TestNG</a:t>
            </a:r>
          </a:p>
        </p:txBody>
      </p:sp>
      <p:sp>
        <p:nvSpPr>
          <p:cNvPr id="4" name="Date Placeholder 3">
            <a:extLst>
              <a:ext uri="{FF2B5EF4-FFF2-40B4-BE49-F238E27FC236}">
                <a16:creationId xmlns:a16="http://schemas.microsoft.com/office/drawing/2014/main" id="{40C98916-F9E7-EBAC-BE3B-5EA900294F2E}"/>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3270542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9174-4221-2E61-2BBA-A5675E5D7557}"/>
              </a:ext>
            </a:extLst>
          </p:cNvPr>
          <p:cNvSpPr>
            <a:spLocks noGrp="1"/>
          </p:cNvSpPr>
          <p:nvPr>
            <p:ph type="title"/>
          </p:nvPr>
        </p:nvSpPr>
        <p:spPr/>
        <p:txBody>
          <a:bodyPr>
            <a:normAutofit/>
          </a:bodyPr>
          <a:lstStyle/>
          <a:p>
            <a:r>
              <a:rPr lang="en-IN" sz="2400"/>
              <a:t>TestNG {</a:t>
            </a:r>
            <a:r>
              <a:rPr lang="en-IN" sz="2000" dirty="0"/>
              <a:t>Agenda</a:t>
            </a:r>
            <a:r>
              <a:rPr lang="en-IN" sz="2400" dirty="0"/>
              <a:t>}</a:t>
            </a:r>
          </a:p>
        </p:txBody>
      </p:sp>
      <p:sp>
        <p:nvSpPr>
          <p:cNvPr id="3" name="Content Placeholder 2">
            <a:extLst>
              <a:ext uri="{FF2B5EF4-FFF2-40B4-BE49-F238E27FC236}">
                <a16:creationId xmlns:a16="http://schemas.microsoft.com/office/drawing/2014/main" id="{99FD9D6B-D71E-9A8C-F04C-695B0CF7BE78}"/>
              </a:ext>
            </a:extLst>
          </p:cNvPr>
          <p:cNvSpPr>
            <a:spLocks noGrp="1"/>
          </p:cNvSpPr>
          <p:nvPr>
            <p:ph idx="1"/>
          </p:nvPr>
        </p:nvSpPr>
        <p:spPr/>
        <p:txBody>
          <a:bodyPr/>
          <a:lstStyle/>
          <a:p>
            <a:pPr marL="0" indent="0">
              <a:buNone/>
            </a:pPr>
            <a:endParaRPr lang="en-US" b="1" dirty="0">
              <a:solidFill>
                <a:schemeClr val="bg1"/>
              </a:solidFill>
            </a:endParaRPr>
          </a:p>
          <a:p>
            <a:pPr marL="0" indent="0">
              <a:buNone/>
            </a:pPr>
            <a:endParaRPr lang="en-US" sz="900" dirty="0">
              <a:solidFill>
                <a:schemeClr val="bg1"/>
              </a:solidFill>
            </a:endParaRPr>
          </a:p>
        </p:txBody>
      </p:sp>
      <p:sp>
        <p:nvSpPr>
          <p:cNvPr id="4" name="Date Placeholder 3">
            <a:extLst>
              <a:ext uri="{FF2B5EF4-FFF2-40B4-BE49-F238E27FC236}">
                <a16:creationId xmlns:a16="http://schemas.microsoft.com/office/drawing/2014/main" id="{952D7DBE-7876-EDF4-6E90-83F9BF3C574E}"/>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graphicFrame>
        <p:nvGraphicFramePr>
          <p:cNvPr id="5" name="Diagram 4">
            <a:extLst>
              <a:ext uri="{FF2B5EF4-FFF2-40B4-BE49-F238E27FC236}">
                <a16:creationId xmlns:a16="http://schemas.microsoft.com/office/drawing/2014/main" id="{C0D294A9-1C75-20B8-E943-80AC12FC0B6F}"/>
              </a:ext>
            </a:extLst>
          </p:cNvPr>
          <p:cNvGraphicFramePr/>
          <p:nvPr>
            <p:extLst>
              <p:ext uri="{D42A27DB-BD31-4B8C-83A1-F6EECF244321}">
                <p14:modId xmlns:p14="http://schemas.microsoft.com/office/powerpoint/2010/main" val="2175625822"/>
              </p:ext>
            </p:extLst>
          </p:nvPr>
        </p:nvGraphicFramePr>
        <p:xfrm>
          <a:off x="311150" y="1044755"/>
          <a:ext cx="9045792" cy="52988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938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DAC8B-BB9D-1C73-7C6C-6DA31094E304}"/>
              </a:ext>
            </a:extLst>
          </p:cNvPr>
          <p:cNvSpPr>
            <a:spLocks noGrp="1"/>
          </p:cNvSpPr>
          <p:nvPr>
            <p:ph type="title"/>
          </p:nvPr>
        </p:nvSpPr>
        <p:spPr/>
        <p:txBody>
          <a:bodyPr>
            <a:normAutofit/>
          </a:bodyPr>
          <a:lstStyle/>
          <a:p>
            <a:r>
              <a:rPr lang="en-IN" sz="2400" dirty="0"/>
              <a:t>TestNG Foundation</a:t>
            </a:r>
          </a:p>
        </p:txBody>
      </p:sp>
      <p:sp>
        <p:nvSpPr>
          <p:cNvPr id="3" name="Content Placeholder 2">
            <a:extLst>
              <a:ext uri="{FF2B5EF4-FFF2-40B4-BE49-F238E27FC236}">
                <a16:creationId xmlns:a16="http://schemas.microsoft.com/office/drawing/2014/main" id="{873004C9-CF4E-F114-217D-A5DA9CBD3A41}"/>
              </a:ext>
            </a:extLst>
          </p:cNvPr>
          <p:cNvSpPr>
            <a:spLocks noGrp="1"/>
          </p:cNvSpPr>
          <p:nvPr>
            <p:ph idx="1"/>
          </p:nvPr>
        </p:nvSpPr>
        <p:spPr>
          <a:xfrm>
            <a:off x="59444" y="928815"/>
            <a:ext cx="11784691" cy="5386511"/>
          </a:xfrm>
        </p:spPr>
        <p:txBody>
          <a:bodyPr>
            <a:normAutofit/>
          </a:bodyPr>
          <a:lstStyle/>
          <a:p>
            <a:pPr marL="0" indent="0">
              <a:buNone/>
            </a:pPr>
            <a:r>
              <a:rPr lang="en-US" sz="1800" b="1" dirty="0">
                <a:solidFill>
                  <a:schemeClr val="bg1"/>
                </a:solidFill>
              </a:rPr>
              <a:t>TestNG</a:t>
            </a:r>
          </a:p>
          <a:p>
            <a:pPr marL="0" indent="0">
              <a:buNone/>
            </a:pPr>
            <a:r>
              <a:rPr lang="en-US" sz="1600" b="1" dirty="0">
                <a:solidFill>
                  <a:schemeClr val="bg1"/>
                </a:solidFill>
              </a:rPr>
              <a:t>TestNG (Test Next Generation)</a:t>
            </a:r>
            <a:r>
              <a:rPr lang="en-US" sz="1600" dirty="0">
                <a:solidFill>
                  <a:schemeClr val="bg1"/>
                </a:solidFill>
              </a:rPr>
              <a:t> is an open-source </a:t>
            </a:r>
            <a:r>
              <a:rPr lang="en-US" sz="1600" b="1" dirty="0">
                <a:solidFill>
                  <a:schemeClr val="bg1"/>
                </a:solidFill>
              </a:rPr>
              <a:t>Java testing framework</a:t>
            </a:r>
            <a:r>
              <a:rPr lang="en-US" sz="1600" dirty="0">
                <a:solidFill>
                  <a:schemeClr val="bg1"/>
                </a:solidFill>
              </a:rPr>
              <a:t> used to design, organize, execute, and report automated tests. It supports </a:t>
            </a:r>
            <a:r>
              <a:rPr lang="en-US" sz="1600" b="1" dirty="0">
                <a:solidFill>
                  <a:schemeClr val="bg1"/>
                </a:solidFill>
              </a:rPr>
              <a:t>unit testing, functional testing, integration testing, and end-to-end automation</a:t>
            </a:r>
            <a:r>
              <a:rPr lang="en-US" sz="1600" dirty="0">
                <a:solidFill>
                  <a:schemeClr val="bg1"/>
                </a:solidFill>
              </a:rPr>
              <a:t>, and is widely used with tools like Selenium.</a:t>
            </a:r>
          </a:p>
          <a:p>
            <a:pPr marL="0" indent="0">
              <a:buNone/>
            </a:pPr>
            <a:r>
              <a:rPr lang="en-US" sz="1600" dirty="0">
                <a:solidFill>
                  <a:schemeClr val="bg1"/>
                </a:solidFill>
              </a:rPr>
              <a:t>TestNG provides powerful features such as </a:t>
            </a:r>
            <a:r>
              <a:rPr lang="en-US" sz="1600" b="1" dirty="0">
                <a:solidFill>
                  <a:schemeClr val="bg1"/>
                </a:solidFill>
              </a:rPr>
              <a:t>annotations, test grouping, parallel execution, dependency management, data-driven testing, and detailed reporting</a:t>
            </a:r>
            <a:r>
              <a:rPr lang="en-US" sz="1600" dirty="0">
                <a:solidFill>
                  <a:schemeClr val="bg1"/>
                </a:solidFill>
              </a:rPr>
              <a:t>, making it more flexible and scalable than traditional testing frameworks.</a:t>
            </a:r>
          </a:p>
          <a:p>
            <a:pPr marL="0" indent="0">
              <a:buNone/>
            </a:pPr>
            <a:endParaRPr lang="en-US" sz="200" b="1" dirty="0">
              <a:solidFill>
                <a:schemeClr val="bg1"/>
              </a:solidFill>
            </a:endParaRPr>
          </a:p>
          <a:p>
            <a:pPr marL="0" indent="0">
              <a:buNone/>
            </a:pPr>
            <a:r>
              <a:rPr lang="en-US" sz="1800" b="1" dirty="0">
                <a:solidFill>
                  <a:schemeClr val="bg1"/>
                </a:solidFill>
              </a:rPr>
              <a:t>Key Characteristics of TestNG</a:t>
            </a:r>
          </a:p>
          <a:p>
            <a:pPr marL="0" indent="0">
              <a:buNone/>
            </a:pPr>
            <a:r>
              <a:rPr lang="en-US" sz="1600" b="1" dirty="0">
                <a:solidFill>
                  <a:schemeClr val="bg1"/>
                </a:solidFill>
              </a:rPr>
              <a:t>Annotation-based testing</a:t>
            </a:r>
            <a:r>
              <a:rPr lang="en-US" sz="1600" dirty="0">
                <a:solidFill>
                  <a:schemeClr val="bg1"/>
                </a:solidFill>
              </a:rPr>
              <a:t> – Tests are controlled using annotations like @Test, @BeforeMethod, and @AfterClass.</a:t>
            </a:r>
          </a:p>
          <a:p>
            <a:pPr marL="0" indent="0">
              <a:buNone/>
            </a:pPr>
            <a:r>
              <a:rPr lang="en-US" sz="1600" b="1" dirty="0">
                <a:solidFill>
                  <a:schemeClr val="bg1"/>
                </a:solidFill>
              </a:rPr>
              <a:t>Flexible test configuration</a:t>
            </a:r>
            <a:r>
              <a:rPr lang="en-US" sz="1600" dirty="0">
                <a:solidFill>
                  <a:schemeClr val="bg1"/>
                </a:solidFill>
              </a:rPr>
              <a:t> – Tests can be organized using an XML file (testng.xml).</a:t>
            </a:r>
          </a:p>
          <a:p>
            <a:pPr marL="0" indent="0">
              <a:buNone/>
            </a:pPr>
            <a:r>
              <a:rPr lang="en-US" sz="1600" b="1" dirty="0">
                <a:solidFill>
                  <a:schemeClr val="bg1"/>
                </a:solidFill>
              </a:rPr>
              <a:t>Grouping of tests</a:t>
            </a:r>
            <a:r>
              <a:rPr lang="en-US" sz="1600" dirty="0">
                <a:solidFill>
                  <a:schemeClr val="bg1"/>
                </a:solidFill>
              </a:rPr>
              <a:t> – Allows execution of selected categories like smoke or regression tests.</a:t>
            </a:r>
          </a:p>
          <a:p>
            <a:pPr marL="0" indent="0">
              <a:buNone/>
            </a:pPr>
            <a:r>
              <a:rPr lang="en-US" sz="1600" b="1" dirty="0">
                <a:solidFill>
                  <a:schemeClr val="bg1"/>
                </a:solidFill>
              </a:rPr>
              <a:t>Dependency management</a:t>
            </a:r>
            <a:r>
              <a:rPr lang="en-US" sz="1600" dirty="0">
                <a:solidFill>
                  <a:schemeClr val="bg1"/>
                </a:solidFill>
              </a:rPr>
              <a:t> – One test can depend on another test’s success.</a:t>
            </a:r>
          </a:p>
          <a:p>
            <a:pPr marL="0" indent="0">
              <a:buNone/>
            </a:pPr>
            <a:r>
              <a:rPr lang="en-US" sz="1600" b="1" dirty="0">
                <a:solidFill>
                  <a:schemeClr val="bg1"/>
                </a:solidFill>
              </a:rPr>
              <a:t>Data-driven testing</a:t>
            </a:r>
            <a:r>
              <a:rPr lang="en-US" sz="1600" dirty="0">
                <a:solidFill>
                  <a:schemeClr val="bg1"/>
                </a:solidFill>
              </a:rPr>
              <a:t> – Same test can run with multiple sets of data using @DataProvider.</a:t>
            </a:r>
          </a:p>
          <a:p>
            <a:pPr marL="0" indent="0">
              <a:buNone/>
            </a:pPr>
            <a:r>
              <a:rPr lang="en-US" sz="1600" b="1" dirty="0">
                <a:solidFill>
                  <a:schemeClr val="bg1"/>
                </a:solidFill>
              </a:rPr>
              <a:t>Parallel execution</a:t>
            </a:r>
            <a:r>
              <a:rPr lang="en-US" sz="1600" dirty="0">
                <a:solidFill>
                  <a:schemeClr val="bg1"/>
                </a:solidFill>
              </a:rPr>
              <a:t> – Multiple tests can run at the same time to reduce execution time.</a:t>
            </a:r>
          </a:p>
          <a:p>
            <a:pPr marL="0" indent="0">
              <a:buNone/>
            </a:pPr>
            <a:r>
              <a:rPr lang="en-US" sz="1600" b="1" dirty="0">
                <a:solidFill>
                  <a:schemeClr val="bg1"/>
                </a:solidFill>
              </a:rPr>
              <a:t>Detailed reports</a:t>
            </a:r>
            <a:r>
              <a:rPr lang="en-US" sz="1600" dirty="0">
                <a:solidFill>
                  <a:schemeClr val="bg1"/>
                </a:solidFill>
              </a:rPr>
              <a:t> – Automatically generates HTML reports after execution.</a:t>
            </a:r>
          </a:p>
          <a:p>
            <a:pPr marL="0" indent="0">
              <a:buNone/>
            </a:pPr>
            <a:endParaRPr lang="en-US" sz="1800" dirty="0">
              <a:solidFill>
                <a:schemeClr val="bg1"/>
              </a:solidFill>
            </a:endParaRPr>
          </a:p>
        </p:txBody>
      </p:sp>
      <p:sp>
        <p:nvSpPr>
          <p:cNvPr id="4" name="Date Placeholder 3">
            <a:extLst>
              <a:ext uri="{FF2B5EF4-FFF2-40B4-BE49-F238E27FC236}">
                <a16:creationId xmlns:a16="http://schemas.microsoft.com/office/drawing/2014/main" id="{25A928DD-DE8B-6C76-B10F-29710DE89C16}"/>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147183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CBAD8-3398-9BA7-CFF7-34A616724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18F822-D3FA-AFE4-CC19-A2F03ECA127B}"/>
              </a:ext>
            </a:extLst>
          </p:cNvPr>
          <p:cNvSpPr>
            <a:spLocks noGrp="1"/>
          </p:cNvSpPr>
          <p:nvPr>
            <p:ph type="title"/>
          </p:nvPr>
        </p:nvSpPr>
        <p:spPr/>
        <p:txBody>
          <a:bodyPr>
            <a:normAutofit/>
          </a:bodyPr>
          <a:lstStyle/>
          <a:p>
            <a:r>
              <a:rPr lang="en-IN" sz="2400" dirty="0"/>
              <a:t>TestNG Foundation</a:t>
            </a:r>
          </a:p>
        </p:txBody>
      </p:sp>
      <p:sp>
        <p:nvSpPr>
          <p:cNvPr id="3" name="Content Placeholder 2">
            <a:extLst>
              <a:ext uri="{FF2B5EF4-FFF2-40B4-BE49-F238E27FC236}">
                <a16:creationId xmlns:a16="http://schemas.microsoft.com/office/drawing/2014/main" id="{4CE007A1-2900-1BD6-E0C5-256D10944146}"/>
              </a:ext>
            </a:extLst>
          </p:cNvPr>
          <p:cNvSpPr>
            <a:spLocks noGrp="1"/>
          </p:cNvSpPr>
          <p:nvPr>
            <p:ph idx="1"/>
          </p:nvPr>
        </p:nvSpPr>
        <p:spPr>
          <a:xfrm>
            <a:off x="59444" y="928815"/>
            <a:ext cx="11784691" cy="5386511"/>
          </a:xfrm>
        </p:spPr>
        <p:txBody>
          <a:bodyPr>
            <a:normAutofit/>
          </a:bodyPr>
          <a:lstStyle/>
          <a:p>
            <a:pPr marL="0" indent="0">
              <a:buNone/>
            </a:pPr>
            <a:r>
              <a:rPr lang="en-US" sz="1800" b="1" dirty="0">
                <a:solidFill>
                  <a:schemeClr val="bg1"/>
                </a:solidFill>
              </a:rPr>
              <a:t>Basic TestNG Terminology</a:t>
            </a:r>
          </a:p>
          <a:p>
            <a:pPr marL="0" indent="0">
              <a:buNone/>
            </a:pPr>
            <a:endParaRPr lang="en-US" sz="1800" dirty="0">
              <a:solidFill>
                <a:schemeClr val="bg1"/>
              </a:solidFill>
            </a:endParaRPr>
          </a:p>
        </p:txBody>
      </p:sp>
      <p:sp>
        <p:nvSpPr>
          <p:cNvPr id="4" name="Date Placeholder 3">
            <a:extLst>
              <a:ext uri="{FF2B5EF4-FFF2-40B4-BE49-F238E27FC236}">
                <a16:creationId xmlns:a16="http://schemas.microsoft.com/office/drawing/2014/main" id="{55A4B56A-FEB1-3F5E-2701-2CB9A1D5511C}"/>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graphicFrame>
        <p:nvGraphicFramePr>
          <p:cNvPr id="5" name="Table 4">
            <a:extLst>
              <a:ext uri="{FF2B5EF4-FFF2-40B4-BE49-F238E27FC236}">
                <a16:creationId xmlns:a16="http://schemas.microsoft.com/office/drawing/2014/main" id="{E89ECACE-94C2-8BFD-080A-3BB1E00B7771}"/>
              </a:ext>
            </a:extLst>
          </p:cNvPr>
          <p:cNvGraphicFramePr>
            <a:graphicFrameLocks noGrp="1"/>
          </p:cNvGraphicFramePr>
          <p:nvPr>
            <p:extLst>
              <p:ext uri="{D42A27DB-BD31-4B8C-83A1-F6EECF244321}">
                <p14:modId xmlns:p14="http://schemas.microsoft.com/office/powerpoint/2010/main" val="256939588"/>
              </p:ext>
            </p:extLst>
          </p:nvPr>
        </p:nvGraphicFramePr>
        <p:xfrm>
          <a:off x="189970" y="1468836"/>
          <a:ext cx="10878786" cy="3920327"/>
        </p:xfrm>
        <a:graphic>
          <a:graphicData uri="http://schemas.openxmlformats.org/drawingml/2006/table">
            <a:tbl>
              <a:tblPr>
                <a:effectLst>
                  <a:outerShdw blurRad="50800" dist="38100" dir="2700000" algn="tl" rotWithShape="0">
                    <a:prstClr val="black">
                      <a:alpha val="40000"/>
                    </a:prstClr>
                  </a:outerShdw>
                </a:effectLst>
                <a:tableStyleId>{284E427A-3D55-4303-BF80-6455036E1DE7}</a:tableStyleId>
              </a:tblPr>
              <a:tblGrid>
                <a:gridCol w="5439393">
                  <a:extLst>
                    <a:ext uri="{9D8B030D-6E8A-4147-A177-3AD203B41FA5}">
                      <a16:colId xmlns:a16="http://schemas.microsoft.com/office/drawing/2014/main" val="4160055702"/>
                    </a:ext>
                  </a:extLst>
                </a:gridCol>
                <a:gridCol w="5439393">
                  <a:extLst>
                    <a:ext uri="{9D8B030D-6E8A-4147-A177-3AD203B41FA5}">
                      <a16:colId xmlns:a16="http://schemas.microsoft.com/office/drawing/2014/main" val="1510094878"/>
                    </a:ext>
                  </a:extLst>
                </a:gridCol>
              </a:tblGrid>
              <a:tr h="840475">
                <a:tc>
                  <a:txBody>
                    <a:bodyPr/>
                    <a:lstStyle/>
                    <a:p>
                      <a:pPr>
                        <a:buNone/>
                      </a:pPr>
                      <a:r>
                        <a:rPr lang="en-IN" sz="1600" b="1" dirty="0">
                          <a:solidFill>
                            <a:schemeClr val="bg1"/>
                          </a:solidFill>
                        </a:rPr>
                        <a:t>Term</a:t>
                      </a:r>
                    </a:p>
                  </a:txBody>
                  <a:tcPr anchor="ctr"/>
                </a:tc>
                <a:tc>
                  <a:txBody>
                    <a:bodyPr/>
                    <a:lstStyle/>
                    <a:p>
                      <a:pPr>
                        <a:buNone/>
                      </a:pPr>
                      <a:r>
                        <a:rPr lang="en-IN" sz="1600" b="1" dirty="0">
                          <a:solidFill>
                            <a:schemeClr val="bg1"/>
                          </a:solidFill>
                        </a:rPr>
                        <a:t>Description</a:t>
                      </a:r>
                    </a:p>
                  </a:txBody>
                  <a:tcPr anchor="ctr"/>
                </a:tc>
                <a:extLst>
                  <a:ext uri="{0D108BD9-81ED-4DB2-BD59-A6C34878D82A}">
                    <a16:rowId xmlns:a16="http://schemas.microsoft.com/office/drawing/2014/main" val="1857593776"/>
                  </a:ext>
                </a:extLst>
              </a:tr>
              <a:tr h="541867">
                <a:tc>
                  <a:txBody>
                    <a:bodyPr/>
                    <a:lstStyle/>
                    <a:p>
                      <a:pPr>
                        <a:buNone/>
                      </a:pPr>
                      <a:r>
                        <a:rPr lang="en-IN" sz="1600" b="0" dirty="0">
                          <a:solidFill>
                            <a:schemeClr val="bg1"/>
                          </a:solidFill>
                        </a:rPr>
                        <a:t>Test Case</a:t>
                      </a:r>
                    </a:p>
                  </a:txBody>
                  <a:tcPr anchor="ctr"/>
                </a:tc>
                <a:tc>
                  <a:txBody>
                    <a:bodyPr/>
                    <a:lstStyle/>
                    <a:p>
                      <a:pPr>
                        <a:buNone/>
                      </a:pPr>
                      <a:r>
                        <a:rPr lang="en-US" sz="1600">
                          <a:solidFill>
                            <a:schemeClr val="bg1"/>
                          </a:solidFill>
                        </a:rPr>
                        <a:t>A method annotated with @Test that verifies a feature</a:t>
                      </a:r>
                    </a:p>
                  </a:txBody>
                  <a:tcPr anchor="ctr"/>
                </a:tc>
                <a:extLst>
                  <a:ext uri="{0D108BD9-81ED-4DB2-BD59-A6C34878D82A}">
                    <a16:rowId xmlns:a16="http://schemas.microsoft.com/office/drawing/2014/main" val="1361572034"/>
                  </a:ext>
                </a:extLst>
              </a:tr>
              <a:tr h="507597">
                <a:tc>
                  <a:txBody>
                    <a:bodyPr/>
                    <a:lstStyle/>
                    <a:p>
                      <a:pPr>
                        <a:buNone/>
                      </a:pPr>
                      <a:r>
                        <a:rPr lang="en-IN" sz="1600" b="0">
                          <a:solidFill>
                            <a:schemeClr val="bg1"/>
                          </a:solidFill>
                        </a:rPr>
                        <a:t>Test Suite</a:t>
                      </a:r>
                    </a:p>
                  </a:txBody>
                  <a:tcPr anchor="ctr"/>
                </a:tc>
                <a:tc>
                  <a:txBody>
                    <a:bodyPr/>
                    <a:lstStyle/>
                    <a:p>
                      <a:pPr>
                        <a:buNone/>
                      </a:pPr>
                      <a:r>
                        <a:rPr lang="en-US" sz="1600">
                          <a:solidFill>
                            <a:schemeClr val="bg1"/>
                          </a:solidFill>
                        </a:rPr>
                        <a:t>A collection of test cases defined in testng.xml</a:t>
                      </a:r>
                    </a:p>
                  </a:txBody>
                  <a:tcPr anchor="ctr"/>
                </a:tc>
                <a:extLst>
                  <a:ext uri="{0D108BD9-81ED-4DB2-BD59-A6C34878D82A}">
                    <a16:rowId xmlns:a16="http://schemas.microsoft.com/office/drawing/2014/main" val="4260939864"/>
                  </a:ext>
                </a:extLst>
              </a:tr>
              <a:tr h="507597">
                <a:tc>
                  <a:txBody>
                    <a:bodyPr/>
                    <a:lstStyle/>
                    <a:p>
                      <a:pPr>
                        <a:buNone/>
                      </a:pPr>
                      <a:r>
                        <a:rPr lang="en-IN" sz="1600" b="0">
                          <a:solidFill>
                            <a:schemeClr val="bg1"/>
                          </a:solidFill>
                        </a:rPr>
                        <a:t>Annotation</a:t>
                      </a:r>
                    </a:p>
                  </a:txBody>
                  <a:tcPr anchor="ctr"/>
                </a:tc>
                <a:tc>
                  <a:txBody>
                    <a:bodyPr/>
                    <a:lstStyle/>
                    <a:p>
                      <a:pPr>
                        <a:buNone/>
                      </a:pPr>
                      <a:r>
                        <a:rPr lang="en-US" sz="1600">
                          <a:solidFill>
                            <a:schemeClr val="bg1"/>
                          </a:solidFill>
                        </a:rPr>
                        <a:t>Special keyword that controls test execution flow</a:t>
                      </a:r>
                    </a:p>
                  </a:txBody>
                  <a:tcPr anchor="ctr"/>
                </a:tc>
                <a:extLst>
                  <a:ext uri="{0D108BD9-81ED-4DB2-BD59-A6C34878D82A}">
                    <a16:rowId xmlns:a16="http://schemas.microsoft.com/office/drawing/2014/main" val="2270329746"/>
                  </a:ext>
                </a:extLst>
              </a:tr>
              <a:tr h="507597">
                <a:tc>
                  <a:txBody>
                    <a:bodyPr/>
                    <a:lstStyle/>
                    <a:p>
                      <a:pPr>
                        <a:buNone/>
                      </a:pPr>
                      <a:r>
                        <a:rPr lang="en-IN" sz="1600" b="0">
                          <a:solidFill>
                            <a:schemeClr val="bg1"/>
                          </a:solidFill>
                        </a:rPr>
                        <a:t>Assertion</a:t>
                      </a:r>
                    </a:p>
                  </a:txBody>
                  <a:tcPr anchor="ctr"/>
                </a:tc>
                <a:tc>
                  <a:txBody>
                    <a:bodyPr/>
                    <a:lstStyle/>
                    <a:p>
                      <a:pPr>
                        <a:buNone/>
                      </a:pPr>
                      <a:r>
                        <a:rPr lang="en-US" sz="1600">
                          <a:solidFill>
                            <a:schemeClr val="bg1"/>
                          </a:solidFill>
                        </a:rPr>
                        <a:t>A validation step that decides pass or fail</a:t>
                      </a:r>
                    </a:p>
                  </a:txBody>
                  <a:tcPr anchor="ctr"/>
                </a:tc>
                <a:extLst>
                  <a:ext uri="{0D108BD9-81ED-4DB2-BD59-A6C34878D82A}">
                    <a16:rowId xmlns:a16="http://schemas.microsoft.com/office/drawing/2014/main" val="2865712109"/>
                  </a:ext>
                </a:extLst>
              </a:tr>
              <a:tr h="507597">
                <a:tc>
                  <a:txBody>
                    <a:bodyPr/>
                    <a:lstStyle/>
                    <a:p>
                      <a:pPr>
                        <a:buNone/>
                      </a:pPr>
                      <a:r>
                        <a:rPr lang="en-IN" sz="1600" b="0">
                          <a:solidFill>
                            <a:schemeClr val="bg1"/>
                          </a:solidFill>
                        </a:rPr>
                        <a:t>DataProvider</a:t>
                      </a:r>
                    </a:p>
                  </a:txBody>
                  <a:tcPr anchor="ctr"/>
                </a:tc>
                <a:tc>
                  <a:txBody>
                    <a:bodyPr/>
                    <a:lstStyle/>
                    <a:p>
                      <a:pPr>
                        <a:buNone/>
                      </a:pPr>
                      <a:r>
                        <a:rPr lang="en-US" sz="1600">
                          <a:solidFill>
                            <a:schemeClr val="bg1"/>
                          </a:solidFill>
                        </a:rPr>
                        <a:t>A way to supply multiple data sets to a test</a:t>
                      </a:r>
                    </a:p>
                  </a:txBody>
                  <a:tcPr anchor="ctr"/>
                </a:tc>
                <a:extLst>
                  <a:ext uri="{0D108BD9-81ED-4DB2-BD59-A6C34878D82A}">
                    <a16:rowId xmlns:a16="http://schemas.microsoft.com/office/drawing/2014/main" val="2261567069"/>
                  </a:ext>
                </a:extLst>
              </a:tr>
              <a:tr h="507597">
                <a:tc>
                  <a:txBody>
                    <a:bodyPr/>
                    <a:lstStyle/>
                    <a:p>
                      <a:pPr>
                        <a:buNone/>
                      </a:pPr>
                      <a:r>
                        <a:rPr lang="en-IN" sz="1600" b="0" dirty="0">
                          <a:solidFill>
                            <a:schemeClr val="bg1"/>
                          </a:solidFill>
                        </a:rPr>
                        <a:t>Listener</a:t>
                      </a:r>
                    </a:p>
                  </a:txBody>
                  <a:tcPr anchor="ctr"/>
                </a:tc>
                <a:tc>
                  <a:txBody>
                    <a:bodyPr/>
                    <a:lstStyle/>
                    <a:p>
                      <a:pPr>
                        <a:buNone/>
                      </a:pPr>
                      <a:r>
                        <a:rPr lang="en-US" sz="1600" dirty="0">
                          <a:solidFill>
                            <a:schemeClr val="bg1"/>
                          </a:solidFill>
                        </a:rPr>
                        <a:t>A class that listens to test execution events</a:t>
                      </a:r>
                    </a:p>
                  </a:txBody>
                  <a:tcPr anchor="ctr"/>
                </a:tc>
                <a:extLst>
                  <a:ext uri="{0D108BD9-81ED-4DB2-BD59-A6C34878D82A}">
                    <a16:rowId xmlns:a16="http://schemas.microsoft.com/office/drawing/2014/main" val="21037713"/>
                  </a:ext>
                </a:extLst>
              </a:tr>
            </a:tbl>
          </a:graphicData>
        </a:graphic>
      </p:graphicFrame>
    </p:spTree>
    <p:extLst>
      <p:ext uri="{BB962C8B-B14F-4D97-AF65-F5344CB8AC3E}">
        <p14:creationId xmlns:p14="http://schemas.microsoft.com/office/powerpoint/2010/main" val="2330970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FBE4-6F84-D17D-107B-6E0730CE3593}"/>
              </a:ext>
            </a:extLst>
          </p:cNvPr>
          <p:cNvSpPr>
            <a:spLocks noGrp="1"/>
          </p:cNvSpPr>
          <p:nvPr>
            <p:ph type="title"/>
          </p:nvPr>
        </p:nvSpPr>
        <p:spPr/>
        <p:txBody>
          <a:bodyPr>
            <a:normAutofit/>
          </a:bodyPr>
          <a:lstStyle/>
          <a:p>
            <a:r>
              <a:rPr lang="en-IN" sz="2400" dirty="0"/>
              <a:t>Installation &amp; Configuration</a:t>
            </a:r>
          </a:p>
        </p:txBody>
      </p:sp>
      <p:sp>
        <p:nvSpPr>
          <p:cNvPr id="3" name="Content Placeholder 2">
            <a:extLst>
              <a:ext uri="{FF2B5EF4-FFF2-40B4-BE49-F238E27FC236}">
                <a16:creationId xmlns:a16="http://schemas.microsoft.com/office/drawing/2014/main" id="{AA412B5A-EB97-A734-B924-8126234A8091}"/>
              </a:ext>
            </a:extLst>
          </p:cNvPr>
          <p:cNvSpPr>
            <a:spLocks noGrp="1"/>
          </p:cNvSpPr>
          <p:nvPr>
            <p:ph idx="1"/>
          </p:nvPr>
        </p:nvSpPr>
        <p:spPr>
          <a:xfrm>
            <a:off x="36726" y="918344"/>
            <a:ext cx="11784691" cy="5838056"/>
          </a:xfrm>
        </p:spPr>
        <p:txBody>
          <a:bodyPr>
            <a:normAutofit/>
          </a:bodyPr>
          <a:lstStyle/>
          <a:p>
            <a:pPr marL="0" indent="0">
              <a:buNone/>
            </a:pPr>
            <a:r>
              <a:rPr lang="en-IN" sz="1800" dirty="0">
                <a:solidFill>
                  <a:schemeClr val="bg1"/>
                </a:solidFill>
              </a:rPr>
              <a:t>TestNG offers multiple ways to integrate with Java project. Popular options are:-</a:t>
            </a:r>
          </a:p>
          <a:p>
            <a:pPr marL="0" indent="0">
              <a:buNone/>
            </a:pPr>
            <a:endParaRPr lang="en-IN" sz="200" dirty="0">
              <a:solidFill>
                <a:schemeClr val="bg1"/>
              </a:solidFill>
            </a:endParaRPr>
          </a:p>
          <a:p>
            <a:pPr marL="342900" indent="-342900">
              <a:buAutoNum type="arabicPeriod"/>
            </a:pPr>
            <a:r>
              <a:rPr lang="en-IN" sz="1600" dirty="0">
                <a:solidFill>
                  <a:schemeClr val="bg1"/>
                </a:solidFill>
              </a:rPr>
              <a:t>as a </a:t>
            </a:r>
            <a:r>
              <a:rPr lang="en-IN" sz="1600" b="1" dirty="0">
                <a:solidFill>
                  <a:schemeClr val="bg1"/>
                </a:solidFill>
              </a:rPr>
              <a:t>dependency jar</a:t>
            </a:r>
          </a:p>
          <a:p>
            <a:pPr marL="342900" indent="-342900">
              <a:buAutoNum type="arabicPeriod"/>
            </a:pPr>
            <a:r>
              <a:rPr lang="en-IN" sz="1600" dirty="0">
                <a:solidFill>
                  <a:schemeClr val="bg1"/>
                </a:solidFill>
              </a:rPr>
              <a:t>via </a:t>
            </a:r>
            <a:r>
              <a:rPr lang="en-IN" sz="1600" b="1" dirty="0">
                <a:solidFill>
                  <a:schemeClr val="bg1"/>
                </a:solidFill>
              </a:rPr>
              <a:t>pom.xml</a:t>
            </a:r>
            <a:r>
              <a:rPr lang="en-IN" sz="1600" dirty="0">
                <a:solidFill>
                  <a:schemeClr val="bg1"/>
                </a:solidFill>
              </a:rPr>
              <a:t> in maven project</a:t>
            </a:r>
          </a:p>
          <a:p>
            <a:pPr marL="342900" indent="-342900">
              <a:buAutoNum type="arabicPeriod"/>
            </a:pPr>
            <a:r>
              <a:rPr lang="en-IN" sz="1600" dirty="0">
                <a:solidFill>
                  <a:schemeClr val="bg1"/>
                </a:solidFill>
              </a:rPr>
              <a:t>as </a:t>
            </a:r>
            <a:r>
              <a:rPr lang="en-IN" sz="1600" b="1" dirty="0" err="1">
                <a:solidFill>
                  <a:schemeClr val="bg1"/>
                </a:solidFill>
              </a:rPr>
              <a:t>gradle</a:t>
            </a:r>
            <a:r>
              <a:rPr lang="en-IN" sz="1600" dirty="0">
                <a:solidFill>
                  <a:schemeClr val="bg1"/>
                </a:solidFill>
              </a:rPr>
              <a:t> </a:t>
            </a:r>
            <a:r>
              <a:rPr lang="en-IN" sz="1600" b="1" dirty="0">
                <a:solidFill>
                  <a:schemeClr val="bg1"/>
                </a:solidFill>
              </a:rPr>
              <a:t>dependency</a:t>
            </a:r>
          </a:p>
          <a:p>
            <a:pPr marL="342900" indent="-342900">
              <a:buAutoNum type="arabicPeriod"/>
            </a:pPr>
            <a:r>
              <a:rPr lang="en-IN" sz="1600" dirty="0">
                <a:solidFill>
                  <a:schemeClr val="bg1"/>
                </a:solidFill>
              </a:rPr>
              <a:t>through </a:t>
            </a:r>
            <a:r>
              <a:rPr lang="en-IN" sz="1600" b="1" dirty="0">
                <a:solidFill>
                  <a:schemeClr val="bg1"/>
                </a:solidFill>
              </a:rPr>
              <a:t>eclipse plugin</a:t>
            </a:r>
          </a:p>
          <a:p>
            <a:pPr marL="0" indent="0">
              <a:buNone/>
            </a:pPr>
            <a:endParaRPr lang="en-IN" sz="200" dirty="0">
              <a:solidFill>
                <a:schemeClr val="bg1"/>
              </a:solidFill>
            </a:endParaRPr>
          </a:p>
          <a:p>
            <a:pPr marL="0" indent="0">
              <a:buNone/>
            </a:pPr>
            <a:r>
              <a:rPr lang="en-IN" sz="1600" b="1" dirty="0">
                <a:solidFill>
                  <a:schemeClr val="bg1"/>
                </a:solidFill>
              </a:rPr>
              <a:t>Option 1:- dependency jar</a:t>
            </a:r>
          </a:p>
          <a:p>
            <a:pPr marL="0" indent="0">
              <a:buNone/>
            </a:pPr>
            <a:r>
              <a:rPr lang="en-IN" sz="1600" dirty="0">
                <a:solidFill>
                  <a:schemeClr val="bg1"/>
                </a:solidFill>
              </a:rPr>
              <a:t>Grab the </a:t>
            </a:r>
            <a:r>
              <a:rPr lang="en-IN" sz="1600" dirty="0" err="1">
                <a:solidFill>
                  <a:schemeClr val="bg1"/>
                </a:solidFill>
              </a:rPr>
              <a:t>testng</a:t>
            </a:r>
            <a:r>
              <a:rPr lang="en-IN" sz="1600" dirty="0">
                <a:solidFill>
                  <a:schemeClr val="bg1"/>
                </a:solidFill>
              </a:rPr>
              <a:t> jar (e.g. from </a:t>
            </a:r>
            <a:r>
              <a:rPr lang="en-IN" sz="1600" dirty="0" err="1">
                <a:solidFill>
                  <a:schemeClr val="bg1"/>
                </a:solidFill>
              </a:rPr>
              <a:t>mavenrepository</a:t>
            </a:r>
            <a:r>
              <a:rPr lang="en-IN" sz="1600" dirty="0">
                <a:solidFill>
                  <a:schemeClr val="bg1"/>
                </a:solidFill>
              </a:rPr>
              <a:t>) and add as dependency in your java project.</a:t>
            </a:r>
          </a:p>
          <a:p>
            <a:pPr marL="0" indent="0">
              <a:buNone/>
            </a:pPr>
            <a:endParaRPr lang="en-IN" sz="200" dirty="0">
              <a:solidFill>
                <a:schemeClr val="bg1"/>
              </a:solidFill>
            </a:endParaRPr>
          </a:p>
          <a:p>
            <a:pPr marL="0" indent="0">
              <a:buNone/>
            </a:pPr>
            <a:r>
              <a:rPr lang="en-IN" sz="1600" b="1" dirty="0">
                <a:solidFill>
                  <a:schemeClr val="bg1"/>
                </a:solidFill>
              </a:rPr>
              <a:t>Option 2:- pom.xml</a:t>
            </a:r>
          </a:p>
          <a:p>
            <a:pPr marL="0" indent="0">
              <a:buNone/>
            </a:pPr>
            <a:r>
              <a:rPr lang="en-IN" sz="1600" dirty="0">
                <a:solidFill>
                  <a:schemeClr val="bg1"/>
                </a:solidFill>
              </a:rPr>
              <a:t>If your project is a maven project, then add the dependency in the pom.xml</a:t>
            </a:r>
          </a:p>
          <a:p>
            <a:pPr marL="0" indent="0">
              <a:buNone/>
            </a:pPr>
            <a:r>
              <a:rPr lang="en-IN" sz="1600" i="1" dirty="0">
                <a:solidFill>
                  <a:schemeClr val="bg1"/>
                </a:solidFill>
              </a:rPr>
              <a:t>&lt;dependency&gt;</a:t>
            </a:r>
          </a:p>
          <a:p>
            <a:pPr marL="0" indent="0">
              <a:buNone/>
            </a:pPr>
            <a:r>
              <a:rPr lang="en-IN" sz="1600" i="1" dirty="0">
                <a:solidFill>
                  <a:schemeClr val="bg1"/>
                </a:solidFill>
              </a:rPr>
              <a:t>  &lt;</a:t>
            </a:r>
            <a:r>
              <a:rPr lang="en-IN" sz="1600" i="1" dirty="0" err="1">
                <a:solidFill>
                  <a:schemeClr val="bg1"/>
                </a:solidFill>
              </a:rPr>
              <a:t>groupId</a:t>
            </a:r>
            <a:r>
              <a:rPr lang="en-IN" sz="1600" i="1" dirty="0">
                <a:solidFill>
                  <a:schemeClr val="bg1"/>
                </a:solidFill>
              </a:rPr>
              <a:t>&gt;</a:t>
            </a:r>
            <a:r>
              <a:rPr lang="en-IN" sz="1600" i="1" dirty="0" err="1">
                <a:solidFill>
                  <a:schemeClr val="bg1"/>
                </a:solidFill>
              </a:rPr>
              <a:t>org.testng</a:t>
            </a:r>
            <a:r>
              <a:rPr lang="en-IN" sz="1600" i="1" dirty="0">
                <a:solidFill>
                  <a:schemeClr val="bg1"/>
                </a:solidFill>
              </a:rPr>
              <a:t>&lt;/</a:t>
            </a:r>
            <a:r>
              <a:rPr lang="en-IN" sz="1600" i="1" dirty="0" err="1">
                <a:solidFill>
                  <a:schemeClr val="bg1"/>
                </a:solidFill>
              </a:rPr>
              <a:t>groupId</a:t>
            </a:r>
            <a:r>
              <a:rPr lang="en-IN" sz="1600" i="1" dirty="0">
                <a:solidFill>
                  <a:schemeClr val="bg1"/>
                </a:solidFill>
              </a:rPr>
              <a:t>&gt;</a:t>
            </a:r>
          </a:p>
          <a:p>
            <a:pPr marL="0" indent="0">
              <a:buNone/>
            </a:pPr>
            <a:r>
              <a:rPr lang="en-IN" sz="1600" i="1" dirty="0">
                <a:solidFill>
                  <a:schemeClr val="bg1"/>
                </a:solidFill>
              </a:rPr>
              <a:t>  &lt;</a:t>
            </a:r>
            <a:r>
              <a:rPr lang="en-IN" sz="1600" i="1" dirty="0" err="1">
                <a:solidFill>
                  <a:schemeClr val="bg1"/>
                </a:solidFill>
              </a:rPr>
              <a:t>artifactId</a:t>
            </a:r>
            <a:r>
              <a:rPr lang="en-IN" sz="1600" i="1" dirty="0">
                <a:solidFill>
                  <a:schemeClr val="bg1"/>
                </a:solidFill>
              </a:rPr>
              <a:t>&gt;</a:t>
            </a:r>
            <a:r>
              <a:rPr lang="en-IN" sz="1600" i="1" dirty="0" err="1">
                <a:solidFill>
                  <a:schemeClr val="bg1"/>
                </a:solidFill>
              </a:rPr>
              <a:t>testng</a:t>
            </a:r>
            <a:r>
              <a:rPr lang="en-IN" sz="1600" i="1" dirty="0">
                <a:solidFill>
                  <a:schemeClr val="bg1"/>
                </a:solidFill>
              </a:rPr>
              <a:t>&lt;/</a:t>
            </a:r>
            <a:r>
              <a:rPr lang="en-IN" sz="1600" i="1" dirty="0" err="1">
                <a:solidFill>
                  <a:schemeClr val="bg1"/>
                </a:solidFill>
              </a:rPr>
              <a:t>artifactId</a:t>
            </a:r>
            <a:r>
              <a:rPr lang="en-IN" sz="1600" i="1" dirty="0">
                <a:solidFill>
                  <a:schemeClr val="bg1"/>
                </a:solidFill>
              </a:rPr>
              <a:t>&gt;</a:t>
            </a:r>
          </a:p>
          <a:p>
            <a:pPr marL="0" indent="0">
              <a:buNone/>
            </a:pPr>
            <a:r>
              <a:rPr lang="en-IN" sz="1600" i="1" dirty="0">
                <a:solidFill>
                  <a:schemeClr val="bg1"/>
                </a:solidFill>
              </a:rPr>
              <a:t>  &lt;version&gt;7.9.0&lt;/version&gt;</a:t>
            </a:r>
          </a:p>
          <a:p>
            <a:pPr marL="0" indent="0">
              <a:buNone/>
            </a:pPr>
            <a:r>
              <a:rPr lang="en-IN" sz="1600" i="1" dirty="0">
                <a:solidFill>
                  <a:schemeClr val="bg1"/>
                </a:solidFill>
              </a:rPr>
              <a:t>  &lt;scope&gt;test&lt;/scope&gt;</a:t>
            </a:r>
          </a:p>
          <a:p>
            <a:pPr marL="0" indent="0">
              <a:buNone/>
            </a:pPr>
            <a:r>
              <a:rPr lang="en-IN" sz="1600" i="1" dirty="0">
                <a:solidFill>
                  <a:schemeClr val="bg1"/>
                </a:solidFill>
              </a:rPr>
              <a:t>&lt;/dependency&gt;</a:t>
            </a:r>
          </a:p>
        </p:txBody>
      </p:sp>
      <p:sp>
        <p:nvSpPr>
          <p:cNvPr id="5" name="Date Placeholder 3">
            <a:extLst>
              <a:ext uri="{FF2B5EF4-FFF2-40B4-BE49-F238E27FC236}">
                <a16:creationId xmlns:a16="http://schemas.microsoft.com/office/drawing/2014/main" id="{3BDD4045-E83B-47A2-F42B-E03B9FE1CE61}"/>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180907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E647C-C3BB-B2EF-F4A4-52365B87C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A0E15-7DE4-4E87-AF15-8D30EEE172AD}"/>
              </a:ext>
            </a:extLst>
          </p:cNvPr>
          <p:cNvSpPr>
            <a:spLocks noGrp="1"/>
          </p:cNvSpPr>
          <p:nvPr>
            <p:ph type="title"/>
          </p:nvPr>
        </p:nvSpPr>
        <p:spPr/>
        <p:txBody>
          <a:bodyPr>
            <a:normAutofit/>
          </a:bodyPr>
          <a:lstStyle/>
          <a:p>
            <a:r>
              <a:rPr lang="en-IN" sz="2400" dirty="0"/>
              <a:t>Installation &amp; Configuration</a:t>
            </a:r>
          </a:p>
        </p:txBody>
      </p:sp>
      <p:sp>
        <p:nvSpPr>
          <p:cNvPr id="3" name="Content Placeholder 2">
            <a:extLst>
              <a:ext uri="{FF2B5EF4-FFF2-40B4-BE49-F238E27FC236}">
                <a16:creationId xmlns:a16="http://schemas.microsoft.com/office/drawing/2014/main" id="{58C66A3D-B0D5-49AD-C439-FC6EA3D1117D}"/>
              </a:ext>
            </a:extLst>
          </p:cNvPr>
          <p:cNvSpPr>
            <a:spLocks noGrp="1"/>
          </p:cNvSpPr>
          <p:nvPr>
            <p:ph idx="1"/>
          </p:nvPr>
        </p:nvSpPr>
        <p:spPr>
          <a:xfrm>
            <a:off x="36726" y="918344"/>
            <a:ext cx="11784691" cy="5838056"/>
          </a:xfrm>
        </p:spPr>
        <p:txBody>
          <a:bodyPr>
            <a:normAutofit/>
          </a:bodyPr>
          <a:lstStyle/>
          <a:p>
            <a:pPr marL="0" indent="0">
              <a:buNone/>
            </a:pPr>
            <a:r>
              <a:rPr lang="en-IN" sz="1600" b="1" dirty="0">
                <a:solidFill>
                  <a:schemeClr val="bg1"/>
                </a:solidFill>
              </a:rPr>
              <a:t>Option 3:- </a:t>
            </a:r>
            <a:r>
              <a:rPr lang="en-IN" sz="1600" b="1" dirty="0" err="1">
                <a:solidFill>
                  <a:schemeClr val="bg1"/>
                </a:solidFill>
              </a:rPr>
              <a:t>gradle</a:t>
            </a:r>
            <a:r>
              <a:rPr lang="en-IN" sz="1600" b="1" dirty="0">
                <a:solidFill>
                  <a:schemeClr val="bg1"/>
                </a:solidFill>
              </a:rPr>
              <a:t> dependency</a:t>
            </a:r>
          </a:p>
          <a:p>
            <a:pPr marL="0" indent="0">
              <a:buNone/>
            </a:pPr>
            <a:r>
              <a:rPr lang="en-IN" sz="1600" dirty="0">
                <a:solidFill>
                  <a:schemeClr val="bg1"/>
                </a:solidFill>
              </a:rPr>
              <a:t>Add the dependency block in the </a:t>
            </a:r>
            <a:r>
              <a:rPr lang="en-IN" sz="1600" dirty="0" err="1">
                <a:solidFill>
                  <a:schemeClr val="bg1"/>
                </a:solidFill>
              </a:rPr>
              <a:t>gradle’s</a:t>
            </a:r>
            <a:r>
              <a:rPr lang="en-IN" sz="1600" dirty="0">
                <a:solidFill>
                  <a:schemeClr val="bg1"/>
                </a:solidFill>
              </a:rPr>
              <a:t> build file</a:t>
            </a:r>
          </a:p>
          <a:p>
            <a:pPr marL="0" indent="0">
              <a:buNone/>
            </a:pPr>
            <a:r>
              <a:rPr lang="en-IN" sz="1600" i="1" dirty="0">
                <a:solidFill>
                  <a:schemeClr val="bg1"/>
                </a:solidFill>
              </a:rPr>
              <a:t>	dependencies { </a:t>
            </a:r>
            <a:r>
              <a:rPr lang="en-IN" sz="1600" i="1" dirty="0" err="1">
                <a:solidFill>
                  <a:schemeClr val="bg1"/>
                </a:solidFill>
              </a:rPr>
              <a:t>testCompile</a:t>
            </a:r>
            <a:r>
              <a:rPr lang="en-IN" sz="1600" i="1" dirty="0">
                <a:solidFill>
                  <a:schemeClr val="bg1"/>
                </a:solidFill>
              </a:rPr>
              <a:t> 'org.testng:testng:7.9.0' }</a:t>
            </a:r>
          </a:p>
          <a:p>
            <a:pPr marL="0" indent="0">
              <a:buNone/>
            </a:pPr>
            <a:endParaRPr lang="en-IN" sz="1600" dirty="0">
              <a:solidFill>
                <a:schemeClr val="bg1"/>
              </a:solidFill>
            </a:endParaRPr>
          </a:p>
          <a:p>
            <a:pPr marL="0" indent="0">
              <a:buNone/>
            </a:pPr>
            <a:r>
              <a:rPr lang="en-IN" sz="1600" b="1" dirty="0">
                <a:solidFill>
                  <a:schemeClr val="bg1"/>
                </a:solidFill>
              </a:rPr>
              <a:t>Option 4:- eclipse plugin</a:t>
            </a:r>
          </a:p>
          <a:p>
            <a:pPr marL="0" indent="0">
              <a:buNone/>
            </a:pPr>
            <a:r>
              <a:rPr lang="en-IN" sz="1600" dirty="0">
                <a:solidFill>
                  <a:schemeClr val="bg1"/>
                </a:solidFill>
              </a:rPr>
              <a:t>Use eclipse marketplace to install eclipse plugin or use Install New Software option available in the Eclipse IDE.</a:t>
            </a:r>
          </a:p>
        </p:txBody>
      </p:sp>
      <p:sp>
        <p:nvSpPr>
          <p:cNvPr id="4" name="Date Placeholder 3">
            <a:extLst>
              <a:ext uri="{FF2B5EF4-FFF2-40B4-BE49-F238E27FC236}">
                <a16:creationId xmlns:a16="http://schemas.microsoft.com/office/drawing/2014/main" id="{2AE62663-2808-2C8E-C475-A0AA0C2540D0}"/>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25276906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E12AE-A971-4A3C-AD86-65C7597E38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F16A76-FEE2-D441-03D4-7FA65D208AE2}"/>
              </a:ext>
            </a:extLst>
          </p:cNvPr>
          <p:cNvSpPr>
            <a:spLocks noGrp="1"/>
          </p:cNvSpPr>
          <p:nvPr>
            <p:ph type="title"/>
          </p:nvPr>
        </p:nvSpPr>
        <p:spPr/>
        <p:txBody>
          <a:bodyPr>
            <a:normAutofit/>
          </a:bodyPr>
          <a:lstStyle/>
          <a:p>
            <a:r>
              <a:rPr lang="en-IN" sz="2400" dirty="0"/>
              <a:t>Writing tests in TestNG</a:t>
            </a:r>
          </a:p>
        </p:txBody>
      </p:sp>
      <p:sp>
        <p:nvSpPr>
          <p:cNvPr id="3" name="Content Placeholder 2">
            <a:extLst>
              <a:ext uri="{FF2B5EF4-FFF2-40B4-BE49-F238E27FC236}">
                <a16:creationId xmlns:a16="http://schemas.microsoft.com/office/drawing/2014/main" id="{A3116493-3420-C922-5E58-46B1ADBAFA29}"/>
              </a:ext>
            </a:extLst>
          </p:cNvPr>
          <p:cNvSpPr>
            <a:spLocks noGrp="1"/>
          </p:cNvSpPr>
          <p:nvPr>
            <p:ph idx="1"/>
          </p:nvPr>
        </p:nvSpPr>
        <p:spPr>
          <a:xfrm>
            <a:off x="36726" y="918344"/>
            <a:ext cx="11784691" cy="5838056"/>
          </a:xfrm>
        </p:spPr>
        <p:txBody>
          <a:bodyPr>
            <a:normAutofit/>
          </a:bodyPr>
          <a:lstStyle/>
          <a:p>
            <a:pPr marL="0" indent="0">
              <a:buNone/>
            </a:pPr>
            <a:r>
              <a:rPr lang="en-US" sz="1800" b="1" dirty="0">
                <a:solidFill>
                  <a:schemeClr val="bg1"/>
                </a:solidFill>
              </a:rPr>
              <a:t>Structure of a TestNG Test</a:t>
            </a:r>
          </a:p>
          <a:p>
            <a:pPr marL="0" indent="0">
              <a:buNone/>
            </a:pPr>
            <a:endParaRPr lang="en-US" sz="200" dirty="0">
              <a:solidFill>
                <a:schemeClr val="bg1"/>
              </a:solidFill>
            </a:endParaRPr>
          </a:p>
          <a:p>
            <a:pPr marL="0" indent="0">
              <a:buNone/>
            </a:pPr>
            <a:r>
              <a:rPr lang="en-US" sz="1600" dirty="0">
                <a:solidFill>
                  <a:schemeClr val="bg1"/>
                </a:solidFill>
              </a:rPr>
              <a:t>A TestNG test is simply a Java class with methods marked using annotations. Note that:-</a:t>
            </a:r>
          </a:p>
          <a:p>
            <a:pPr marL="0" indent="0">
              <a:buNone/>
            </a:pPr>
            <a:endParaRPr lang="en-US" sz="200" dirty="0">
              <a:solidFill>
                <a:schemeClr val="bg1"/>
              </a:solidFill>
            </a:endParaRPr>
          </a:p>
          <a:p>
            <a:pPr marL="342900" indent="-342900">
              <a:buFont typeface="+mj-lt"/>
              <a:buAutoNum type="arabicPeriod"/>
            </a:pPr>
            <a:r>
              <a:rPr lang="en-US" sz="1600" dirty="0">
                <a:solidFill>
                  <a:schemeClr val="bg1"/>
                </a:solidFill>
              </a:rPr>
              <a:t>@Test tells TestNG that this method is a test case</a:t>
            </a:r>
          </a:p>
          <a:p>
            <a:pPr marL="342900" indent="-342900">
              <a:buFont typeface="+mj-lt"/>
              <a:buAutoNum type="arabicPeriod"/>
            </a:pPr>
            <a:r>
              <a:rPr lang="en-US" sz="1600" dirty="0">
                <a:solidFill>
                  <a:schemeClr val="bg1"/>
                </a:solidFill>
              </a:rPr>
              <a:t>No main() method is required</a:t>
            </a:r>
          </a:p>
          <a:p>
            <a:pPr marL="342900" indent="-342900">
              <a:buFont typeface="+mj-lt"/>
              <a:buAutoNum type="arabicPeriod"/>
            </a:pPr>
            <a:r>
              <a:rPr lang="en-US" sz="1600" dirty="0">
                <a:solidFill>
                  <a:schemeClr val="bg1"/>
                </a:solidFill>
              </a:rPr>
              <a:t>TestNG controls execution</a:t>
            </a:r>
          </a:p>
          <a:p>
            <a:pPr marL="0" indent="0">
              <a:buNone/>
            </a:pPr>
            <a:endParaRPr lang="en-US" sz="200" dirty="0">
              <a:solidFill>
                <a:schemeClr val="bg1"/>
              </a:solidFill>
            </a:endParaRPr>
          </a:p>
          <a:p>
            <a:pPr marL="0" indent="0">
              <a:buNone/>
            </a:pPr>
            <a:r>
              <a:rPr lang="en-US" sz="1600" dirty="0">
                <a:solidFill>
                  <a:schemeClr val="bg1"/>
                </a:solidFill>
              </a:rPr>
              <a:t>Example:-</a:t>
            </a:r>
          </a:p>
          <a:p>
            <a:pPr marL="0" indent="0">
              <a:buNone/>
            </a:pPr>
            <a:endParaRPr lang="en-US" sz="200" dirty="0">
              <a:solidFill>
                <a:schemeClr val="bg1"/>
              </a:solidFill>
            </a:endParaRPr>
          </a:p>
          <a:p>
            <a:pPr marL="0" indent="0">
              <a:buNone/>
            </a:pPr>
            <a:r>
              <a:rPr lang="en-US" sz="1600" dirty="0">
                <a:solidFill>
                  <a:schemeClr val="bg1"/>
                </a:solidFill>
              </a:rPr>
              <a:t>public class </a:t>
            </a:r>
            <a:r>
              <a:rPr lang="en-US" sz="1600" dirty="0" err="1">
                <a:solidFill>
                  <a:schemeClr val="bg1"/>
                </a:solidFill>
              </a:rPr>
              <a:t>FirstTest</a:t>
            </a:r>
            <a:r>
              <a:rPr lang="en-US" sz="1600" dirty="0">
                <a:solidFill>
                  <a:schemeClr val="bg1"/>
                </a:solidFill>
              </a:rPr>
              <a:t> {</a:t>
            </a:r>
          </a:p>
          <a:p>
            <a:pPr marL="0" indent="0">
              <a:buNone/>
            </a:pPr>
            <a:endParaRPr lang="en-US" sz="200" dirty="0">
              <a:solidFill>
                <a:schemeClr val="bg1"/>
              </a:solidFill>
            </a:endParaRPr>
          </a:p>
          <a:p>
            <a:pPr marL="0" indent="0">
              <a:buNone/>
            </a:pPr>
            <a:r>
              <a:rPr lang="en-US" sz="1600" i="1" dirty="0">
                <a:solidFill>
                  <a:schemeClr val="bg1"/>
                </a:solidFill>
              </a:rPr>
              <a:t>    @Test</a:t>
            </a:r>
          </a:p>
          <a:p>
            <a:pPr marL="0" indent="0">
              <a:buNone/>
            </a:pPr>
            <a:r>
              <a:rPr lang="en-US" sz="1600" i="1" dirty="0">
                <a:solidFill>
                  <a:schemeClr val="bg1"/>
                </a:solidFill>
              </a:rPr>
              <a:t>    public void </a:t>
            </a:r>
            <a:r>
              <a:rPr lang="en-US" sz="1600" i="1" dirty="0" err="1">
                <a:solidFill>
                  <a:schemeClr val="bg1"/>
                </a:solidFill>
              </a:rPr>
              <a:t>printMessage</a:t>
            </a:r>
            <a:r>
              <a:rPr lang="en-US" sz="1600" i="1" dirty="0">
                <a:solidFill>
                  <a:schemeClr val="bg1"/>
                </a:solidFill>
              </a:rPr>
              <a:t>() {</a:t>
            </a:r>
          </a:p>
          <a:p>
            <a:pPr marL="0" indent="0">
              <a:buNone/>
            </a:pPr>
            <a:r>
              <a:rPr lang="en-US" sz="1600" i="1" dirty="0">
                <a:solidFill>
                  <a:schemeClr val="bg1"/>
                </a:solidFill>
              </a:rPr>
              <a:t>        </a:t>
            </a:r>
            <a:r>
              <a:rPr lang="en-US" sz="1600" i="1" dirty="0" err="1">
                <a:solidFill>
                  <a:schemeClr val="bg1"/>
                </a:solidFill>
              </a:rPr>
              <a:t>System.out.println</a:t>
            </a:r>
            <a:r>
              <a:rPr lang="en-US" sz="1600" i="1" dirty="0">
                <a:solidFill>
                  <a:schemeClr val="bg1"/>
                </a:solidFill>
              </a:rPr>
              <a:t>("Welcome to TestNG!");</a:t>
            </a:r>
          </a:p>
          <a:p>
            <a:pPr marL="0" indent="0">
              <a:buNone/>
            </a:pPr>
            <a:r>
              <a:rPr lang="en-US" sz="1600" i="1" dirty="0">
                <a:solidFill>
                  <a:schemeClr val="bg1"/>
                </a:solidFill>
              </a:rPr>
              <a:t>    }</a:t>
            </a:r>
          </a:p>
          <a:p>
            <a:pPr marL="0" indent="0">
              <a:buNone/>
            </a:pPr>
            <a:r>
              <a:rPr lang="en-US" sz="1600" i="1" dirty="0">
                <a:solidFill>
                  <a:schemeClr val="bg1"/>
                </a:solidFill>
              </a:rPr>
              <a:t>}</a:t>
            </a:r>
          </a:p>
          <a:p>
            <a:pPr marL="0" indent="0">
              <a:buNone/>
            </a:pPr>
            <a:endParaRPr lang="en-US" sz="1600" i="1" dirty="0">
              <a:solidFill>
                <a:schemeClr val="bg1"/>
              </a:solidFill>
            </a:endParaRPr>
          </a:p>
          <a:p>
            <a:pPr marL="0" indent="0">
              <a:buNone/>
            </a:pPr>
            <a:r>
              <a:rPr lang="en-US" sz="1600" dirty="0">
                <a:solidFill>
                  <a:schemeClr val="bg1"/>
                </a:solidFill>
              </a:rPr>
              <a:t>An </a:t>
            </a:r>
            <a:r>
              <a:rPr lang="en-US" sz="1600" b="1" dirty="0">
                <a:solidFill>
                  <a:schemeClr val="bg1"/>
                </a:solidFill>
              </a:rPr>
              <a:t>@Test </a:t>
            </a:r>
            <a:r>
              <a:rPr lang="en-US" sz="1600" dirty="0">
                <a:solidFill>
                  <a:schemeClr val="bg1"/>
                </a:solidFill>
              </a:rPr>
              <a:t>annotated method is called </a:t>
            </a:r>
            <a:r>
              <a:rPr lang="en-US" sz="1600" b="1" dirty="0">
                <a:solidFill>
                  <a:schemeClr val="bg1"/>
                </a:solidFill>
              </a:rPr>
              <a:t>test method</a:t>
            </a:r>
            <a:r>
              <a:rPr lang="en-US" sz="1600" dirty="0">
                <a:solidFill>
                  <a:schemeClr val="bg1"/>
                </a:solidFill>
              </a:rPr>
              <a:t>, and a test file can have as many test methods.</a:t>
            </a:r>
          </a:p>
        </p:txBody>
      </p:sp>
      <p:sp>
        <p:nvSpPr>
          <p:cNvPr id="4" name="Date Placeholder 3">
            <a:extLst>
              <a:ext uri="{FF2B5EF4-FFF2-40B4-BE49-F238E27FC236}">
                <a16:creationId xmlns:a16="http://schemas.microsoft.com/office/drawing/2014/main" id="{B66670B9-9165-BC5D-C1A5-AEC88AD95683}"/>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881292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A9727-222E-D2E9-7C39-A5AA2E314A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7A8BF-7860-2525-F17C-CC9000C346F8}"/>
              </a:ext>
            </a:extLst>
          </p:cNvPr>
          <p:cNvSpPr>
            <a:spLocks noGrp="1"/>
          </p:cNvSpPr>
          <p:nvPr>
            <p:ph type="title"/>
          </p:nvPr>
        </p:nvSpPr>
        <p:spPr/>
        <p:txBody>
          <a:bodyPr>
            <a:normAutofit/>
          </a:bodyPr>
          <a:lstStyle/>
          <a:p>
            <a:r>
              <a:rPr lang="en-IN" sz="2400" dirty="0"/>
              <a:t>Test execution flow {</a:t>
            </a:r>
            <a:r>
              <a:rPr lang="en-IN" sz="2000" dirty="0"/>
              <a:t>annotations</a:t>
            </a:r>
            <a:r>
              <a:rPr lang="en-IN" sz="2400" dirty="0"/>
              <a:t>}</a:t>
            </a:r>
          </a:p>
        </p:txBody>
      </p:sp>
      <p:sp>
        <p:nvSpPr>
          <p:cNvPr id="3" name="Content Placeholder 2">
            <a:extLst>
              <a:ext uri="{FF2B5EF4-FFF2-40B4-BE49-F238E27FC236}">
                <a16:creationId xmlns:a16="http://schemas.microsoft.com/office/drawing/2014/main" id="{75634F0B-9417-55EF-DAF8-DB11431A3ACC}"/>
              </a:ext>
            </a:extLst>
          </p:cNvPr>
          <p:cNvSpPr>
            <a:spLocks noGrp="1"/>
          </p:cNvSpPr>
          <p:nvPr>
            <p:ph idx="1"/>
          </p:nvPr>
        </p:nvSpPr>
        <p:spPr>
          <a:xfrm>
            <a:off x="36726" y="918344"/>
            <a:ext cx="11784691" cy="5838056"/>
          </a:xfrm>
        </p:spPr>
        <p:txBody>
          <a:bodyPr>
            <a:normAutofit/>
          </a:bodyPr>
          <a:lstStyle/>
          <a:p>
            <a:pPr marL="0" indent="0">
              <a:buNone/>
            </a:pPr>
            <a:r>
              <a:rPr lang="en-US" sz="1800" b="1" dirty="0">
                <a:solidFill>
                  <a:schemeClr val="bg1"/>
                </a:solidFill>
              </a:rPr>
              <a:t>Annotations in TestNG</a:t>
            </a:r>
          </a:p>
          <a:p>
            <a:pPr marL="0" indent="0">
              <a:buNone/>
            </a:pPr>
            <a:r>
              <a:rPr lang="en-US" sz="1600" dirty="0">
                <a:solidFill>
                  <a:schemeClr val="bg1"/>
                </a:solidFill>
              </a:rPr>
              <a:t>In Java, an </a:t>
            </a:r>
            <a:r>
              <a:rPr lang="en-US" sz="1600" b="1" dirty="0">
                <a:solidFill>
                  <a:schemeClr val="bg1"/>
                </a:solidFill>
              </a:rPr>
              <a:t>annotation</a:t>
            </a:r>
            <a:r>
              <a:rPr lang="en-US" sz="1600" dirty="0">
                <a:solidFill>
                  <a:schemeClr val="bg1"/>
                </a:solidFill>
              </a:rPr>
              <a:t> is a special type of marker that provides </a:t>
            </a:r>
            <a:r>
              <a:rPr lang="en-US" sz="1600" b="1" dirty="0">
                <a:solidFill>
                  <a:schemeClr val="bg1"/>
                </a:solidFill>
              </a:rPr>
              <a:t>metadata</a:t>
            </a:r>
            <a:r>
              <a:rPr lang="en-US" sz="1600" dirty="0">
                <a:solidFill>
                  <a:schemeClr val="bg1"/>
                </a:solidFill>
              </a:rPr>
              <a:t> about a class or method. Metadata means </a:t>
            </a:r>
            <a:r>
              <a:rPr lang="en-US" sz="1600" b="1" dirty="0">
                <a:solidFill>
                  <a:schemeClr val="bg1"/>
                </a:solidFill>
              </a:rPr>
              <a:t>information about the code that is not part of the program logic</a:t>
            </a:r>
            <a:r>
              <a:rPr lang="en-US" sz="1600" dirty="0">
                <a:solidFill>
                  <a:schemeClr val="bg1"/>
                </a:solidFill>
              </a:rPr>
              <a:t>, but is used by tools or frameworks.</a:t>
            </a:r>
          </a:p>
          <a:p>
            <a:pPr marL="0" indent="0">
              <a:buNone/>
            </a:pPr>
            <a:endParaRPr lang="en-US" sz="200" dirty="0">
              <a:solidFill>
                <a:schemeClr val="bg1"/>
              </a:solidFill>
            </a:endParaRPr>
          </a:p>
          <a:p>
            <a:pPr marL="0" indent="0">
              <a:buNone/>
            </a:pPr>
            <a:r>
              <a:rPr lang="en-US" sz="1600" dirty="0">
                <a:solidFill>
                  <a:schemeClr val="bg1"/>
                </a:solidFill>
              </a:rPr>
              <a:t>In </a:t>
            </a:r>
            <a:r>
              <a:rPr lang="en-US" sz="1600" b="1" dirty="0">
                <a:solidFill>
                  <a:schemeClr val="bg1"/>
                </a:solidFill>
              </a:rPr>
              <a:t>TestNG</a:t>
            </a:r>
            <a:r>
              <a:rPr lang="en-US" sz="1600" dirty="0">
                <a:solidFill>
                  <a:schemeClr val="bg1"/>
                </a:solidFill>
              </a:rPr>
              <a:t>, annotations tell the framework:</a:t>
            </a:r>
          </a:p>
          <a:p>
            <a:pPr marL="342900" indent="-342900">
              <a:buFont typeface="+mj-lt"/>
              <a:buAutoNum type="arabicPeriod"/>
            </a:pPr>
            <a:r>
              <a:rPr lang="en-US" sz="1600" i="1" dirty="0">
                <a:solidFill>
                  <a:schemeClr val="bg1"/>
                </a:solidFill>
              </a:rPr>
              <a:t>Which methods are tests</a:t>
            </a:r>
          </a:p>
          <a:p>
            <a:pPr marL="342900" indent="-342900">
              <a:buFont typeface="+mj-lt"/>
              <a:buAutoNum type="arabicPeriod"/>
            </a:pPr>
            <a:r>
              <a:rPr lang="en-US" sz="1600" i="1" dirty="0">
                <a:solidFill>
                  <a:schemeClr val="bg1"/>
                </a:solidFill>
              </a:rPr>
              <a:t>When a method should run</a:t>
            </a:r>
          </a:p>
          <a:p>
            <a:pPr marL="342900" indent="-342900">
              <a:buFont typeface="+mj-lt"/>
              <a:buAutoNum type="arabicPeriod"/>
            </a:pPr>
            <a:r>
              <a:rPr lang="en-US" sz="1600" i="1" dirty="0">
                <a:solidFill>
                  <a:schemeClr val="bg1"/>
                </a:solidFill>
              </a:rPr>
              <a:t>How tests should behave during execution</a:t>
            </a:r>
            <a:endParaRPr lang="en-US" sz="1600" dirty="0">
              <a:solidFill>
                <a:schemeClr val="bg1"/>
              </a:solidFill>
            </a:endParaRPr>
          </a:p>
          <a:p>
            <a:pPr marL="0" indent="0">
              <a:buNone/>
            </a:pPr>
            <a:endParaRPr lang="en-US" sz="200" dirty="0">
              <a:solidFill>
                <a:schemeClr val="bg1"/>
              </a:solidFill>
            </a:endParaRPr>
          </a:p>
          <a:p>
            <a:pPr marL="0" indent="0">
              <a:buNone/>
            </a:pPr>
            <a:r>
              <a:rPr lang="en-US" sz="1600" dirty="0">
                <a:solidFill>
                  <a:schemeClr val="bg1"/>
                </a:solidFill>
              </a:rPr>
              <a:t>Without annotations, TestNG would not know what to execute or in what order.</a:t>
            </a:r>
          </a:p>
          <a:p>
            <a:pPr marL="0" indent="0">
              <a:buNone/>
            </a:pPr>
            <a:endParaRPr lang="en-US" sz="200" dirty="0">
              <a:solidFill>
                <a:schemeClr val="bg1"/>
              </a:solidFill>
            </a:endParaRPr>
          </a:p>
          <a:p>
            <a:pPr marL="0" indent="0">
              <a:buNone/>
            </a:pPr>
            <a:r>
              <a:rPr lang="en-US" sz="1800" b="1" dirty="0">
                <a:solidFill>
                  <a:schemeClr val="bg1"/>
                </a:solidFill>
              </a:rPr>
              <a:t>Why Annotations Are Important</a:t>
            </a:r>
          </a:p>
          <a:p>
            <a:pPr marL="0" indent="0">
              <a:buNone/>
            </a:pPr>
            <a:r>
              <a:rPr lang="en-US" sz="1600" dirty="0">
                <a:solidFill>
                  <a:schemeClr val="bg1"/>
                </a:solidFill>
              </a:rPr>
              <a:t>Annotations remove the need to write extra code to manage test execution. Instead of manually calling setup or cleanup methods, we simply use annotations and TestNG handles the sequence automatically. They help to:</a:t>
            </a:r>
          </a:p>
          <a:p>
            <a:pPr marL="0" indent="0">
              <a:buNone/>
            </a:pPr>
            <a:endParaRPr lang="en-US" sz="200" dirty="0">
              <a:solidFill>
                <a:schemeClr val="bg1"/>
              </a:solidFill>
            </a:endParaRPr>
          </a:p>
          <a:p>
            <a:pPr marL="342900" indent="-342900">
              <a:buFont typeface="+mj-lt"/>
              <a:buAutoNum type="arabicPeriod"/>
            </a:pPr>
            <a:r>
              <a:rPr lang="en-US" sz="1600" dirty="0">
                <a:solidFill>
                  <a:schemeClr val="bg1"/>
                </a:solidFill>
              </a:rPr>
              <a:t>Identify test methods</a:t>
            </a:r>
          </a:p>
          <a:p>
            <a:pPr marL="342900" indent="-342900">
              <a:buFont typeface="+mj-lt"/>
              <a:buAutoNum type="arabicPeriod"/>
            </a:pPr>
            <a:r>
              <a:rPr lang="en-US" sz="1600" dirty="0">
                <a:solidFill>
                  <a:schemeClr val="bg1"/>
                </a:solidFill>
              </a:rPr>
              <a:t>Run setup code before tests</a:t>
            </a:r>
          </a:p>
          <a:p>
            <a:pPr marL="342900" indent="-342900">
              <a:buFont typeface="+mj-lt"/>
              <a:buAutoNum type="arabicPeriod"/>
            </a:pPr>
            <a:r>
              <a:rPr lang="en-US" sz="1600" dirty="0">
                <a:solidFill>
                  <a:schemeClr val="bg1"/>
                </a:solidFill>
              </a:rPr>
              <a:t>Run cleanup code after tests</a:t>
            </a:r>
          </a:p>
          <a:p>
            <a:pPr marL="342900" indent="-342900">
              <a:buFont typeface="+mj-lt"/>
              <a:buAutoNum type="arabicPeriod"/>
            </a:pPr>
            <a:r>
              <a:rPr lang="en-US" sz="1600" dirty="0">
                <a:solidFill>
                  <a:schemeClr val="bg1"/>
                </a:solidFill>
              </a:rPr>
              <a:t>Maintain a clear and organized test structure</a:t>
            </a:r>
          </a:p>
          <a:p>
            <a:pPr marL="0" indent="0">
              <a:buNone/>
            </a:pPr>
            <a:endParaRPr lang="en-US" sz="1600" dirty="0">
              <a:solidFill>
                <a:schemeClr val="bg1"/>
              </a:solidFill>
            </a:endParaRPr>
          </a:p>
          <a:p>
            <a:pPr marL="0" indent="0">
              <a:buNone/>
            </a:pPr>
            <a:endParaRPr lang="en-US" sz="1600" dirty="0">
              <a:solidFill>
                <a:schemeClr val="bg1"/>
              </a:solidFill>
            </a:endParaRPr>
          </a:p>
          <a:p>
            <a:pPr marL="0" indent="0">
              <a:buNone/>
            </a:pPr>
            <a:endParaRPr lang="en-US" sz="1600" dirty="0">
              <a:solidFill>
                <a:schemeClr val="bg1"/>
              </a:solidFill>
            </a:endParaRPr>
          </a:p>
          <a:p>
            <a:pPr marL="0" indent="0">
              <a:buNone/>
            </a:pPr>
            <a:endParaRPr lang="en-US" sz="1600" dirty="0">
              <a:solidFill>
                <a:schemeClr val="bg1"/>
              </a:solidFill>
            </a:endParaRPr>
          </a:p>
          <a:p>
            <a:pPr marL="0" indent="0">
              <a:buNone/>
            </a:pPr>
            <a:endParaRPr lang="en-US" sz="200" dirty="0">
              <a:solidFill>
                <a:schemeClr val="bg1"/>
              </a:solidFill>
            </a:endParaRPr>
          </a:p>
        </p:txBody>
      </p:sp>
      <p:sp>
        <p:nvSpPr>
          <p:cNvPr id="4" name="Date Placeholder 3">
            <a:extLst>
              <a:ext uri="{FF2B5EF4-FFF2-40B4-BE49-F238E27FC236}">
                <a16:creationId xmlns:a16="http://schemas.microsoft.com/office/drawing/2014/main" id="{B808DF08-1220-DF76-D51F-E9DD45DF7930}"/>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3927963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3E9D7-8F5A-F084-A200-2EE1ACB16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E4C356-CB2C-B30E-D8B4-942326ED6729}"/>
              </a:ext>
            </a:extLst>
          </p:cNvPr>
          <p:cNvSpPr>
            <a:spLocks noGrp="1"/>
          </p:cNvSpPr>
          <p:nvPr>
            <p:ph type="title"/>
          </p:nvPr>
        </p:nvSpPr>
        <p:spPr/>
        <p:txBody>
          <a:bodyPr>
            <a:normAutofit/>
          </a:bodyPr>
          <a:lstStyle/>
          <a:p>
            <a:r>
              <a:rPr lang="en-IN" sz="2400" dirty="0"/>
              <a:t>Test execution flow {</a:t>
            </a:r>
            <a:r>
              <a:rPr lang="en-IN" sz="2000" dirty="0"/>
              <a:t>annotations</a:t>
            </a:r>
            <a:r>
              <a:rPr lang="en-IN" sz="2400" dirty="0"/>
              <a:t>}</a:t>
            </a:r>
          </a:p>
        </p:txBody>
      </p:sp>
      <p:sp>
        <p:nvSpPr>
          <p:cNvPr id="3" name="Content Placeholder 2">
            <a:extLst>
              <a:ext uri="{FF2B5EF4-FFF2-40B4-BE49-F238E27FC236}">
                <a16:creationId xmlns:a16="http://schemas.microsoft.com/office/drawing/2014/main" id="{DB54C8AC-5E93-6E14-56E5-44491B1CA653}"/>
              </a:ext>
            </a:extLst>
          </p:cNvPr>
          <p:cNvSpPr>
            <a:spLocks noGrp="1"/>
          </p:cNvSpPr>
          <p:nvPr>
            <p:ph idx="1"/>
          </p:nvPr>
        </p:nvSpPr>
        <p:spPr>
          <a:xfrm>
            <a:off x="36726" y="918344"/>
            <a:ext cx="11784691" cy="5838056"/>
          </a:xfrm>
        </p:spPr>
        <p:txBody>
          <a:bodyPr>
            <a:normAutofit/>
          </a:bodyPr>
          <a:lstStyle/>
          <a:p>
            <a:pPr marL="0" indent="0">
              <a:buNone/>
            </a:pPr>
            <a:r>
              <a:rPr lang="en-US" sz="1800" b="1" dirty="0">
                <a:solidFill>
                  <a:schemeClr val="bg1"/>
                </a:solidFill>
              </a:rPr>
              <a:t>Annotations in TestNG</a:t>
            </a:r>
          </a:p>
          <a:p>
            <a:pPr marL="0" indent="0">
              <a:buNone/>
            </a:pPr>
            <a:endParaRPr lang="en-US" sz="1600" dirty="0">
              <a:solidFill>
                <a:schemeClr val="bg1"/>
              </a:solidFill>
            </a:endParaRPr>
          </a:p>
          <a:p>
            <a:pPr marL="0" indent="0">
              <a:buNone/>
            </a:pPr>
            <a:endParaRPr lang="en-US" sz="1600" dirty="0">
              <a:solidFill>
                <a:schemeClr val="bg1"/>
              </a:solidFill>
            </a:endParaRPr>
          </a:p>
          <a:p>
            <a:pPr marL="0" indent="0">
              <a:buNone/>
            </a:pPr>
            <a:endParaRPr lang="en-US" sz="1600" dirty="0">
              <a:solidFill>
                <a:schemeClr val="bg1"/>
              </a:solidFill>
            </a:endParaRPr>
          </a:p>
          <a:p>
            <a:pPr marL="0" indent="0">
              <a:buNone/>
            </a:pPr>
            <a:endParaRPr lang="en-US" sz="1600" dirty="0">
              <a:solidFill>
                <a:schemeClr val="bg1"/>
              </a:solidFill>
            </a:endParaRPr>
          </a:p>
          <a:p>
            <a:pPr marL="0" indent="0">
              <a:buNone/>
            </a:pPr>
            <a:endParaRPr lang="en-US" sz="200" dirty="0">
              <a:solidFill>
                <a:schemeClr val="bg1"/>
              </a:solidFill>
            </a:endParaRPr>
          </a:p>
        </p:txBody>
      </p:sp>
      <p:graphicFrame>
        <p:nvGraphicFramePr>
          <p:cNvPr id="5" name="Table 4">
            <a:extLst>
              <a:ext uri="{FF2B5EF4-FFF2-40B4-BE49-F238E27FC236}">
                <a16:creationId xmlns:a16="http://schemas.microsoft.com/office/drawing/2014/main" id="{5A6859A4-E75F-8D74-5779-3D74F8A8E546}"/>
              </a:ext>
            </a:extLst>
          </p:cNvPr>
          <p:cNvGraphicFramePr>
            <a:graphicFrameLocks noGrp="1"/>
          </p:cNvGraphicFramePr>
          <p:nvPr>
            <p:extLst>
              <p:ext uri="{D42A27DB-BD31-4B8C-83A1-F6EECF244321}">
                <p14:modId xmlns:p14="http://schemas.microsoft.com/office/powerpoint/2010/main" val="399787663"/>
              </p:ext>
            </p:extLst>
          </p:nvPr>
        </p:nvGraphicFramePr>
        <p:xfrm>
          <a:off x="129822" y="1365955"/>
          <a:ext cx="11367912" cy="4950180"/>
        </p:xfrm>
        <a:graphic>
          <a:graphicData uri="http://schemas.openxmlformats.org/drawingml/2006/table">
            <a:tbl>
              <a:tblPr>
                <a:effectLst>
                  <a:outerShdw blurRad="50800" dist="38100" dir="2700000" algn="tl" rotWithShape="0">
                    <a:prstClr val="black">
                      <a:alpha val="40000"/>
                    </a:prstClr>
                  </a:outerShdw>
                </a:effectLst>
                <a:tableStyleId>{284E427A-3D55-4303-BF80-6455036E1DE7}</a:tableStyleId>
              </a:tblPr>
              <a:tblGrid>
                <a:gridCol w="5683956">
                  <a:extLst>
                    <a:ext uri="{9D8B030D-6E8A-4147-A177-3AD203B41FA5}">
                      <a16:colId xmlns:a16="http://schemas.microsoft.com/office/drawing/2014/main" val="1341487867"/>
                    </a:ext>
                  </a:extLst>
                </a:gridCol>
                <a:gridCol w="5683956">
                  <a:extLst>
                    <a:ext uri="{9D8B030D-6E8A-4147-A177-3AD203B41FA5}">
                      <a16:colId xmlns:a16="http://schemas.microsoft.com/office/drawing/2014/main" val="609151434"/>
                    </a:ext>
                  </a:extLst>
                </a:gridCol>
              </a:tblGrid>
              <a:tr h="542428">
                <a:tc>
                  <a:txBody>
                    <a:bodyPr/>
                    <a:lstStyle/>
                    <a:p>
                      <a:pPr>
                        <a:buNone/>
                      </a:pPr>
                      <a:r>
                        <a:rPr lang="en-IN" sz="1400" b="1">
                          <a:solidFill>
                            <a:schemeClr val="bg1"/>
                          </a:solidFill>
                        </a:rPr>
                        <a:t>Annotation</a:t>
                      </a:r>
                    </a:p>
                  </a:txBody>
                  <a:tcPr marL="69209" marR="69209" marT="34604" marB="34604" anchor="ctr"/>
                </a:tc>
                <a:tc>
                  <a:txBody>
                    <a:bodyPr/>
                    <a:lstStyle/>
                    <a:p>
                      <a:pPr>
                        <a:buNone/>
                      </a:pPr>
                      <a:r>
                        <a:rPr lang="en-IN" sz="1400" b="1" dirty="0">
                          <a:solidFill>
                            <a:schemeClr val="bg1"/>
                          </a:solidFill>
                        </a:rPr>
                        <a:t>Description</a:t>
                      </a:r>
                    </a:p>
                  </a:txBody>
                  <a:tcPr marL="69209" marR="69209" marT="34604" marB="34604" anchor="ctr"/>
                </a:tc>
                <a:extLst>
                  <a:ext uri="{0D108BD9-81ED-4DB2-BD59-A6C34878D82A}">
                    <a16:rowId xmlns:a16="http://schemas.microsoft.com/office/drawing/2014/main" val="1646225943"/>
                  </a:ext>
                </a:extLst>
              </a:tr>
              <a:tr h="366692">
                <a:tc>
                  <a:txBody>
                    <a:bodyPr/>
                    <a:lstStyle/>
                    <a:p>
                      <a:pPr>
                        <a:buNone/>
                      </a:pPr>
                      <a:r>
                        <a:rPr lang="en-IN" sz="1400">
                          <a:solidFill>
                            <a:schemeClr val="bg1"/>
                          </a:solidFill>
                        </a:rPr>
                        <a:t>@BeforeSuite</a:t>
                      </a:r>
                    </a:p>
                  </a:txBody>
                  <a:tcPr marL="69209" marR="69209" marT="34604" marB="34604" anchor="ctr"/>
                </a:tc>
                <a:tc>
                  <a:txBody>
                    <a:bodyPr/>
                    <a:lstStyle/>
                    <a:p>
                      <a:pPr>
                        <a:buNone/>
                      </a:pPr>
                      <a:r>
                        <a:rPr lang="en-US" sz="1400" dirty="0">
                          <a:solidFill>
                            <a:schemeClr val="bg1"/>
                          </a:solidFill>
                        </a:rPr>
                        <a:t>Runs once before all tests in the suite</a:t>
                      </a:r>
                    </a:p>
                  </a:txBody>
                  <a:tcPr marL="69209" marR="69209" marT="34604" marB="34604" anchor="ctr"/>
                </a:tc>
                <a:extLst>
                  <a:ext uri="{0D108BD9-81ED-4DB2-BD59-A6C34878D82A}">
                    <a16:rowId xmlns:a16="http://schemas.microsoft.com/office/drawing/2014/main" val="2512177189"/>
                  </a:ext>
                </a:extLst>
              </a:tr>
              <a:tr h="366692">
                <a:tc>
                  <a:txBody>
                    <a:bodyPr/>
                    <a:lstStyle/>
                    <a:p>
                      <a:pPr>
                        <a:buNone/>
                      </a:pPr>
                      <a:r>
                        <a:rPr lang="en-IN" sz="1400">
                          <a:solidFill>
                            <a:schemeClr val="bg1"/>
                          </a:solidFill>
                        </a:rPr>
                        <a:t>@AfterSuite</a:t>
                      </a:r>
                    </a:p>
                  </a:txBody>
                  <a:tcPr marL="69209" marR="69209" marT="34604" marB="34604" anchor="ctr"/>
                </a:tc>
                <a:tc>
                  <a:txBody>
                    <a:bodyPr/>
                    <a:lstStyle/>
                    <a:p>
                      <a:pPr>
                        <a:buNone/>
                      </a:pPr>
                      <a:r>
                        <a:rPr lang="en-US" sz="1400">
                          <a:solidFill>
                            <a:schemeClr val="bg1"/>
                          </a:solidFill>
                        </a:rPr>
                        <a:t>Runs once after all tests in the suite</a:t>
                      </a:r>
                    </a:p>
                  </a:txBody>
                  <a:tcPr marL="69209" marR="69209" marT="34604" marB="34604" anchor="ctr"/>
                </a:tc>
                <a:extLst>
                  <a:ext uri="{0D108BD9-81ED-4DB2-BD59-A6C34878D82A}">
                    <a16:rowId xmlns:a16="http://schemas.microsoft.com/office/drawing/2014/main" val="320366900"/>
                  </a:ext>
                </a:extLst>
              </a:tr>
              <a:tr h="643573">
                <a:tc>
                  <a:txBody>
                    <a:bodyPr/>
                    <a:lstStyle/>
                    <a:p>
                      <a:pPr>
                        <a:buNone/>
                      </a:pPr>
                      <a:r>
                        <a:rPr lang="en-IN" sz="1400">
                          <a:solidFill>
                            <a:schemeClr val="bg1"/>
                          </a:solidFill>
                        </a:rPr>
                        <a:t>@BeforeTest</a:t>
                      </a:r>
                    </a:p>
                  </a:txBody>
                  <a:tcPr marL="69209" marR="69209" marT="34604" marB="34604" anchor="ctr"/>
                </a:tc>
                <a:tc>
                  <a:txBody>
                    <a:bodyPr/>
                    <a:lstStyle/>
                    <a:p>
                      <a:pPr>
                        <a:buNone/>
                      </a:pPr>
                      <a:r>
                        <a:rPr lang="en-US" sz="1400">
                          <a:solidFill>
                            <a:schemeClr val="bg1"/>
                          </a:solidFill>
                        </a:rPr>
                        <a:t>Runs before any test method inside a &lt;test&gt; tag in XML</a:t>
                      </a:r>
                    </a:p>
                  </a:txBody>
                  <a:tcPr marL="69209" marR="69209" marT="34604" marB="34604" anchor="ctr"/>
                </a:tc>
                <a:extLst>
                  <a:ext uri="{0D108BD9-81ED-4DB2-BD59-A6C34878D82A}">
                    <a16:rowId xmlns:a16="http://schemas.microsoft.com/office/drawing/2014/main" val="3795550704"/>
                  </a:ext>
                </a:extLst>
              </a:tr>
              <a:tr h="643573">
                <a:tc>
                  <a:txBody>
                    <a:bodyPr/>
                    <a:lstStyle/>
                    <a:p>
                      <a:pPr>
                        <a:buNone/>
                      </a:pPr>
                      <a:r>
                        <a:rPr lang="en-IN" sz="1400">
                          <a:solidFill>
                            <a:schemeClr val="bg1"/>
                          </a:solidFill>
                        </a:rPr>
                        <a:t>@AfterTest</a:t>
                      </a:r>
                    </a:p>
                  </a:txBody>
                  <a:tcPr marL="69209" marR="69209" marT="34604" marB="34604" anchor="ctr"/>
                </a:tc>
                <a:tc>
                  <a:txBody>
                    <a:bodyPr/>
                    <a:lstStyle/>
                    <a:p>
                      <a:pPr>
                        <a:buNone/>
                      </a:pPr>
                      <a:r>
                        <a:rPr lang="en-US" sz="1400">
                          <a:solidFill>
                            <a:schemeClr val="bg1"/>
                          </a:solidFill>
                        </a:rPr>
                        <a:t>Runs after all test methods inside a &lt;test&gt; tag</a:t>
                      </a:r>
                    </a:p>
                  </a:txBody>
                  <a:tcPr marL="69209" marR="69209" marT="34604" marB="34604" anchor="ctr"/>
                </a:tc>
                <a:extLst>
                  <a:ext uri="{0D108BD9-81ED-4DB2-BD59-A6C34878D82A}">
                    <a16:rowId xmlns:a16="http://schemas.microsoft.com/office/drawing/2014/main" val="4251913529"/>
                  </a:ext>
                </a:extLst>
              </a:tr>
              <a:tr h="643573">
                <a:tc>
                  <a:txBody>
                    <a:bodyPr/>
                    <a:lstStyle/>
                    <a:p>
                      <a:pPr>
                        <a:buNone/>
                      </a:pPr>
                      <a:r>
                        <a:rPr lang="en-IN" sz="1400">
                          <a:solidFill>
                            <a:schemeClr val="bg1"/>
                          </a:solidFill>
                        </a:rPr>
                        <a:t>@BeforeClass</a:t>
                      </a:r>
                    </a:p>
                  </a:txBody>
                  <a:tcPr marL="69209" marR="69209" marT="34604" marB="34604" anchor="ctr"/>
                </a:tc>
                <a:tc>
                  <a:txBody>
                    <a:bodyPr/>
                    <a:lstStyle/>
                    <a:p>
                      <a:pPr>
                        <a:buNone/>
                      </a:pPr>
                      <a:r>
                        <a:rPr lang="en-US" sz="1400">
                          <a:solidFill>
                            <a:schemeClr val="bg1"/>
                          </a:solidFill>
                        </a:rPr>
                        <a:t>Runs once before the first test method in the current class</a:t>
                      </a:r>
                    </a:p>
                  </a:txBody>
                  <a:tcPr marL="69209" marR="69209" marT="34604" marB="34604" anchor="ctr"/>
                </a:tc>
                <a:extLst>
                  <a:ext uri="{0D108BD9-81ED-4DB2-BD59-A6C34878D82A}">
                    <a16:rowId xmlns:a16="http://schemas.microsoft.com/office/drawing/2014/main" val="1761015283"/>
                  </a:ext>
                </a:extLst>
              </a:tr>
              <a:tr h="643573">
                <a:tc>
                  <a:txBody>
                    <a:bodyPr/>
                    <a:lstStyle/>
                    <a:p>
                      <a:pPr>
                        <a:buNone/>
                      </a:pPr>
                      <a:r>
                        <a:rPr lang="en-IN" sz="1400">
                          <a:solidFill>
                            <a:schemeClr val="bg1"/>
                          </a:solidFill>
                        </a:rPr>
                        <a:t>@AfterClass</a:t>
                      </a:r>
                    </a:p>
                  </a:txBody>
                  <a:tcPr marL="69209" marR="69209" marT="34604" marB="34604" anchor="ctr"/>
                </a:tc>
                <a:tc>
                  <a:txBody>
                    <a:bodyPr/>
                    <a:lstStyle/>
                    <a:p>
                      <a:pPr>
                        <a:buNone/>
                      </a:pPr>
                      <a:r>
                        <a:rPr lang="en-US" sz="1400">
                          <a:solidFill>
                            <a:schemeClr val="bg1"/>
                          </a:solidFill>
                        </a:rPr>
                        <a:t>Runs once after all test methods in the current class</a:t>
                      </a:r>
                    </a:p>
                  </a:txBody>
                  <a:tcPr marL="69209" marR="69209" marT="34604" marB="34604" anchor="ctr"/>
                </a:tc>
                <a:extLst>
                  <a:ext uri="{0D108BD9-81ED-4DB2-BD59-A6C34878D82A}">
                    <a16:rowId xmlns:a16="http://schemas.microsoft.com/office/drawing/2014/main" val="1980942"/>
                  </a:ext>
                </a:extLst>
              </a:tr>
              <a:tr h="366692">
                <a:tc>
                  <a:txBody>
                    <a:bodyPr/>
                    <a:lstStyle/>
                    <a:p>
                      <a:pPr>
                        <a:buNone/>
                      </a:pPr>
                      <a:r>
                        <a:rPr lang="en-IN" sz="1400">
                          <a:solidFill>
                            <a:schemeClr val="bg1"/>
                          </a:solidFill>
                        </a:rPr>
                        <a:t>@BeforeMethod</a:t>
                      </a:r>
                    </a:p>
                  </a:txBody>
                  <a:tcPr marL="69209" marR="69209" marT="34604" marB="34604" anchor="ctr"/>
                </a:tc>
                <a:tc>
                  <a:txBody>
                    <a:bodyPr/>
                    <a:lstStyle/>
                    <a:p>
                      <a:pPr>
                        <a:buNone/>
                      </a:pPr>
                      <a:r>
                        <a:rPr lang="en-US" sz="1400">
                          <a:solidFill>
                            <a:schemeClr val="bg1"/>
                          </a:solidFill>
                        </a:rPr>
                        <a:t>Runs before each test method</a:t>
                      </a:r>
                    </a:p>
                  </a:txBody>
                  <a:tcPr marL="69209" marR="69209" marT="34604" marB="34604" anchor="ctr"/>
                </a:tc>
                <a:extLst>
                  <a:ext uri="{0D108BD9-81ED-4DB2-BD59-A6C34878D82A}">
                    <a16:rowId xmlns:a16="http://schemas.microsoft.com/office/drawing/2014/main" val="593478898"/>
                  </a:ext>
                </a:extLst>
              </a:tr>
              <a:tr h="366692">
                <a:tc>
                  <a:txBody>
                    <a:bodyPr/>
                    <a:lstStyle/>
                    <a:p>
                      <a:pPr>
                        <a:buNone/>
                      </a:pPr>
                      <a:r>
                        <a:rPr lang="en-IN" sz="1400">
                          <a:solidFill>
                            <a:schemeClr val="bg1"/>
                          </a:solidFill>
                        </a:rPr>
                        <a:t>@AfterMethod</a:t>
                      </a:r>
                    </a:p>
                  </a:txBody>
                  <a:tcPr marL="69209" marR="69209" marT="34604" marB="34604" anchor="ctr"/>
                </a:tc>
                <a:tc>
                  <a:txBody>
                    <a:bodyPr/>
                    <a:lstStyle/>
                    <a:p>
                      <a:pPr>
                        <a:buNone/>
                      </a:pPr>
                      <a:r>
                        <a:rPr lang="en-US" sz="1400" dirty="0">
                          <a:solidFill>
                            <a:schemeClr val="bg1"/>
                          </a:solidFill>
                        </a:rPr>
                        <a:t>Runs after each test method</a:t>
                      </a:r>
                    </a:p>
                  </a:txBody>
                  <a:tcPr marL="69209" marR="69209" marT="34604" marB="34604" anchor="ctr"/>
                </a:tc>
                <a:extLst>
                  <a:ext uri="{0D108BD9-81ED-4DB2-BD59-A6C34878D82A}">
                    <a16:rowId xmlns:a16="http://schemas.microsoft.com/office/drawing/2014/main" val="3111313970"/>
                  </a:ext>
                </a:extLst>
              </a:tr>
              <a:tr h="366692">
                <a:tc>
                  <a:txBody>
                    <a:bodyPr/>
                    <a:lstStyle/>
                    <a:p>
                      <a:pPr>
                        <a:buNone/>
                      </a:pPr>
                      <a:r>
                        <a:rPr lang="en-IN" sz="1400">
                          <a:solidFill>
                            <a:schemeClr val="bg1"/>
                          </a:solidFill>
                        </a:rPr>
                        <a:t>@Test</a:t>
                      </a:r>
                    </a:p>
                  </a:txBody>
                  <a:tcPr marL="69209" marR="69209" marT="34604" marB="34604" anchor="ctr"/>
                </a:tc>
                <a:tc>
                  <a:txBody>
                    <a:bodyPr/>
                    <a:lstStyle/>
                    <a:p>
                      <a:pPr>
                        <a:buNone/>
                      </a:pPr>
                      <a:r>
                        <a:rPr lang="en-US" sz="1400" dirty="0">
                          <a:solidFill>
                            <a:schemeClr val="bg1"/>
                          </a:solidFill>
                        </a:rPr>
                        <a:t>Marks a method as a test case</a:t>
                      </a:r>
                    </a:p>
                  </a:txBody>
                  <a:tcPr marL="69209" marR="69209" marT="34604" marB="34604" anchor="ctr"/>
                </a:tc>
                <a:extLst>
                  <a:ext uri="{0D108BD9-81ED-4DB2-BD59-A6C34878D82A}">
                    <a16:rowId xmlns:a16="http://schemas.microsoft.com/office/drawing/2014/main" val="1231379867"/>
                  </a:ext>
                </a:extLst>
              </a:tr>
            </a:tbl>
          </a:graphicData>
        </a:graphic>
      </p:graphicFrame>
      <p:sp>
        <p:nvSpPr>
          <p:cNvPr id="4" name="Date Placeholder 3">
            <a:extLst>
              <a:ext uri="{FF2B5EF4-FFF2-40B4-BE49-F238E27FC236}">
                <a16:creationId xmlns:a16="http://schemas.microsoft.com/office/drawing/2014/main" id="{4326473F-4F12-9CB7-A205-DA1668179184}"/>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3600671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FB03B-5509-00B2-3C4C-DBD2890A1D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ED877-5C34-AD33-F62E-F3488AF5151C}"/>
              </a:ext>
            </a:extLst>
          </p:cNvPr>
          <p:cNvSpPr>
            <a:spLocks noGrp="1"/>
          </p:cNvSpPr>
          <p:nvPr>
            <p:ph type="title"/>
          </p:nvPr>
        </p:nvSpPr>
        <p:spPr/>
        <p:txBody>
          <a:bodyPr>
            <a:normAutofit/>
          </a:bodyPr>
          <a:lstStyle/>
          <a:p>
            <a:r>
              <a:rPr lang="en-IN" sz="2400"/>
              <a:t>Test execution flow {</a:t>
            </a:r>
            <a:r>
              <a:rPr lang="en-IN" sz="2000"/>
              <a:t>annotations</a:t>
            </a:r>
            <a:r>
              <a:rPr lang="en-IN" sz="2400"/>
              <a:t>}</a:t>
            </a:r>
            <a:endParaRPr lang="en-IN" sz="2400" dirty="0"/>
          </a:p>
        </p:txBody>
      </p:sp>
      <p:sp>
        <p:nvSpPr>
          <p:cNvPr id="3" name="Content Placeholder 2">
            <a:extLst>
              <a:ext uri="{FF2B5EF4-FFF2-40B4-BE49-F238E27FC236}">
                <a16:creationId xmlns:a16="http://schemas.microsoft.com/office/drawing/2014/main" id="{F7F9F3D9-D007-5FF5-F604-A4943B462E24}"/>
              </a:ext>
            </a:extLst>
          </p:cNvPr>
          <p:cNvSpPr>
            <a:spLocks noGrp="1"/>
          </p:cNvSpPr>
          <p:nvPr>
            <p:ph idx="1"/>
          </p:nvPr>
        </p:nvSpPr>
        <p:spPr>
          <a:xfrm>
            <a:off x="36726" y="918344"/>
            <a:ext cx="11784691" cy="5838056"/>
          </a:xfrm>
        </p:spPr>
        <p:txBody>
          <a:bodyPr>
            <a:normAutofit/>
          </a:bodyPr>
          <a:lstStyle/>
          <a:p>
            <a:pPr marL="0" indent="0">
              <a:buNone/>
            </a:pPr>
            <a:r>
              <a:rPr lang="en-US" sz="1800" b="1" dirty="0">
                <a:solidFill>
                  <a:schemeClr val="bg1"/>
                </a:solidFill>
              </a:rPr>
              <a:t>Annotations in TestNG</a:t>
            </a:r>
          </a:p>
          <a:p>
            <a:pPr marL="0" indent="0">
              <a:buNone/>
            </a:pPr>
            <a:endParaRPr lang="en-US" sz="1600" dirty="0">
              <a:solidFill>
                <a:schemeClr val="bg1"/>
              </a:solidFill>
            </a:endParaRPr>
          </a:p>
          <a:p>
            <a:pPr marL="0" indent="0">
              <a:buNone/>
            </a:pPr>
            <a:endParaRPr lang="en-US" sz="1600" dirty="0">
              <a:solidFill>
                <a:schemeClr val="bg1"/>
              </a:solidFill>
            </a:endParaRPr>
          </a:p>
          <a:p>
            <a:pPr marL="0" indent="0">
              <a:buNone/>
            </a:pPr>
            <a:endParaRPr lang="en-US" sz="1600" dirty="0">
              <a:solidFill>
                <a:schemeClr val="bg1"/>
              </a:solidFill>
            </a:endParaRPr>
          </a:p>
          <a:p>
            <a:pPr marL="0" indent="0">
              <a:buNone/>
            </a:pPr>
            <a:endParaRPr lang="en-US" sz="1600" dirty="0">
              <a:solidFill>
                <a:schemeClr val="bg1"/>
              </a:solidFill>
            </a:endParaRPr>
          </a:p>
          <a:p>
            <a:pPr marL="0" indent="0">
              <a:buNone/>
            </a:pPr>
            <a:endParaRPr lang="en-US" sz="200" dirty="0">
              <a:solidFill>
                <a:schemeClr val="bg1"/>
              </a:solidFill>
            </a:endParaRPr>
          </a:p>
        </p:txBody>
      </p:sp>
      <p:graphicFrame>
        <p:nvGraphicFramePr>
          <p:cNvPr id="4" name="Diagram 3">
            <a:extLst>
              <a:ext uri="{FF2B5EF4-FFF2-40B4-BE49-F238E27FC236}">
                <a16:creationId xmlns:a16="http://schemas.microsoft.com/office/drawing/2014/main" id="{BCB96431-D598-E813-86BF-F26ACB6EDDE2}"/>
              </a:ext>
            </a:extLst>
          </p:cNvPr>
          <p:cNvGraphicFramePr/>
          <p:nvPr>
            <p:extLst>
              <p:ext uri="{D42A27DB-BD31-4B8C-83A1-F6EECF244321}">
                <p14:modId xmlns:p14="http://schemas.microsoft.com/office/powerpoint/2010/main" val="3524060003"/>
              </p:ext>
            </p:extLst>
          </p:nvPr>
        </p:nvGraphicFramePr>
        <p:xfrm>
          <a:off x="1269999" y="1349582"/>
          <a:ext cx="8579555" cy="51753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e Placeholder 3">
            <a:extLst>
              <a:ext uri="{FF2B5EF4-FFF2-40B4-BE49-F238E27FC236}">
                <a16:creationId xmlns:a16="http://schemas.microsoft.com/office/drawing/2014/main" id="{BF832516-D75D-6730-AC6E-2ABED88A8AD5}"/>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1371083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AF1F8-E09E-EEFD-DCDD-ED3EFECA0872}"/>
              </a:ext>
            </a:extLst>
          </p:cNvPr>
          <p:cNvSpPr>
            <a:spLocks noGrp="1"/>
          </p:cNvSpPr>
          <p:nvPr>
            <p:ph type="title"/>
          </p:nvPr>
        </p:nvSpPr>
        <p:spPr/>
        <p:txBody>
          <a:bodyPr/>
          <a:lstStyle/>
          <a:p>
            <a:r>
              <a:rPr lang="en-IN" dirty="0">
                <a:latin typeface="Bauhaus 93" panose="04030905020B02020C02" pitchFamily="82" charset="0"/>
              </a:rPr>
              <a:t>Thank you!</a:t>
            </a:r>
          </a:p>
        </p:txBody>
      </p:sp>
      <p:sp>
        <p:nvSpPr>
          <p:cNvPr id="3" name="Date Placeholder 3">
            <a:extLst>
              <a:ext uri="{FF2B5EF4-FFF2-40B4-BE49-F238E27FC236}">
                <a16:creationId xmlns:a16="http://schemas.microsoft.com/office/drawing/2014/main" id="{3F2CC60C-CCCA-D126-A44D-7042E9DE443E}"/>
              </a:ext>
            </a:extLst>
          </p:cNvPr>
          <p:cNvSpPr>
            <a:spLocks noGrp="1"/>
          </p:cNvSpPr>
          <p:nvPr>
            <p:ph type="dt" sz="half" idx="10"/>
          </p:nvPr>
        </p:nvSpPr>
        <p:spPr>
          <a:xfrm>
            <a:off x="9445623" y="6404668"/>
            <a:ext cx="2743200" cy="365125"/>
          </a:xfrm>
        </p:spPr>
        <p:txBody>
          <a:bodyPr/>
          <a:lstStyle>
            <a:lvl1pPr>
              <a:defRPr sz="1600">
                <a:solidFill>
                  <a:schemeClr val="bg1"/>
                </a:solidFill>
              </a:defRPr>
            </a:lvl1pPr>
          </a:lstStyle>
          <a:p>
            <a:r>
              <a:rPr lang="en-IN" dirty="0">
                <a:latin typeface="Bauhaus 93" panose="04030905020B02020C02" pitchFamily="82" charset="0"/>
                <a:ea typeface="Cambria" panose="02040503050406030204" pitchFamily="18" charset="0"/>
              </a:rPr>
              <a:t>&lt;</a:t>
            </a:r>
            <a:r>
              <a:rPr lang="en-IN" dirty="0">
                <a:solidFill>
                  <a:schemeClr val="accent1"/>
                </a:solidFill>
                <a:latin typeface="Bauhaus 93" panose="04030905020B02020C02" pitchFamily="82" charset="0"/>
                <a:ea typeface="Cambria" panose="02040503050406030204" pitchFamily="18" charset="0"/>
              </a:rPr>
              <a:t>ai/</a:t>
            </a:r>
            <a:r>
              <a:rPr lang="en-IN" dirty="0">
                <a:latin typeface="Bauhaus 93" panose="04030905020B02020C02" pitchFamily="82" charset="0"/>
                <a:ea typeface="Cambria" panose="02040503050406030204" pitchFamily="18" charset="0"/>
              </a:rPr>
              <a:t>&gt; &lt;IQ/&gt; </a:t>
            </a:r>
            <a:r>
              <a:rPr lang="en-IN" dirty="0">
                <a:latin typeface="Arial Black" panose="020B0A04020102020204" pitchFamily="34" charset="0"/>
                <a:ea typeface="Cambria" panose="02040503050406030204" pitchFamily="18" charset="0"/>
              </a:rPr>
              <a:t>L</a:t>
            </a:r>
            <a:r>
              <a:rPr lang="en-IN" dirty="0">
                <a:latin typeface="Bauhaus 93" panose="04030905020B02020C02" pitchFamily="82" charset="0"/>
                <a:ea typeface="Cambria" panose="02040503050406030204" pitchFamily="18" charset="0"/>
              </a:rPr>
              <a:t>ABS</a:t>
            </a:r>
            <a:endParaRPr lang="en-IN" dirty="0"/>
          </a:p>
        </p:txBody>
      </p:sp>
    </p:spTree>
    <p:extLst>
      <p:ext uri="{BB962C8B-B14F-4D97-AF65-F5344CB8AC3E}">
        <p14:creationId xmlns:p14="http://schemas.microsoft.com/office/powerpoint/2010/main" val="3913366522"/>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TM04033917[[fn=Berlin]]</Template>
  <TotalTime>1168</TotalTime>
  <Words>927</Words>
  <Application>Microsoft Office PowerPoint</Application>
  <PresentationFormat>Widescreen</PresentationFormat>
  <Paragraphs>155</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Agency FB</vt:lpstr>
      <vt:lpstr>Aptos</vt:lpstr>
      <vt:lpstr>Arial</vt:lpstr>
      <vt:lpstr>Arial Black</vt:lpstr>
      <vt:lpstr>Bauhaus 93</vt:lpstr>
      <vt:lpstr>Trebuchet MS</vt:lpstr>
      <vt:lpstr>Berlin</vt:lpstr>
      <vt:lpstr>&lt;ai/&gt; &lt;IQ/&gt; LABS</vt:lpstr>
      <vt:lpstr>TestNG {Agenda}</vt:lpstr>
      <vt:lpstr>TestNG Foundation</vt:lpstr>
      <vt:lpstr>TestNG Foundation</vt:lpstr>
      <vt:lpstr>Installation &amp; Configuration</vt:lpstr>
      <vt:lpstr>Installation &amp; Configuration</vt:lpstr>
      <vt:lpstr>Writing tests in TestNG</vt:lpstr>
      <vt:lpstr>Test execution flow {annotations}</vt:lpstr>
      <vt:lpstr>Test execution flow {annotations}</vt:lpstr>
      <vt:lpstr>Test execution flow {annotations}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Slick Ark</dc:creator>
  <cp:lastModifiedBy>Slick Ark</cp:lastModifiedBy>
  <cp:revision>235</cp:revision>
  <dcterms:created xsi:type="dcterms:W3CDTF">2026-02-04T04:23:12Z</dcterms:created>
  <dcterms:modified xsi:type="dcterms:W3CDTF">2026-02-11T17:10:58Z</dcterms:modified>
</cp:coreProperties>
</file>